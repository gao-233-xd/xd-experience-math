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70" r:id="rId4"/>
    <p:sldId id="257" r:id="rId5"/>
    <p:sldId id="306" r:id="rId6"/>
    <p:sldId id="302" r:id="rId7"/>
    <p:sldId id="271" r:id="rId8"/>
    <p:sldId id="296" r:id="rId9"/>
    <p:sldId id="307" r:id="rId10"/>
    <p:sldId id="308" r:id="rId11"/>
    <p:sldId id="309" r:id="rId12"/>
    <p:sldId id="304" r:id="rId13"/>
    <p:sldId id="272" r:id="rId14"/>
    <p:sldId id="303" r:id="rId15"/>
    <p:sldId id="295" r:id="rId16"/>
    <p:sldId id="262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开始" id="{5821CFE0-3107-4A5A-97D9-2E0A9A850ABA}">
          <p14:sldIdLst>
            <p14:sldId id="256"/>
            <p14:sldId id="258"/>
            <p14:sldId id="270"/>
            <p14:sldId id="257"/>
            <p14:sldId id="306"/>
            <p14:sldId id="302"/>
            <p14:sldId id="271"/>
            <p14:sldId id="296"/>
            <p14:sldId id="307"/>
            <p14:sldId id="308"/>
            <p14:sldId id="309"/>
            <p14:sldId id="304"/>
            <p14:sldId id="272"/>
            <p14:sldId id="303"/>
            <p14:sldId id="295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E077"/>
    <a:srgbClr val="002060"/>
    <a:srgbClr val="757575"/>
    <a:srgbClr val="9FB0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81"/>
  </p:normalViewPr>
  <p:slideViewPr>
    <p:cSldViewPr snapToGrid="0" showGuides="1">
      <p:cViewPr varScale="1">
        <p:scale>
          <a:sx n="59" d="100"/>
          <a:sy n="59" d="100"/>
        </p:scale>
        <p:origin x="439" y="27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88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3462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7443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2799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2681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15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831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9390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543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6355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5701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D8E000-3D31-4A0B-8DE3-3929AFA7FAD7}" type="datetimeFigureOut">
              <a:rPr lang="zh-CN" altLang="en-US" smtClean="0"/>
              <a:t>2026/1/21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CDCE1B-1FC0-4483-B069-64475759EEE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6726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9.xml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5244238" y="673561"/>
            <a:ext cx="1703523" cy="1706783"/>
            <a:chOff x="4438650" y="1768475"/>
            <a:chExt cx="3317875" cy="3324225"/>
          </a:xfrm>
          <a:solidFill>
            <a:srgbClr val="002060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4713288" y="2043113"/>
              <a:ext cx="2768600" cy="2773363"/>
            </a:xfrm>
            <a:custGeom>
              <a:avLst/>
              <a:gdLst>
                <a:gd name="T0" fmla="*/ 509 w 1017"/>
                <a:gd name="T1" fmla="*/ 0 h 1017"/>
                <a:gd name="T2" fmla="*/ 1017 w 1017"/>
                <a:gd name="T3" fmla="*/ 508 h 1017"/>
                <a:gd name="T4" fmla="*/ 509 w 1017"/>
                <a:gd name="T5" fmla="*/ 1017 h 1017"/>
                <a:gd name="T6" fmla="*/ 0 w 1017"/>
                <a:gd name="T7" fmla="*/ 508 h 1017"/>
                <a:gd name="T8" fmla="*/ 509 w 1017"/>
                <a:gd name="T9" fmla="*/ 0 h 1017"/>
                <a:gd name="T10" fmla="*/ 509 w 1017"/>
                <a:gd name="T11" fmla="*/ 14 h 1017"/>
                <a:gd name="T12" fmla="*/ 14 w 1017"/>
                <a:gd name="T13" fmla="*/ 508 h 1017"/>
                <a:gd name="T14" fmla="*/ 509 w 1017"/>
                <a:gd name="T15" fmla="*/ 1003 h 1017"/>
                <a:gd name="T16" fmla="*/ 1003 w 1017"/>
                <a:gd name="T17" fmla="*/ 508 h 1017"/>
                <a:gd name="T18" fmla="*/ 509 w 1017"/>
                <a:gd name="T19" fmla="*/ 14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7" h="1017">
                  <a:moveTo>
                    <a:pt x="509" y="0"/>
                  </a:moveTo>
                  <a:cubicBezTo>
                    <a:pt x="789" y="0"/>
                    <a:pt x="1017" y="228"/>
                    <a:pt x="1017" y="508"/>
                  </a:cubicBezTo>
                  <a:cubicBezTo>
                    <a:pt x="1017" y="788"/>
                    <a:pt x="789" y="1017"/>
                    <a:pt x="509" y="1017"/>
                  </a:cubicBezTo>
                  <a:cubicBezTo>
                    <a:pt x="229" y="1017"/>
                    <a:pt x="0" y="788"/>
                    <a:pt x="0" y="508"/>
                  </a:cubicBezTo>
                  <a:cubicBezTo>
                    <a:pt x="0" y="228"/>
                    <a:pt x="229" y="0"/>
                    <a:pt x="509" y="0"/>
                  </a:cubicBezTo>
                  <a:close/>
                  <a:moveTo>
                    <a:pt x="509" y="14"/>
                  </a:moveTo>
                  <a:cubicBezTo>
                    <a:pt x="236" y="14"/>
                    <a:pt x="14" y="236"/>
                    <a:pt x="14" y="508"/>
                  </a:cubicBezTo>
                  <a:cubicBezTo>
                    <a:pt x="14" y="781"/>
                    <a:pt x="236" y="1003"/>
                    <a:pt x="509" y="1003"/>
                  </a:cubicBezTo>
                  <a:cubicBezTo>
                    <a:pt x="781" y="1003"/>
                    <a:pt x="1003" y="781"/>
                    <a:pt x="1003" y="508"/>
                  </a:cubicBezTo>
                  <a:cubicBezTo>
                    <a:pt x="1003" y="236"/>
                    <a:pt x="781" y="14"/>
                    <a:pt x="50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438650" y="1768475"/>
              <a:ext cx="3317875" cy="3324225"/>
            </a:xfrm>
            <a:custGeom>
              <a:avLst/>
              <a:gdLst>
                <a:gd name="T0" fmla="*/ 413 w 1219"/>
                <a:gd name="T1" fmla="*/ 1106 h 1219"/>
                <a:gd name="T2" fmla="*/ 275 w 1219"/>
                <a:gd name="T3" fmla="*/ 1080 h 1219"/>
                <a:gd name="T4" fmla="*/ 139 w 1219"/>
                <a:gd name="T5" fmla="*/ 929 h 1219"/>
                <a:gd name="T6" fmla="*/ 127 w 1219"/>
                <a:gd name="T7" fmla="*/ 843 h 1219"/>
                <a:gd name="T8" fmla="*/ 0 w 1219"/>
                <a:gd name="T9" fmla="*/ 609 h 1219"/>
                <a:gd name="T10" fmla="*/ 51 w 1219"/>
                <a:gd name="T11" fmla="*/ 503 h 1219"/>
                <a:gd name="T12" fmla="*/ 113 w 1219"/>
                <a:gd name="T13" fmla="*/ 414 h 1219"/>
                <a:gd name="T14" fmla="*/ 119 w 1219"/>
                <a:gd name="T15" fmla="*/ 399 h 1219"/>
                <a:gd name="T16" fmla="*/ 262 w 1219"/>
                <a:gd name="T17" fmla="*/ 139 h 1219"/>
                <a:gd name="T18" fmla="*/ 359 w 1219"/>
                <a:gd name="T19" fmla="*/ 131 h 1219"/>
                <a:gd name="T20" fmla="*/ 610 w 1219"/>
                <a:gd name="T21" fmla="*/ 0 h 1219"/>
                <a:gd name="T22" fmla="*/ 716 w 1219"/>
                <a:gd name="T23" fmla="*/ 50 h 1219"/>
                <a:gd name="T24" fmla="*/ 721 w 1219"/>
                <a:gd name="T25" fmla="*/ 55 h 1219"/>
                <a:gd name="T26" fmla="*/ 944 w 1219"/>
                <a:gd name="T27" fmla="*/ 138 h 1219"/>
                <a:gd name="T28" fmla="*/ 1080 w 1219"/>
                <a:gd name="T29" fmla="*/ 275 h 1219"/>
                <a:gd name="T30" fmla="*/ 1097 w 1219"/>
                <a:gd name="T31" fmla="*/ 391 h 1219"/>
                <a:gd name="T32" fmla="*/ 1179 w 1219"/>
                <a:gd name="T33" fmla="*/ 513 h 1219"/>
                <a:gd name="T34" fmla="*/ 1179 w 1219"/>
                <a:gd name="T35" fmla="*/ 706 h 1219"/>
                <a:gd name="T36" fmla="*/ 1116 w 1219"/>
                <a:gd name="T37" fmla="*/ 786 h 1219"/>
                <a:gd name="T38" fmla="*/ 1041 w 1219"/>
                <a:gd name="T39" fmla="*/ 1040 h 1219"/>
                <a:gd name="T40" fmla="*/ 930 w 1219"/>
                <a:gd name="T41" fmla="*/ 1080 h 1219"/>
                <a:gd name="T42" fmla="*/ 921 w 1219"/>
                <a:gd name="T43" fmla="*/ 1080 h 1219"/>
                <a:gd name="T44" fmla="*/ 830 w 1219"/>
                <a:gd name="T45" fmla="*/ 1096 h 1219"/>
                <a:gd name="T46" fmla="*/ 808 w 1219"/>
                <a:gd name="T47" fmla="*/ 1105 h 1219"/>
                <a:gd name="T48" fmla="*/ 518 w 1219"/>
                <a:gd name="T49" fmla="*/ 1183 h 1219"/>
                <a:gd name="T50" fmla="*/ 816 w 1219"/>
                <a:gd name="T51" fmla="*/ 131 h 1219"/>
                <a:gd name="T52" fmla="*/ 718 w 1219"/>
                <a:gd name="T53" fmla="*/ 70 h 1219"/>
                <a:gd name="T54" fmla="*/ 520 w 1219"/>
                <a:gd name="T55" fmla="*/ 51 h 1219"/>
                <a:gd name="T56" fmla="*/ 406 w 1219"/>
                <a:gd name="T57" fmla="*/ 130 h 1219"/>
                <a:gd name="T58" fmla="*/ 263 w 1219"/>
                <a:gd name="T59" fmla="*/ 152 h 1219"/>
                <a:gd name="T60" fmla="*/ 152 w 1219"/>
                <a:gd name="T61" fmla="*/ 293 h 1219"/>
                <a:gd name="T62" fmla="*/ 123 w 1219"/>
                <a:gd name="T63" fmla="*/ 424 h 1219"/>
                <a:gd name="T64" fmla="*/ 68 w 1219"/>
                <a:gd name="T65" fmla="*/ 503 h 1219"/>
                <a:gd name="T66" fmla="*/ 14 w 1219"/>
                <a:gd name="T67" fmla="*/ 609 h 1219"/>
                <a:gd name="T68" fmla="*/ 62 w 1219"/>
                <a:gd name="T69" fmla="*/ 709 h 1219"/>
                <a:gd name="T70" fmla="*/ 152 w 1219"/>
                <a:gd name="T71" fmla="*/ 914 h 1219"/>
                <a:gd name="T72" fmla="*/ 151 w 1219"/>
                <a:gd name="T73" fmla="*/ 941 h 1219"/>
                <a:gd name="T74" fmla="*/ 293 w 1219"/>
                <a:gd name="T75" fmla="*/ 1067 h 1219"/>
                <a:gd name="T76" fmla="*/ 424 w 1219"/>
                <a:gd name="T77" fmla="*/ 1096 h 1219"/>
                <a:gd name="T78" fmla="*/ 700 w 1219"/>
                <a:gd name="T79" fmla="*/ 1167 h 1219"/>
                <a:gd name="T80" fmla="*/ 815 w 1219"/>
                <a:gd name="T81" fmla="*/ 1088 h 1219"/>
                <a:gd name="T82" fmla="*/ 915 w 1219"/>
                <a:gd name="T83" fmla="*/ 1067 h 1219"/>
                <a:gd name="T84" fmla="*/ 919 w 1219"/>
                <a:gd name="T85" fmla="*/ 1067 h 1219"/>
                <a:gd name="T86" fmla="*/ 1068 w 1219"/>
                <a:gd name="T87" fmla="*/ 926 h 1219"/>
                <a:gd name="T88" fmla="*/ 1149 w 1219"/>
                <a:gd name="T89" fmla="*/ 718 h 1219"/>
                <a:gd name="T90" fmla="*/ 1168 w 1219"/>
                <a:gd name="T91" fmla="*/ 699 h 1219"/>
                <a:gd name="T92" fmla="*/ 1157 w 1219"/>
                <a:gd name="T93" fmla="*/ 509 h 1219"/>
                <a:gd name="T94" fmla="*/ 1089 w 1219"/>
                <a:gd name="T95" fmla="*/ 405 h 1219"/>
                <a:gd name="T96" fmla="*/ 941 w 1219"/>
                <a:gd name="T97" fmla="*/ 151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9" h="1219">
                  <a:moveTo>
                    <a:pt x="482" y="1149"/>
                  </a:moveTo>
                  <a:cubicBezTo>
                    <a:pt x="462" y="1132"/>
                    <a:pt x="439" y="1117"/>
                    <a:pt x="414" y="1106"/>
                  </a:cubicBezTo>
                  <a:cubicBezTo>
                    <a:pt x="414" y="1106"/>
                    <a:pt x="414" y="1106"/>
                    <a:pt x="414" y="1106"/>
                  </a:cubicBezTo>
                  <a:cubicBezTo>
                    <a:pt x="414" y="1106"/>
                    <a:pt x="413" y="1106"/>
                    <a:pt x="413" y="1106"/>
                  </a:cubicBezTo>
                  <a:cubicBezTo>
                    <a:pt x="413" y="1106"/>
                    <a:pt x="413" y="1106"/>
                    <a:pt x="413" y="1106"/>
                  </a:cubicBezTo>
                  <a:cubicBezTo>
                    <a:pt x="408" y="1104"/>
                    <a:pt x="404" y="1102"/>
                    <a:pt x="399" y="1100"/>
                  </a:cubicBezTo>
                  <a:cubicBezTo>
                    <a:pt x="360" y="1085"/>
                    <a:pt x="317" y="1078"/>
                    <a:pt x="275" y="1080"/>
                  </a:cubicBezTo>
                  <a:cubicBezTo>
                    <a:pt x="275" y="1080"/>
                    <a:pt x="275" y="1080"/>
                    <a:pt x="275" y="1080"/>
                  </a:cubicBezTo>
                  <a:cubicBezTo>
                    <a:pt x="238" y="1080"/>
                    <a:pt x="204" y="1065"/>
                    <a:pt x="179" y="1040"/>
                  </a:cubicBezTo>
                  <a:cubicBezTo>
                    <a:pt x="154" y="1016"/>
                    <a:pt x="139" y="982"/>
                    <a:pt x="139" y="944"/>
                  </a:cubicBezTo>
                  <a:cubicBezTo>
                    <a:pt x="139" y="944"/>
                    <a:pt x="139" y="944"/>
                    <a:pt x="139" y="944"/>
                  </a:cubicBezTo>
                  <a:cubicBezTo>
                    <a:pt x="139" y="939"/>
                    <a:pt x="139" y="934"/>
                    <a:pt x="139" y="929"/>
                  </a:cubicBezTo>
                  <a:cubicBezTo>
                    <a:pt x="139" y="929"/>
                    <a:pt x="139" y="929"/>
                    <a:pt x="139" y="929"/>
                  </a:cubicBezTo>
                  <a:cubicBezTo>
                    <a:pt x="139" y="928"/>
                    <a:pt x="139" y="927"/>
                    <a:pt x="139" y="925"/>
                  </a:cubicBezTo>
                  <a:cubicBezTo>
                    <a:pt x="139" y="925"/>
                    <a:pt x="139" y="924"/>
                    <a:pt x="139" y="924"/>
                  </a:cubicBezTo>
                  <a:cubicBezTo>
                    <a:pt x="139" y="897"/>
                    <a:pt x="135" y="869"/>
                    <a:pt x="127" y="843"/>
                  </a:cubicBezTo>
                  <a:cubicBezTo>
                    <a:pt x="123" y="831"/>
                    <a:pt x="119" y="819"/>
                    <a:pt x="114" y="807"/>
                  </a:cubicBezTo>
                  <a:cubicBezTo>
                    <a:pt x="97" y="768"/>
                    <a:pt x="71" y="734"/>
                    <a:pt x="40" y="706"/>
                  </a:cubicBezTo>
                  <a:cubicBezTo>
                    <a:pt x="40" y="706"/>
                    <a:pt x="40" y="706"/>
                    <a:pt x="40" y="706"/>
                  </a:cubicBezTo>
                  <a:cubicBezTo>
                    <a:pt x="14" y="679"/>
                    <a:pt x="0" y="644"/>
                    <a:pt x="0" y="609"/>
                  </a:cubicBezTo>
                  <a:cubicBezTo>
                    <a:pt x="0" y="575"/>
                    <a:pt x="14" y="540"/>
                    <a:pt x="40" y="513"/>
                  </a:cubicBezTo>
                  <a:cubicBezTo>
                    <a:pt x="40" y="513"/>
                    <a:pt x="40" y="513"/>
                    <a:pt x="40" y="513"/>
                  </a:cubicBezTo>
                  <a:cubicBezTo>
                    <a:pt x="44" y="510"/>
                    <a:pt x="47" y="506"/>
                    <a:pt x="51" y="503"/>
                  </a:cubicBezTo>
                  <a:cubicBezTo>
                    <a:pt x="51" y="503"/>
                    <a:pt x="51" y="503"/>
                    <a:pt x="51" y="503"/>
                  </a:cubicBezTo>
                  <a:cubicBezTo>
                    <a:pt x="52" y="502"/>
                    <a:pt x="53" y="501"/>
                    <a:pt x="54" y="500"/>
                  </a:cubicBezTo>
                  <a:cubicBezTo>
                    <a:pt x="54" y="500"/>
                    <a:pt x="54" y="500"/>
                    <a:pt x="54" y="500"/>
                  </a:cubicBezTo>
                  <a:cubicBezTo>
                    <a:pt x="54" y="500"/>
                    <a:pt x="54" y="500"/>
                    <a:pt x="54" y="499"/>
                  </a:cubicBezTo>
                  <a:cubicBezTo>
                    <a:pt x="79" y="475"/>
                    <a:pt x="98" y="446"/>
                    <a:pt x="113" y="414"/>
                  </a:cubicBezTo>
                  <a:cubicBezTo>
                    <a:pt x="113" y="414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5" y="408"/>
                    <a:pt x="117" y="403"/>
                    <a:pt x="119" y="399"/>
                  </a:cubicBezTo>
                  <a:cubicBezTo>
                    <a:pt x="134" y="359"/>
                    <a:pt x="141" y="317"/>
                    <a:pt x="139" y="275"/>
                  </a:cubicBezTo>
                  <a:cubicBezTo>
                    <a:pt x="139" y="275"/>
                    <a:pt x="139" y="275"/>
                    <a:pt x="139" y="275"/>
                  </a:cubicBezTo>
                  <a:cubicBezTo>
                    <a:pt x="139" y="237"/>
                    <a:pt x="154" y="203"/>
                    <a:pt x="179" y="179"/>
                  </a:cubicBezTo>
                  <a:cubicBezTo>
                    <a:pt x="200" y="157"/>
                    <a:pt x="229" y="142"/>
                    <a:pt x="262" y="139"/>
                  </a:cubicBezTo>
                  <a:cubicBezTo>
                    <a:pt x="271" y="138"/>
                    <a:pt x="280" y="139"/>
                    <a:pt x="290" y="139"/>
                  </a:cubicBezTo>
                  <a:cubicBezTo>
                    <a:pt x="290" y="139"/>
                    <a:pt x="290" y="139"/>
                    <a:pt x="290" y="139"/>
                  </a:cubicBezTo>
                  <a:cubicBezTo>
                    <a:pt x="294" y="139"/>
                    <a:pt x="298" y="139"/>
                    <a:pt x="302" y="139"/>
                  </a:cubicBezTo>
                  <a:cubicBezTo>
                    <a:pt x="321" y="138"/>
                    <a:pt x="340" y="135"/>
                    <a:pt x="359" y="131"/>
                  </a:cubicBezTo>
                  <a:cubicBezTo>
                    <a:pt x="377" y="127"/>
                    <a:pt x="395" y="121"/>
                    <a:pt x="412" y="114"/>
                  </a:cubicBezTo>
                  <a:cubicBezTo>
                    <a:pt x="450" y="96"/>
                    <a:pt x="485" y="71"/>
                    <a:pt x="513" y="40"/>
                  </a:cubicBezTo>
                  <a:cubicBezTo>
                    <a:pt x="513" y="40"/>
                    <a:pt x="513" y="40"/>
                    <a:pt x="513" y="40"/>
                  </a:cubicBezTo>
                  <a:cubicBezTo>
                    <a:pt x="540" y="13"/>
                    <a:pt x="575" y="0"/>
                    <a:pt x="610" y="0"/>
                  </a:cubicBezTo>
                  <a:cubicBezTo>
                    <a:pt x="644" y="0"/>
                    <a:pt x="679" y="13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9" y="44"/>
                    <a:pt x="713" y="47"/>
                    <a:pt x="716" y="51"/>
                  </a:cubicBezTo>
                  <a:cubicBezTo>
                    <a:pt x="716" y="50"/>
                    <a:pt x="716" y="50"/>
                    <a:pt x="716" y="50"/>
                  </a:cubicBezTo>
                  <a:cubicBezTo>
                    <a:pt x="717" y="51"/>
                    <a:pt x="718" y="52"/>
                    <a:pt x="719" y="53"/>
                  </a:cubicBezTo>
                  <a:cubicBezTo>
                    <a:pt x="719" y="54"/>
                    <a:pt x="719" y="54"/>
                    <a:pt x="720" y="54"/>
                  </a:cubicBezTo>
                  <a:cubicBezTo>
                    <a:pt x="720" y="54"/>
                    <a:pt x="720" y="54"/>
                    <a:pt x="720" y="54"/>
                  </a:cubicBezTo>
                  <a:cubicBezTo>
                    <a:pt x="720" y="54"/>
                    <a:pt x="720" y="55"/>
                    <a:pt x="721" y="55"/>
                  </a:cubicBezTo>
                  <a:cubicBezTo>
                    <a:pt x="721" y="55"/>
                    <a:pt x="721" y="56"/>
                    <a:pt x="721" y="56"/>
                  </a:cubicBezTo>
                  <a:cubicBezTo>
                    <a:pt x="742" y="76"/>
                    <a:pt x="766" y="93"/>
                    <a:pt x="793" y="106"/>
                  </a:cubicBezTo>
                  <a:cubicBezTo>
                    <a:pt x="802" y="111"/>
                    <a:pt x="811" y="115"/>
                    <a:pt x="820" y="119"/>
                  </a:cubicBezTo>
                  <a:cubicBezTo>
                    <a:pt x="860" y="134"/>
                    <a:pt x="902" y="141"/>
                    <a:pt x="944" y="138"/>
                  </a:cubicBezTo>
                  <a:cubicBezTo>
                    <a:pt x="944" y="138"/>
                    <a:pt x="944" y="138"/>
                    <a:pt x="944" y="138"/>
                  </a:cubicBezTo>
                  <a:cubicBezTo>
                    <a:pt x="982" y="138"/>
                    <a:pt x="1016" y="154"/>
                    <a:pt x="1040" y="178"/>
                  </a:cubicBezTo>
                  <a:cubicBezTo>
                    <a:pt x="1065" y="203"/>
                    <a:pt x="1080" y="237"/>
                    <a:pt x="1080" y="275"/>
                  </a:cubicBezTo>
                  <a:cubicBezTo>
                    <a:pt x="1080" y="275"/>
                    <a:pt x="1080" y="275"/>
                    <a:pt x="1080" y="275"/>
                  </a:cubicBezTo>
                  <a:cubicBezTo>
                    <a:pt x="1080" y="288"/>
                    <a:pt x="1080" y="301"/>
                    <a:pt x="1081" y="315"/>
                  </a:cubicBezTo>
                  <a:cubicBezTo>
                    <a:pt x="1083" y="340"/>
                    <a:pt x="1088" y="365"/>
                    <a:pt x="1096" y="389"/>
                  </a:cubicBezTo>
                  <a:cubicBezTo>
                    <a:pt x="1097" y="389"/>
                    <a:pt x="1097" y="390"/>
                    <a:pt x="1097" y="390"/>
                  </a:cubicBezTo>
                  <a:cubicBezTo>
                    <a:pt x="1097" y="390"/>
                    <a:pt x="1097" y="391"/>
                    <a:pt x="1097" y="391"/>
                  </a:cubicBezTo>
                  <a:cubicBezTo>
                    <a:pt x="1097" y="391"/>
                    <a:pt x="1098" y="392"/>
                    <a:pt x="1098" y="392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100" y="399"/>
                    <a:pt x="1103" y="405"/>
                    <a:pt x="1105" y="411"/>
                  </a:cubicBezTo>
                  <a:cubicBezTo>
                    <a:pt x="1123" y="450"/>
                    <a:pt x="1148" y="485"/>
                    <a:pt x="1179" y="513"/>
                  </a:cubicBezTo>
                  <a:cubicBezTo>
                    <a:pt x="1179" y="513"/>
                    <a:pt x="1179" y="513"/>
                    <a:pt x="1179" y="513"/>
                  </a:cubicBezTo>
                  <a:cubicBezTo>
                    <a:pt x="1206" y="539"/>
                    <a:pt x="1219" y="574"/>
                    <a:pt x="1219" y="609"/>
                  </a:cubicBezTo>
                  <a:cubicBezTo>
                    <a:pt x="1219" y="644"/>
                    <a:pt x="1206" y="679"/>
                    <a:pt x="1179" y="706"/>
                  </a:cubicBezTo>
                  <a:cubicBezTo>
                    <a:pt x="1179" y="706"/>
                    <a:pt x="1179" y="706"/>
                    <a:pt x="1179" y="706"/>
                  </a:cubicBezTo>
                  <a:cubicBezTo>
                    <a:pt x="1175" y="709"/>
                    <a:pt x="1172" y="712"/>
                    <a:pt x="1168" y="716"/>
                  </a:cubicBezTo>
                  <a:cubicBezTo>
                    <a:pt x="1168" y="716"/>
                    <a:pt x="1168" y="716"/>
                    <a:pt x="1168" y="716"/>
                  </a:cubicBezTo>
                  <a:cubicBezTo>
                    <a:pt x="1168" y="717"/>
                    <a:pt x="1167" y="717"/>
                    <a:pt x="1166" y="718"/>
                  </a:cubicBezTo>
                  <a:cubicBezTo>
                    <a:pt x="1146" y="738"/>
                    <a:pt x="1129" y="761"/>
                    <a:pt x="1116" y="786"/>
                  </a:cubicBezTo>
                  <a:cubicBezTo>
                    <a:pt x="1110" y="797"/>
                    <a:pt x="1105" y="808"/>
                    <a:pt x="1100" y="820"/>
                  </a:cubicBezTo>
                  <a:cubicBezTo>
                    <a:pt x="1085" y="859"/>
                    <a:pt x="1078" y="902"/>
                    <a:pt x="1081" y="944"/>
                  </a:cubicBezTo>
                  <a:cubicBezTo>
                    <a:pt x="1081" y="944"/>
                    <a:pt x="1081" y="944"/>
                    <a:pt x="1081" y="944"/>
                  </a:cubicBezTo>
                  <a:cubicBezTo>
                    <a:pt x="1081" y="981"/>
                    <a:pt x="1065" y="1015"/>
                    <a:pt x="1041" y="1040"/>
                  </a:cubicBezTo>
                  <a:cubicBezTo>
                    <a:pt x="1016" y="1065"/>
                    <a:pt x="982" y="1080"/>
                    <a:pt x="944" y="1080"/>
                  </a:cubicBezTo>
                  <a:cubicBezTo>
                    <a:pt x="944" y="1080"/>
                    <a:pt x="944" y="1080"/>
                    <a:pt x="944" y="1080"/>
                  </a:cubicBezTo>
                  <a:cubicBezTo>
                    <a:pt x="939" y="1080"/>
                    <a:pt x="934" y="1080"/>
                    <a:pt x="930" y="1080"/>
                  </a:cubicBezTo>
                  <a:cubicBezTo>
                    <a:pt x="930" y="1080"/>
                    <a:pt x="930" y="1080"/>
                    <a:pt x="930" y="1080"/>
                  </a:cubicBezTo>
                  <a:cubicBezTo>
                    <a:pt x="928" y="1080"/>
                    <a:pt x="925" y="1080"/>
                    <a:pt x="923" y="1080"/>
                  </a:cubicBezTo>
                  <a:cubicBezTo>
                    <a:pt x="923" y="1080"/>
                    <a:pt x="923" y="1080"/>
                    <a:pt x="922" y="1080"/>
                  </a:cubicBezTo>
                  <a:cubicBezTo>
                    <a:pt x="922" y="1080"/>
                    <a:pt x="922" y="1080"/>
                    <a:pt x="922" y="1080"/>
                  </a:cubicBezTo>
                  <a:cubicBezTo>
                    <a:pt x="922" y="1080"/>
                    <a:pt x="921" y="1080"/>
                    <a:pt x="921" y="1080"/>
                  </a:cubicBezTo>
                  <a:cubicBezTo>
                    <a:pt x="921" y="1080"/>
                    <a:pt x="921" y="1080"/>
                    <a:pt x="921" y="1080"/>
                  </a:cubicBezTo>
                  <a:cubicBezTo>
                    <a:pt x="920" y="1080"/>
                    <a:pt x="920" y="1080"/>
                    <a:pt x="919" y="1080"/>
                  </a:cubicBezTo>
                  <a:cubicBezTo>
                    <a:pt x="919" y="1080"/>
                    <a:pt x="919" y="1080"/>
                    <a:pt x="919" y="1080"/>
                  </a:cubicBezTo>
                  <a:cubicBezTo>
                    <a:pt x="889" y="1081"/>
                    <a:pt x="859" y="1086"/>
                    <a:pt x="830" y="1096"/>
                  </a:cubicBezTo>
                  <a:cubicBezTo>
                    <a:pt x="830" y="1096"/>
                    <a:pt x="830" y="1096"/>
                    <a:pt x="830" y="1096"/>
                  </a:cubicBezTo>
                  <a:cubicBezTo>
                    <a:pt x="829" y="1096"/>
                    <a:pt x="829" y="1097"/>
                    <a:pt x="829" y="1097"/>
                  </a:cubicBezTo>
                  <a:cubicBezTo>
                    <a:pt x="829" y="1097"/>
                    <a:pt x="829" y="1097"/>
                    <a:pt x="829" y="1097"/>
                  </a:cubicBezTo>
                  <a:cubicBezTo>
                    <a:pt x="822" y="1099"/>
                    <a:pt x="815" y="1102"/>
                    <a:pt x="808" y="1105"/>
                  </a:cubicBezTo>
                  <a:cubicBezTo>
                    <a:pt x="769" y="1122"/>
                    <a:pt x="734" y="1148"/>
                    <a:pt x="706" y="1179"/>
                  </a:cubicBezTo>
                  <a:cubicBezTo>
                    <a:pt x="706" y="1179"/>
                    <a:pt x="706" y="1179"/>
                    <a:pt x="706" y="1179"/>
                  </a:cubicBezTo>
                  <a:cubicBezTo>
                    <a:pt x="680" y="1205"/>
                    <a:pt x="645" y="1219"/>
                    <a:pt x="610" y="1219"/>
                  </a:cubicBezTo>
                  <a:cubicBezTo>
                    <a:pt x="577" y="1219"/>
                    <a:pt x="544" y="1207"/>
                    <a:pt x="518" y="1183"/>
                  </a:cubicBezTo>
                  <a:cubicBezTo>
                    <a:pt x="506" y="1172"/>
                    <a:pt x="495" y="1160"/>
                    <a:pt x="482" y="1149"/>
                  </a:cubicBezTo>
                  <a:close/>
                  <a:moveTo>
                    <a:pt x="926" y="151"/>
                  </a:moveTo>
                  <a:cubicBezTo>
                    <a:pt x="926" y="151"/>
                    <a:pt x="926" y="151"/>
                    <a:pt x="926" y="151"/>
                  </a:cubicBezTo>
                  <a:cubicBezTo>
                    <a:pt x="887" y="152"/>
                    <a:pt x="850" y="145"/>
                    <a:pt x="816" y="131"/>
                  </a:cubicBezTo>
                  <a:cubicBezTo>
                    <a:pt x="806" y="127"/>
                    <a:pt x="795" y="123"/>
                    <a:pt x="785" y="117"/>
                  </a:cubicBezTo>
                  <a:cubicBezTo>
                    <a:pt x="761" y="105"/>
                    <a:pt x="739" y="90"/>
                    <a:pt x="719" y="71"/>
                  </a:cubicBezTo>
                  <a:cubicBezTo>
                    <a:pt x="719" y="71"/>
                    <a:pt x="719" y="70"/>
                    <a:pt x="718" y="70"/>
                  </a:cubicBezTo>
                  <a:cubicBezTo>
                    <a:pt x="718" y="70"/>
                    <a:pt x="718" y="70"/>
                    <a:pt x="718" y="70"/>
                  </a:cubicBezTo>
                  <a:cubicBezTo>
                    <a:pt x="712" y="64"/>
                    <a:pt x="705" y="58"/>
                    <a:pt x="699" y="51"/>
                  </a:cubicBezTo>
                  <a:cubicBezTo>
                    <a:pt x="675" y="26"/>
                    <a:pt x="642" y="14"/>
                    <a:pt x="610" y="14"/>
                  </a:cubicBezTo>
                  <a:cubicBezTo>
                    <a:pt x="577" y="14"/>
                    <a:pt x="544" y="26"/>
                    <a:pt x="520" y="51"/>
                  </a:cubicBezTo>
                  <a:cubicBezTo>
                    <a:pt x="520" y="51"/>
                    <a:pt x="520" y="51"/>
                    <a:pt x="520" y="51"/>
                  </a:cubicBezTo>
                  <a:cubicBezTo>
                    <a:pt x="517" y="55"/>
                    <a:pt x="513" y="58"/>
                    <a:pt x="510" y="62"/>
                  </a:cubicBezTo>
                  <a:cubicBezTo>
                    <a:pt x="510" y="62"/>
                    <a:pt x="510" y="62"/>
                    <a:pt x="510" y="62"/>
                  </a:cubicBezTo>
                  <a:cubicBezTo>
                    <a:pt x="479" y="92"/>
                    <a:pt x="444" y="115"/>
                    <a:pt x="406" y="130"/>
                  </a:cubicBezTo>
                  <a:cubicBezTo>
                    <a:pt x="406" y="130"/>
                    <a:pt x="406" y="130"/>
                    <a:pt x="406" y="130"/>
                  </a:cubicBezTo>
                  <a:cubicBezTo>
                    <a:pt x="406" y="130"/>
                    <a:pt x="406" y="130"/>
                    <a:pt x="405" y="130"/>
                  </a:cubicBezTo>
                  <a:cubicBezTo>
                    <a:pt x="391" y="136"/>
                    <a:pt x="375" y="141"/>
                    <a:pt x="360" y="145"/>
                  </a:cubicBezTo>
                  <a:cubicBezTo>
                    <a:pt x="341" y="149"/>
                    <a:pt x="321" y="151"/>
                    <a:pt x="302" y="151"/>
                  </a:cubicBezTo>
                  <a:cubicBezTo>
                    <a:pt x="289" y="152"/>
                    <a:pt x="276" y="150"/>
                    <a:pt x="263" y="152"/>
                  </a:cubicBezTo>
                  <a:cubicBezTo>
                    <a:pt x="234" y="155"/>
                    <a:pt x="208" y="169"/>
                    <a:pt x="189" y="188"/>
                  </a:cubicBezTo>
                  <a:cubicBezTo>
                    <a:pt x="166" y="211"/>
                    <a:pt x="151" y="243"/>
                    <a:pt x="151" y="278"/>
                  </a:cubicBezTo>
                  <a:cubicBezTo>
                    <a:pt x="152" y="283"/>
                    <a:pt x="152" y="288"/>
                    <a:pt x="152" y="293"/>
                  </a:cubicBezTo>
                  <a:cubicBezTo>
                    <a:pt x="152" y="293"/>
                    <a:pt x="152" y="293"/>
                    <a:pt x="152" y="293"/>
                  </a:cubicBezTo>
                  <a:cubicBezTo>
                    <a:pt x="152" y="337"/>
                    <a:pt x="143" y="379"/>
                    <a:pt x="126" y="417"/>
                  </a:cubicBezTo>
                  <a:cubicBezTo>
                    <a:pt x="125" y="419"/>
                    <a:pt x="124" y="421"/>
                    <a:pt x="123" y="423"/>
                  </a:cubicBezTo>
                  <a:cubicBezTo>
                    <a:pt x="123" y="423"/>
                    <a:pt x="123" y="423"/>
                    <a:pt x="123" y="423"/>
                  </a:cubicBezTo>
                  <a:cubicBezTo>
                    <a:pt x="123" y="424"/>
                    <a:pt x="123" y="424"/>
                    <a:pt x="123" y="424"/>
                  </a:cubicBezTo>
                  <a:cubicBezTo>
                    <a:pt x="109" y="452"/>
                    <a:pt x="92" y="478"/>
                    <a:pt x="70" y="502"/>
                  </a:cubicBezTo>
                  <a:cubicBezTo>
                    <a:pt x="70" y="502"/>
                    <a:pt x="69" y="502"/>
                    <a:pt x="69" y="502"/>
                  </a:cubicBezTo>
                  <a:cubicBezTo>
                    <a:pt x="69" y="502"/>
                    <a:pt x="69" y="502"/>
                    <a:pt x="69" y="502"/>
                  </a:cubicBezTo>
                  <a:cubicBezTo>
                    <a:pt x="69" y="503"/>
                    <a:pt x="68" y="503"/>
                    <a:pt x="68" y="503"/>
                  </a:cubicBezTo>
                  <a:cubicBezTo>
                    <a:pt x="68" y="504"/>
                    <a:pt x="68" y="504"/>
                    <a:pt x="68" y="504"/>
                  </a:cubicBezTo>
                  <a:cubicBezTo>
                    <a:pt x="68" y="504"/>
                    <a:pt x="67" y="504"/>
                    <a:pt x="67" y="504"/>
                  </a:cubicBezTo>
                  <a:cubicBezTo>
                    <a:pt x="62" y="510"/>
                    <a:pt x="57" y="515"/>
                    <a:pt x="51" y="520"/>
                  </a:cubicBezTo>
                  <a:cubicBezTo>
                    <a:pt x="27" y="544"/>
                    <a:pt x="14" y="577"/>
                    <a:pt x="14" y="609"/>
                  </a:cubicBezTo>
                  <a:cubicBezTo>
                    <a:pt x="14" y="642"/>
                    <a:pt x="27" y="675"/>
                    <a:pt x="52" y="699"/>
                  </a:cubicBezTo>
                  <a:cubicBezTo>
                    <a:pt x="51" y="699"/>
                    <a:pt x="51" y="699"/>
                    <a:pt x="51" y="699"/>
                  </a:cubicBezTo>
                  <a:cubicBezTo>
                    <a:pt x="55" y="702"/>
                    <a:pt x="59" y="706"/>
                    <a:pt x="62" y="709"/>
                  </a:cubicBezTo>
                  <a:cubicBezTo>
                    <a:pt x="62" y="709"/>
                    <a:pt x="62" y="709"/>
                    <a:pt x="62" y="709"/>
                  </a:cubicBezTo>
                  <a:cubicBezTo>
                    <a:pt x="93" y="740"/>
                    <a:pt x="116" y="775"/>
                    <a:pt x="131" y="813"/>
                  </a:cubicBezTo>
                  <a:cubicBezTo>
                    <a:pt x="131" y="813"/>
                    <a:pt x="131" y="813"/>
                    <a:pt x="131" y="813"/>
                  </a:cubicBezTo>
                  <a:cubicBezTo>
                    <a:pt x="131" y="813"/>
                    <a:pt x="131" y="814"/>
                    <a:pt x="131" y="814"/>
                  </a:cubicBezTo>
                  <a:cubicBezTo>
                    <a:pt x="143" y="845"/>
                    <a:pt x="150" y="879"/>
                    <a:pt x="152" y="914"/>
                  </a:cubicBezTo>
                  <a:cubicBezTo>
                    <a:pt x="152" y="915"/>
                    <a:pt x="152" y="915"/>
                    <a:pt x="152" y="915"/>
                  </a:cubicBezTo>
                  <a:cubicBezTo>
                    <a:pt x="152" y="916"/>
                    <a:pt x="152" y="916"/>
                    <a:pt x="152" y="916"/>
                  </a:cubicBezTo>
                  <a:cubicBezTo>
                    <a:pt x="152" y="916"/>
                    <a:pt x="152" y="916"/>
                    <a:pt x="152" y="917"/>
                  </a:cubicBezTo>
                  <a:cubicBezTo>
                    <a:pt x="152" y="925"/>
                    <a:pt x="152" y="933"/>
                    <a:pt x="151" y="941"/>
                  </a:cubicBezTo>
                  <a:cubicBezTo>
                    <a:pt x="151" y="976"/>
                    <a:pt x="166" y="1007"/>
                    <a:pt x="189" y="1030"/>
                  </a:cubicBezTo>
                  <a:cubicBezTo>
                    <a:pt x="212" y="1053"/>
                    <a:pt x="243" y="1068"/>
                    <a:pt x="278" y="1068"/>
                  </a:cubicBezTo>
                  <a:cubicBezTo>
                    <a:pt x="283" y="1067"/>
                    <a:pt x="288" y="1067"/>
                    <a:pt x="293" y="1067"/>
                  </a:cubicBezTo>
                  <a:cubicBezTo>
                    <a:pt x="293" y="1067"/>
                    <a:pt x="293" y="1067"/>
                    <a:pt x="293" y="1067"/>
                  </a:cubicBezTo>
                  <a:cubicBezTo>
                    <a:pt x="337" y="1067"/>
                    <a:pt x="379" y="1076"/>
                    <a:pt x="417" y="1093"/>
                  </a:cubicBezTo>
                  <a:cubicBezTo>
                    <a:pt x="419" y="1094"/>
                    <a:pt x="421" y="1095"/>
                    <a:pt x="423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47" y="1107"/>
                    <a:pt x="468" y="1120"/>
                    <a:pt x="488" y="1137"/>
                  </a:cubicBezTo>
                  <a:cubicBezTo>
                    <a:pt x="499" y="1146"/>
                    <a:pt x="510" y="1157"/>
                    <a:pt x="520" y="1168"/>
                  </a:cubicBezTo>
                  <a:cubicBezTo>
                    <a:pt x="545" y="1192"/>
                    <a:pt x="577" y="1205"/>
                    <a:pt x="610" y="1205"/>
                  </a:cubicBezTo>
                  <a:cubicBezTo>
                    <a:pt x="642" y="1205"/>
                    <a:pt x="675" y="1192"/>
                    <a:pt x="700" y="1167"/>
                  </a:cubicBezTo>
                  <a:cubicBezTo>
                    <a:pt x="700" y="1168"/>
                    <a:pt x="700" y="1168"/>
                    <a:pt x="700" y="1168"/>
                  </a:cubicBezTo>
                  <a:cubicBezTo>
                    <a:pt x="703" y="1164"/>
                    <a:pt x="706" y="1160"/>
                    <a:pt x="710" y="1157"/>
                  </a:cubicBezTo>
                  <a:cubicBezTo>
                    <a:pt x="710" y="1157"/>
                    <a:pt x="710" y="1157"/>
                    <a:pt x="710" y="1157"/>
                  </a:cubicBezTo>
                  <a:cubicBezTo>
                    <a:pt x="741" y="1126"/>
                    <a:pt x="777" y="1102"/>
                    <a:pt x="815" y="1088"/>
                  </a:cubicBezTo>
                  <a:cubicBezTo>
                    <a:pt x="816" y="1087"/>
                    <a:pt x="816" y="1087"/>
                    <a:pt x="816" y="1087"/>
                  </a:cubicBezTo>
                  <a:cubicBezTo>
                    <a:pt x="816" y="1087"/>
                    <a:pt x="817" y="1087"/>
                    <a:pt x="817" y="1087"/>
                  </a:cubicBezTo>
                  <a:cubicBezTo>
                    <a:pt x="817" y="1087"/>
                    <a:pt x="817" y="1087"/>
                    <a:pt x="817" y="1087"/>
                  </a:cubicBezTo>
                  <a:cubicBezTo>
                    <a:pt x="848" y="1075"/>
                    <a:pt x="881" y="1068"/>
                    <a:pt x="915" y="1067"/>
                  </a:cubicBezTo>
                  <a:cubicBezTo>
                    <a:pt x="915" y="1067"/>
                    <a:pt x="916" y="1067"/>
                    <a:pt x="916" y="1067"/>
                  </a:cubicBezTo>
                  <a:cubicBezTo>
                    <a:pt x="916" y="1067"/>
                    <a:pt x="917" y="1067"/>
                    <a:pt x="917" y="1067"/>
                  </a:cubicBezTo>
                  <a:cubicBezTo>
                    <a:pt x="917" y="1067"/>
                    <a:pt x="918" y="1067"/>
                    <a:pt x="918" y="1067"/>
                  </a:cubicBezTo>
                  <a:cubicBezTo>
                    <a:pt x="918" y="1067"/>
                    <a:pt x="919" y="1067"/>
                    <a:pt x="919" y="1067"/>
                  </a:cubicBezTo>
                  <a:cubicBezTo>
                    <a:pt x="926" y="1067"/>
                    <a:pt x="934" y="1067"/>
                    <a:pt x="941" y="1068"/>
                  </a:cubicBezTo>
                  <a:cubicBezTo>
                    <a:pt x="976" y="1068"/>
                    <a:pt x="1008" y="1053"/>
                    <a:pt x="1031" y="1030"/>
                  </a:cubicBezTo>
                  <a:cubicBezTo>
                    <a:pt x="1054" y="1007"/>
                    <a:pt x="1068" y="975"/>
                    <a:pt x="1068" y="941"/>
                  </a:cubicBezTo>
                  <a:cubicBezTo>
                    <a:pt x="1068" y="936"/>
                    <a:pt x="1068" y="931"/>
                    <a:pt x="1068" y="926"/>
                  </a:cubicBezTo>
                  <a:cubicBezTo>
                    <a:pt x="1067" y="926"/>
                    <a:pt x="1067" y="926"/>
                    <a:pt x="1067" y="926"/>
                  </a:cubicBezTo>
                  <a:cubicBezTo>
                    <a:pt x="1067" y="882"/>
                    <a:pt x="1077" y="840"/>
                    <a:pt x="1093" y="802"/>
                  </a:cubicBezTo>
                  <a:cubicBezTo>
                    <a:pt x="1097" y="793"/>
                    <a:pt x="1102" y="784"/>
                    <a:pt x="1107" y="775"/>
                  </a:cubicBezTo>
                  <a:cubicBezTo>
                    <a:pt x="1119" y="754"/>
                    <a:pt x="1133" y="735"/>
                    <a:pt x="1149" y="718"/>
                  </a:cubicBezTo>
                  <a:cubicBezTo>
                    <a:pt x="1149" y="717"/>
                    <a:pt x="1149" y="717"/>
                    <a:pt x="1150" y="717"/>
                  </a:cubicBezTo>
                  <a:cubicBezTo>
                    <a:pt x="1150" y="717"/>
                    <a:pt x="1150" y="717"/>
                    <a:pt x="1150" y="717"/>
                  </a:cubicBezTo>
                  <a:cubicBezTo>
                    <a:pt x="1150" y="717"/>
                    <a:pt x="1150" y="717"/>
                    <a:pt x="1150" y="716"/>
                  </a:cubicBezTo>
                  <a:cubicBezTo>
                    <a:pt x="1156" y="710"/>
                    <a:pt x="1162" y="705"/>
                    <a:pt x="1168" y="699"/>
                  </a:cubicBezTo>
                  <a:cubicBezTo>
                    <a:pt x="1193" y="674"/>
                    <a:pt x="1205" y="642"/>
                    <a:pt x="1205" y="609"/>
                  </a:cubicBezTo>
                  <a:cubicBezTo>
                    <a:pt x="1205" y="577"/>
                    <a:pt x="1193" y="544"/>
                    <a:pt x="1168" y="519"/>
                  </a:cubicBezTo>
                  <a:cubicBezTo>
                    <a:pt x="1168" y="519"/>
                    <a:pt x="1168" y="519"/>
                    <a:pt x="1168" y="519"/>
                  </a:cubicBezTo>
                  <a:cubicBezTo>
                    <a:pt x="1164" y="516"/>
                    <a:pt x="1161" y="513"/>
                    <a:pt x="1157" y="509"/>
                  </a:cubicBezTo>
                  <a:cubicBezTo>
                    <a:pt x="1157" y="509"/>
                    <a:pt x="1157" y="509"/>
                    <a:pt x="1157" y="509"/>
                  </a:cubicBezTo>
                  <a:cubicBezTo>
                    <a:pt x="1127" y="479"/>
                    <a:pt x="1104" y="444"/>
                    <a:pt x="1089" y="406"/>
                  </a:cubicBezTo>
                  <a:cubicBezTo>
                    <a:pt x="1089" y="406"/>
                    <a:pt x="1089" y="405"/>
                    <a:pt x="1089" y="405"/>
                  </a:cubicBezTo>
                  <a:cubicBezTo>
                    <a:pt x="1089" y="405"/>
                    <a:pt x="1089" y="405"/>
                    <a:pt x="1089" y="405"/>
                  </a:cubicBezTo>
                  <a:cubicBezTo>
                    <a:pt x="1078" y="378"/>
                    <a:pt x="1071" y="349"/>
                    <a:pt x="1068" y="319"/>
                  </a:cubicBezTo>
                  <a:cubicBezTo>
                    <a:pt x="1067" y="305"/>
                    <a:pt x="1067" y="292"/>
                    <a:pt x="1068" y="278"/>
                  </a:cubicBezTo>
                  <a:cubicBezTo>
                    <a:pt x="1068" y="243"/>
                    <a:pt x="1054" y="211"/>
                    <a:pt x="1031" y="188"/>
                  </a:cubicBezTo>
                  <a:cubicBezTo>
                    <a:pt x="1008" y="165"/>
                    <a:pt x="976" y="151"/>
                    <a:pt x="941" y="151"/>
                  </a:cubicBezTo>
                  <a:cubicBezTo>
                    <a:pt x="936" y="151"/>
                    <a:pt x="931" y="151"/>
                    <a:pt x="926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5559425" y="2573338"/>
              <a:ext cx="209550" cy="209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5326063" y="2333625"/>
              <a:ext cx="263525" cy="288925"/>
            </a:xfrm>
            <a:custGeom>
              <a:avLst/>
              <a:gdLst>
                <a:gd name="T0" fmla="*/ 44 w 97"/>
                <a:gd name="T1" fmla="*/ 91 h 106"/>
                <a:gd name="T2" fmla="*/ 49 w 97"/>
                <a:gd name="T3" fmla="*/ 74 h 106"/>
                <a:gd name="T4" fmla="*/ 43 w 97"/>
                <a:gd name="T5" fmla="*/ 85 h 106"/>
                <a:gd name="T6" fmla="*/ 48 w 97"/>
                <a:gd name="T7" fmla="*/ 78 h 106"/>
                <a:gd name="T8" fmla="*/ 77 w 97"/>
                <a:gd name="T9" fmla="*/ 55 h 106"/>
                <a:gd name="T10" fmla="*/ 31 w 97"/>
                <a:gd name="T11" fmla="*/ 80 h 106"/>
                <a:gd name="T12" fmla="*/ 35 w 97"/>
                <a:gd name="T13" fmla="*/ 65 h 106"/>
                <a:gd name="T14" fmla="*/ 35 w 97"/>
                <a:gd name="T15" fmla="*/ 65 h 106"/>
                <a:gd name="T16" fmla="*/ 28 w 97"/>
                <a:gd name="T17" fmla="*/ 44 h 106"/>
                <a:gd name="T18" fmla="*/ 28 w 97"/>
                <a:gd name="T19" fmla="*/ 45 h 106"/>
                <a:gd name="T20" fmla="*/ 28 w 97"/>
                <a:gd name="T21" fmla="*/ 50 h 106"/>
                <a:gd name="T22" fmla="*/ 31 w 97"/>
                <a:gd name="T23" fmla="*/ 38 h 106"/>
                <a:gd name="T24" fmla="*/ 36 w 97"/>
                <a:gd name="T25" fmla="*/ 3 h 106"/>
                <a:gd name="T26" fmla="*/ 26 w 97"/>
                <a:gd name="T27" fmla="*/ 20 h 106"/>
                <a:gd name="T28" fmla="*/ 20 w 97"/>
                <a:gd name="T29" fmla="*/ 30 h 106"/>
                <a:gd name="T30" fmla="*/ 19 w 97"/>
                <a:gd name="T31" fmla="*/ 49 h 106"/>
                <a:gd name="T32" fmla="*/ 27 w 97"/>
                <a:gd name="T33" fmla="*/ 38 h 106"/>
                <a:gd name="T34" fmla="*/ 34 w 97"/>
                <a:gd name="T35" fmla="*/ 29 h 106"/>
                <a:gd name="T36" fmla="*/ 38 w 97"/>
                <a:gd name="T37" fmla="*/ 45 h 106"/>
                <a:gd name="T38" fmla="*/ 30 w 97"/>
                <a:gd name="T39" fmla="*/ 62 h 106"/>
                <a:gd name="T40" fmla="*/ 43 w 97"/>
                <a:gd name="T41" fmla="*/ 59 h 106"/>
                <a:gd name="T42" fmla="*/ 39 w 97"/>
                <a:gd name="T43" fmla="*/ 73 h 106"/>
                <a:gd name="T44" fmla="*/ 35 w 97"/>
                <a:gd name="T45" fmla="*/ 85 h 106"/>
                <a:gd name="T46" fmla="*/ 39 w 97"/>
                <a:gd name="T47" fmla="*/ 83 h 106"/>
                <a:gd name="T48" fmla="*/ 45 w 97"/>
                <a:gd name="T49" fmla="*/ 73 h 106"/>
                <a:gd name="T50" fmla="*/ 59 w 97"/>
                <a:gd name="T51" fmla="*/ 72 h 106"/>
                <a:gd name="T52" fmla="*/ 56 w 97"/>
                <a:gd name="T53" fmla="*/ 85 h 106"/>
                <a:gd name="T54" fmla="*/ 55 w 97"/>
                <a:gd name="T55" fmla="*/ 97 h 106"/>
                <a:gd name="T56" fmla="*/ 66 w 97"/>
                <a:gd name="T57" fmla="*/ 97 h 106"/>
                <a:gd name="T58" fmla="*/ 76 w 97"/>
                <a:gd name="T59" fmla="*/ 90 h 106"/>
                <a:gd name="T60" fmla="*/ 86 w 97"/>
                <a:gd name="T61" fmla="*/ 79 h 106"/>
                <a:gd name="T62" fmla="*/ 81 w 97"/>
                <a:gd name="T63" fmla="*/ 65 h 106"/>
                <a:gd name="T64" fmla="*/ 73 w 97"/>
                <a:gd name="T65" fmla="*/ 53 h 106"/>
                <a:gd name="T66" fmla="*/ 79 w 97"/>
                <a:gd name="T67" fmla="*/ 58 h 106"/>
                <a:gd name="T68" fmla="*/ 84 w 97"/>
                <a:gd name="T69" fmla="*/ 64 h 106"/>
                <a:gd name="T70" fmla="*/ 91 w 97"/>
                <a:gd name="T71" fmla="*/ 71 h 106"/>
                <a:gd name="T72" fmla="*/ 96 w 97"/>
                <a:gd name="T73" fmla="*/ 80 h 106"/>
                <a:gd name="T74" fmla="*/ 84 w 97"/>
                <a:gd name="T75" fmla="*/ 91 h 106"/>
                <a:gd name="T76" fmla="*/ 73 w 97"/>
                <a:gd name="T77" fmla="*/ 98 h 106"/>
                <a:gd name="T78" fmla="*/ 57 w 97"/>
                <a:gd name="T79" fmla="*/ 106 h 106"/>
                <a:gd name="T80" fmla="*/ 46 w 97"/>
                <a:gd name="T81" fmla="*/ 97 h 106"/>
                <a:gd name="T82" fmla="*/ 39 w 97"/>
                <a:gd name="T83" fmla="*/ 97 h 106"/>
                <a:gd name="T84" fmla="*/ 30 w 97"/>
                <a:gd name="T85" fmla="*/ 97 h 106"/>
                <a:gd name="T86" fmla="*/ 31 w 97"/>
                <a:gd name="T87" fmla="*/ 84 h 106"/>
                <a:gd name="T88" fmla="*/ 26 w 97"/>
                <a:gd name="T89" fmla="*/ 73 h 106"/>
                <a:gd name="T90" fmla="*/ 19 w 97"/>
                <a:gd name="T91" fmla="*/ 76 h 106"/>
                <a:gd name="T92" fmla="*/ 7 w 97"/>
                <a:gd name="T93" fmla="*/ 87 h 106"/>
                <a:gd name="T94" fmla="*/ 6 w 97"/>
                <a:gd name="T95" fmla="*/ 77 h 106"/>
                <a:gd name="T96" fmla="*/ 17 w 97"/>
                <a:gd name="T97" fmla="*/ 57 h 106"/>
                <a:gd name="T98" fmla="*/ 10 w 97"/>
                <a:gd name="T99" fmla="*/ 46 h 106"/>
                <a:gd name="T100" fmla="*/ 9 w 97"/>
                <a:gd name="T101" fmla="*/ 33 h 106"/>
                <a:gd name="T102" fmla="*/ 0 w 97"/>
                <a:gd name="T103" fmla="*/ 33 h 106"/>
                <a:gd name="T104" fmla="*/ 14 w 97"/>
                <a:gd name="T105" fmla="*/ 1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06">
                  <a:moveTo>
                    <a:pt x="44" y="91"/>
                  </a:moveTo>
                  <a:cubicBezTo>
                    <a:pt x="44" y="93"/>
                    <a:pt x="44" y="93"/>
                    <a:pt x="45" y="94"/>
                  </a:cubicBezTo>
                  <a:cubicBezTo>
                    <a:pt x="45" y="94"/>
                    <a:pt x="46" y="94"/>
                    <a:pt x="46" y="94"/>
                  </a:cubicBezTo>
                  <a:cubicBezTo>
                    <a:pt x="46" y="93"/>
                    <a:pt x="46" y="93"/>
                    <a:pt x="47" y="93"/>
                  </a:cubicBezTo>
                  <a:cubicBezTo>
                    <a:pt x="47" y="92"/>
                    <a:pt x="46" y="91"/>
                    <a:pt x="45" y="91"/>
                  </a:cubicBezTo>
                  <a:cubicBezTo>
                    <a:pt x="45" y="91"/>
                    <a:pt x="44" y="91"/>
                    <a:pt x="44" y="91"/>
                  </a:cubicBezTo>
                  <a:close/>
                  <a:moveTo>
                    <a:pt x="79" y="56"/>
                  </a:moveTo>
                  <a:cubicBezTo>
                    <a:pt x="79" y="56"/>
                    <a:pt x="79" y="56"/>
                    <a:pt x="80" y="56"/>
                  </a:cubicBezTo>
                  <a:cubicBezTo>
                    <a:pt x="80" y="55"/>
                    <a:pt x="81" y="56"/>
                    <a:pt x="81" y="57"/>
                  </a:cubicBezTo>
                  <a:cubicBezTo>
                    <a:pt x="80" y="57"/>
                    <a:pt x="80" y="57"/>
                    <a:pt x="79" y="57"/>
                  </a:cubicBezTo>
                  <a:cubicBezTo>
                    <a:pt x="79" y="57"/>
                    <a:pt x="79" y="56"/>
                    <a:pt x="79" y="56"/>
                  </a:cubicBezTo>
                  <a:close/>
                  <a:moveTo>
                    <a:pt x="49" y="74"/>
                  </a:moveTo>
                  <a:cubicBezTo>
                    <a:pt x="48" y="74"/>
                    <a:pt x="48" y="75"/>
                    <a:pt x="47" y="76"/>
                  </a:cubicBezTo>
                  <a:cubicBezTo>
                    <a:pt x="47" y="77"/>
                    <a:pt x="47" y="78"/>
                    <a:pt x="47" y="78"/>
                  </a:cubicBezTo>
                  <a:cubicBezTo>
                    <a:pt x="47" y="79"/>
                    <a:pt x="46" y="80"/>
                    <a:pt x="46" y="81"/>
                  </a:cubicBezTo>
                  <a:cubicBezTo>
                    <a:pt x="46" y="82"/>
                    <a:pt x="45" y="82"/>
                    <a:pt x="45" y="83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5"/>
                    <a:pt x="43" y="85"/>
                    <a:pt x="43" y="85"/>
                  </a:cubicBezTo>
                  <a:cubicBezTo>
                    <a:pt x="43" y="86"/>
                    <a:pt x="43" y="86"/>
                    <a:pt x="42" y="86"/>
                  </a:cubicBezTo>
                  <a:cubicBezTo>
                    <a:pt x="42" y="87"/>
                    <a:pt x="41" y="87"/>
                    <a:pt x="42" y="88"/>
                  </a:cubicBezTo>
                  <a:cubicBezTo>
                    <a:pt x="43" y="88"/>
                    <a:pt x="44" y="87"/>
                    <a:pt x="44" y="87"/>
                  </a:cubicBezTo>
                  <a:cubicBezTo>
                    <a:pt x="45" y="87"/>
                    <a:pt x="47" y="87"/>
                    <a:pt x="47" y="86"/>
                  </a:cubicBezTo>
                  <a:cubicBezTo>
                    <a:pt x="48" y="86"/>
                    <a:pt x="49" y="81"/>
                    <a:pt x="49" y="80"/>
                  </a:cubicBezTo>
                  <a:cubicBezTo>
                    <a:pt x="49" y="80"/>
                    <a:pt x="48" y="79"/>
                    <a:pt x="48" y="78"/>
                  </a:cubicBezTo>
                  <a:cubicBezTo>
                    <a:pt x="48" y="77"/>
                    <a:pt x="49" y="77"/>
                    <a:pt x="49" y="76"/>
                  </a:cubicBezTo>
                  <a:cubicBezTo>
                    <a:pt x="49" y="76"/>
                    <a:pt x="49" y="75"/>
                    <a:pt x="50" y="75"/>
                  </a:cubicBezTo>
                  <a:cubicBezTo>
                    <a:pt x="50" y="75"/>
                    <a:pt x="50" y="73"/>
                    <a:pt x="49" y="73"/>
                  </a:cubicBezTo>
                  <a:cubicBezTo>
                    <a:pt x="49" y="73"/>
                    <a:pt x="49" y="73"/>
                    <a:pt x="49" y="74"/>
                  </a:cubicBezTo>
                  <a:close/>
                  <a:moveTo>
                    <a:pt x="76" y="54"/>
                  </a:moveTo>
                  <a:cubicBezTo>
                    <a:pt x="77" y="54"/>
                    <a:pt x="77" y="54"/>
                    <a:pt x="77" y="55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6" y="55"/>
                    <a:pt x="76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lose/>
                  <a:moveTo>
                    <a:pt x="28" y="77"/>
                  </a:moveTo>
                  <a:cubicBezTo>
                    <a:pt x="28" y="78"/>
                    <a:pt x="27" y="80"/>
                    <a:pt x="27" y="81"/>
                  </a:cubicBezTo>
                  <a:cubicBezTo>
                    <a:pt x="27" y="82"/>
                    <a:pt x="30" y="81"/>
                    <a:pt x="31" y="80"/>
                  </a:cubicBezTo>
                  <a:cubicBezTo>
                    <a:pt x="31" y="80"/>
                    <a:pt x="32" y="79"/>
                    <a:pt x="32" y="79"/>
                  </a:cubicBezTo>
                  <a:cubicBezTo>
                    <a:pt x="32" y="79"/>
                    <a:pt x="32" y="78"/>
                    <a:pt x="32" y="78"/>
                  </a:cubicBezTo>
                  <a:cubicBezTo>
                    <a:pt x="32" y="78"/>
                    <a:pt x="31" y="78"/>
                    <a:pt x="31" y="78"/>
                  </a:cubicBezTo>
                  <a:cubicBezTo>
                    <a:pt x="30" y="78"/>
                    <a:pt x="29" y="77"/>
                    <a:pt x="29" y="77"/>
                  </a:cubicBezTo>
                  <a:cubicBezTo>
                    <a:pt x="28" y="77"/>
                    <a:pt x="28" y="77"/>
                    <a:pt x="28" y="77"/>
                  </a:cubicBezTo>
                  <a:close/>
                  <a:moveTo>
                    <a:pt x="35" y="65"/>
                  </a:moveTo>
                  <a:cubicBezTo>
                    <a:pt x="34" y="66"/>
                    <a:pt x="33" y="69"/>
                    <a:pt x="34" y="70"/>
                  </a:cubicBezTo>
                  <a:cubicBezTo>
                    <a:pt x="34" y="71"/>
                    <a:pt x="35" y="71"/>
                    <a:pt x="35" y="71"/>
                  </a:cubicBezTo>
                  <a:cubicBezTo>
                    <a:pt x="35" y="71"/>
                    <a:pt x="36" y="70"/>
                    <a:pt x="36" y="70"/>
                  </a:cubicBezTo>
                  <a:cubicBezTo>
                    <a:pt x="36" y="69"/>
                    <a:pt x="36" y="68"/>
                    <a:pt x="36" y="68"/>
                  </a:cubicBezTo>
                  <a:cubicBezTo>
                    <a:pt x="37" y="67"/>
                    <a:pt x="38" y="66"/>
                    <a:pt x="37" y="65"/>
                  </a:cubicBezTo>
                  <a:cubicBezTo>
                    <a:pt x="37" y="63"/>
                    <a:pt x="35" y="64"/>
                    <a:pt x="35" y="65"/>
                  </a:cubicBezTo>
                  <a:close/>
                  <a:moveTo>
                    <a:pt x="31" y="38"/>
                  </a:moveTo>
                  <a:cubicBezTo>
                    <a:pt x="30" y="40"/>
                    <a:pt x="30" y="40"/>
                    <a:pt x="28" y="41"/>
                  </a:cubicBezTo>
                  <a:cubicBezTo>
                    <a:pt x="28" y="41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30" y="41"/>
                    <a:pt x="30" y="42"/>
                  </a:cubicBezTo>
                  <a:cubicBezTo>
                    <a:pt x="31" y="43"/>
                    <a:pt x="29" y="44"/>
                    <a:pt x="28" y="44"/>
                  </a:cubicBezTo>
                  <a:cubicBezTo>
                    <a:pt x="28" y="44"/>
                    <a:pt x="27" y="44"/>
                    <a:pt x="28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2"/>
                  </a:cubicBezTo>
                  <a:cubicBezTo>
                    <a:pt x="27" y="43"/>
                    <a:pt x="26" y="43"/>
                    <a:pt x="27" y="44"/>
                  </a:cubicBezTo>
                  <a:cubicBezTo>
                    <a:pt x="27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27" y="46"/>
                    <a:pt x="26" y="47"/>
                    <a:pt x="26" y="47"/>
                  </a:cubicBezTo>
                  <a:cubicBezTo>
                    <a:pt x="26" y="48"/>
                    <a:pt x="26" y="48"/>
                    <a:pt x="26" y="49"/>
                  </a:cubicBezTo>
                  <a:cubicBezTo>
                    <a:pt x="25" y="50"/>
                    <a:pt x="25" y="52"/>
                    <a:pt x="24" y="52"/>
                  </a:cubicBezTo>
                  <a:cubicBezTo>
                    <a:pt x="24" y="53"/>
                    <a:pt x="27" y="52"/>
                    <a:pt x="27" y="52"/>
                  </a:cubicBezTo>
                  <a:cubicBezTo>
                    <a:pt x="27" y="51"/>
                    <a:pt x="27" y="51"/>
                    <a:pt x="28" y="50"/>
                  </a:cubicBezTo>
                  <a:cubicBezTo>
                    <a:pt x="30" y="51"/>
                    <a:pt x="30" y="47"/>
                    <a:pt x="30" y="45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1"/>
                    <a:pt x="31" y="41"/>
                    <a:pt x="31" y="40"/>
                  </a:cubicBezTo>
                  <a:cubicBezTo>
                    <a:pt x="31" y="40"/>
                    <a:pt x="31" y="39"/>
                    <a:pt x="31" y="39"/>
                  </a:cubicBezTo>
                  <a:cubicBezTo>
                    <a:pt x="31" y="39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lose/>
                  <a:moveTo>
                    <a:pt x="26" y="2"/>
                  </a:moveTo>
                  <a:cubicBezTo>
                    <a:pt x="27" y="1"/>
                    <a:pt x="28" y="1"/>
                    <a:pt x="29" y="0"/>
                  </a:cubicBezTo>
                  <a:cubicBezTo>
                    <a:pt x="30" y="0"/>
                    <a:pt x="34" y="0"/>
                    <a:pt x="34" y="1"/>
                  </a:cubicBezTo>
                  <a:cubicBezTo>
                    <a:pt x="35" y="1"/>
                    <a:pt x="36" y="2"/>
                    <a:pt x="36" y="3"/>
                  </a:cubicBezTo>
                  <a:cubicBezTo>
                    <a:pt x="36" y="4"/>
                    <a:pt x="35" y="4"/>
                    <a:pt x="35" y="4"/>
                  </a:cubicBezTo>
                  <a:cubicBezTo>
                    <a:pt x="34" y="7"/>
                    <a:pt x="32" y="8"/>
                    <a:pt x="31" y="11"/>
                  </a:cubicBezTo>
                  <a:cubicBezTo>
                    <a:pt x="31" y="11"/>
                    <a:pt x="30" y="12"/>
                    <a:pt x="30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5"/>
                    <a:pt x="28" y="16"/>
                    <a:pt x="28" y="17"/>
                  </a:cubicBezTo>
                  <a:cubicBezTo>
                    <a:pt x="27" y="18"/>
                    <a:pt x="26" y="19"/>
                    <a:pt x="26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3" y="24"/>
                    <a:pt x="23" y="25"/>
                  </a:cubicBezTo>
                  <a:cubicBezTo>
                    <a:pt x="22" y="26"/>
                    <a:pt x="20" y="28"/>
                    <a:pt x="20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20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19" y="31"/>
                    <a:pt x="19" y="31"/>
                  </a:cubicBezTo>
                  <a:cubicBezTo>
                    <a:pt x="18" y="32"/>
                    <a:pt x="15" y="38"/>
                    <a:pt x="16" y="40"/>
                  </a:cubicBezTo>
                  <a:cubicBezTo>
                    <a:pt x="16" y="41"/>
                    <a:pt x="17" y="41"/>
                    <a:pt x="18" y="41"/>
                  </a:cubicBezTo>
                  <a:cubicBezTo>
                    <a:pt x="18" y="42"/>
                    <a:pt x="19" y="43"/>
                    <a:pt x="19" y="44"/>
                  </a:cubicBezTo>
                  <a:cubicBezTo>
                    <a:pt x="19" y="44"/>
                    <a:pt x="19" y="44"/>
                    <a:pt x="19" y="45"/>
                  </a:cubicBezTo>
                  <a:cubicBezTo>
                    <a:pt x="19" y="46"/>
                    <a:pt x="18" y="48"/>
                    <a:pt x="19" y="49"/>
                  </a:cubicBezTo>
                  <a:cubicBezTo>
                    <a:pt x="19" y="49"/>
                    <a:pt x="19" y="50"/>
                    <a:pt x="20" y="50"/>
                  </a:cubicBezTo>
                  <a:cubicBezTo>
                    <a:pt x="20" y="50"/>
                    <a:pt x="21" y="49"/>
                    <a:pt x="21" y="49"/>
                  </a:cubicBezTo>
                  <a:cubicBezTo>
                    <a:pt x="22" y="48"/>
                    <a:pt x="22" y="46"/>
                    <a:pt x="23" y="45"/>
                  </a:cubicBezTo>
                  <a:cubicBezTo>
                    <a:pt x="23" y="44"/>
                    <a:pt x="24" y="43"/>
                    <a:pt x="24" y="43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0"/>
                    <a:pt x="26" y="39"/>
                    <a:pt x="27" y="38"/>
                  </a:cubicBezTo>
                  <a:cubicBezTo>
                    <a:pt x="27" y="37"/>
                    <a:pt x="28" y="36"/>
                    <a:pt x="29" y="35"/>
                  </a:cubicBezTo>
                  <a:cubicBezTo>
                    <a:pt x="29" y="35"/>
                    <a:pt x="29" y="34"/>
                    <a:pt x="29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4" y="29"/>
                    <a:pt x="34" y="29"/>
                  </a:cubicBezTo>
                  <a:cubicBezTo>
                    <a:pt x="34" y="29"/>
                    <a:pt x="35" y="28"/>
                    <a:pt x="35" y="28"/>
                  </a:cubicBezTo>
                  <a:cubicBezTo>
                    <a:pt x="36" y="28"/>
                    <a:pt x="39" y="28"/>
                    <a:pt x="40" y="29"/>
                  </a:cubicBezTo>
                  <a:cubicBezTo>
                    <a:pt x="42" y="30"/>
                    <a:pt x="42" y="32"/>
                    <a:pt x="42" y="34"/>
                  </a:cubicBezTo>
                  <a:cubicBezTo>
                    <a:pt x="42" y="36"/>
                    <a:pt x="41" y="37"/>
                    <a:pt x="40" y="38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39" y="42"/>
                    <a:pt x="38" y="43"/>
                    <a:pt x="38" y="45"/>
                  </a:cubicBezTo>
                  <a:cubicBezTo>
                    <a:pt x="37" y="45"/>
                    <a:pt x="37" y="46"/>
                    <a:pt x="37" y="46"/>
                  </a:cubicBezTo>
                  <a:cubicBezTo>
                    <a:pt x="36" y="49"/>
                    <a:pt x="36" y="51"/>
                    <a:pt x="34" y="53"/>
                  </a:cubicBezTo>
                  <a:cubicBezTo>
                    <a:pt x="34" y="54"/>
                    <a:pt x="33" y="55"/>
                    <a:pt x="32" y="55"/>
                  </a:cubicBezTo>
                  <a:cubicBezTo>
                    <a:pt x="31" y="56"/>
                    <a:pt x="28" y="57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1"/>
                    <a:pt x="29" y="61"/>
                    <a:pt x="30" y="62"/>
                  </a:cubicBezTo>
                  <a:cubicBezTo>
                    <a:pt x="30" y="62"/>
                    <a:pt x="30" y="63"/>
                    <a:pt x="30" y="64"/>
                  </a:cubicBezTo>
                  <a:cubicBezTo>
                    <a:pt x="30" y="64"/>
                    <a:pt x="30" y="65"/>
                    <a:pt x="30" y="64"/>
                  </a:cubicBezTo>
                  <a:cubicBezTo>
                    <a:pt x="31" y="64"/>
                    <a:pt x="31" y="64"/>
                    <a:pt x="32" y="63"/>
                  </a:cubicBezTo>
                  <a:cubicBezTo>
                    <a:pt x="33" y="61"/>
                    <a:pt x="33" y="59"/>
                    <a:pt x="36" y="58"/>
                  </a:cubicBezTo>
                  <a:cubicBezTo>
                    <a:pt x="37" y="58"/>
                    <a:pt x="38" y="59"/>
                    <a:pt x="39" y="59"/>
                  </a:cubicBezTo>
                  <a:cubicBezTo>
                    <a:pt x="40" y="59"/>
                    <a:pt x="41" y="58"/>
                    <a:pt x="43" y="59"/>
                  </a:cubicBezTo>
                  <a:cubicBezTo>
                    <a:pt x="43" y="59"/>
                    <a:pt x="43" y="61"/>
                    <a:pt x="43" y="61"/>
                  </a:cubicBezTo>
                  <a:cubicBezTo>
                    <a:pt x="43" y="63"/>
                    <a:pt x="42" y="64"/>
                    <a:pt x="42" y="66"/>
                  </a:cubicBezTo>
                  <a:cubicBezTo>
                    <a:pt x="41" y="67"/>
                    <a:pt x="41" y="68"/>
                    <a:pt x="41" y="69"/>
                  </a:cubicBezTo>
                  <a:cubicBezTo>
                    <a:pt x="40" y="70"/>
                    <a:pt x="40" y="70"/>
                    <a:pt x="40" y="71"/>
                  </a:cubicBezTo>
                  <a:cubicBezTo>
                    <a:pt x="40" y="71"/>
                    <a:pt x="40" y="71"/>
                    <a:pt x="40" y="72"/>
                  </a:cubicBezTo>
                  <a:cubicBezTo>
                    <a:pt x="40" y="72"/>
                    <a:pt x="39" y="73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0" y="75"/>
                    <a:pt x="38" y="76"/>
                    <a:pt x="37" y="78"/>
                  </a:cubicBezTo>
                  <a:cubicBezTo>
                    <a:pt x="37" y="78"/>
                    <a:pt x="37" y="79"/>
                    <a:pt x="37" y="80"/>
                  </a:cubicBezTo>
                  <a:cubicBezTo>
                    <a:pt x="37" y="81"/>
                    <a:pt x="36" y="82"/>
                    <a:pt x="36" y="82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4"/>
                    <a:pt x="35" y="85"/>
                    <a:pt x="35" y="85"/>
                  </a:cubicBezTo>
                  <a:cubicBezTo>
                    <a:pt x="35" y="86"/>
                    <a:pt x="34" y="86"/>
                    <a:pt x="34" y="87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4" y="89"/>
                    <a:pt x="34" y="90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7" y="87"/>
                    <a:pt x="37" y="87"/>
                  </a:cubicBezTo>
                  <a:cubicBezTo>
                    <a:pt x="37" y="86"/>
                    <a:pt x="38" y="85"/>
                    <a:pt x="39" y="83"/>
                  </a:cubicBezTo>
                  <a:cubicBezTo>
                    <a:pt x="39" y="83"/>
                    <a:pt x="39" y="82"/>
                    <a:pt x="40" y="82"/>
                  </a:cubicBezTo>
                  <a:cubicBezTo>
                    <a:pt x="40" y="81"/>
                    <a:pt x="41" y="81"/>
                    <a:pt x="41" y="80"/>
                  </a:cubicBezTo>
                  <a:cubicBezTo>
                    <a:pt x="42" y="80"/>
                    <a:pt x="42" y="79"/>
                    <a:pt x="42" y="78"/>
                  </a:cubicBezTo>
                  <a:cubicBezTo>
                    <a:pt x="43" y="77"/>
                    <a:pt x="43" y="77"/>
                    <a:pt x="44" y="76"/>
                  </a:cubicBezTo>
                  <a:cubicBezTo>
                    <a:pt x="44" y="75"/>
                    <a:pt x="45" y="75"/>
                    <a:pt x="45" y="75"/>
                  </a:cubicBezTo>
                  <a:cubicBezTo>
                    <a:pt x="45" y="74"/>
                    <a:pt x="45" y="74"/>
                    <a:pt x="45" y="73"/>
                  </a:cubicBezTo>
                  <a:cubicBezTo>
                    <a:pt x="46" y="73"/>
                    <a:pt x="46" y="72"/>
                    <a:pt x="46" y="72"/>
                  </a:cubicBezTo>
                  <a:cubicBezTo>
                    <a:pt x="47" y="71"/>
                    <a:pt x="48" y="69"/>
                    <a:pt x="49" y="69"/>
                  </a:cubicBezTo>
                  <a:cubicBezTo>
                    <a:pt x="49" y="67"/>
                    <a:pt x="51" y="66"/>
                    <a:pt x="53" y="66"/>
                  </a:cubicBezTo>
                  <a:cubicBezTo>
                    <a:pt x="53" y="66"/>
                    <a:pt x="54" y="66"/>
                    <a:pt x="54" y="66"/>
                  </a:cubicBezTo>
                  <a:cubicBezTo>
                    <a:pt x="56" y="66"/>
                    <a:pt x="59" y="67"/>
                    <a:pt x="59" y="69"/>
                  </a:cubicBezTo>
                  <a:cubicBezTo>
                    <a:pt x="60" y="70"/>
                    <a:pt x="59" y="71"/>
                    <a:pt x="59" y="72"/>
                  </a:cubicBezTo>
                  <a:cubicBezTo>
                    <a:pt x="59" y="73"/>
                    <a:pt x="59" y="74"/>
                    <a:pt x="59" y="75"/>
                  </a:cubicBezTo>
                  <a:cubicBezTo>
                    <a:pt x="58" y="76"/>
                    <a:pt x="58" y="76"/>
                    <a:pt x="58" y="77"/>
                  </a:cubicBezTo>
                  <a:cubicBezTo>
                    <a:pt x="57" y="78"/>
                    <a:pt x="57" y="79"/>
                    <a:pt x="57" y="80"/>
                  </a:cubicBezTo>
                  <a:cubicBezTo>
                    <a:pt x="58" y="80"/>
                    <a:pt x="58" y="81"/>
                    <a:pt x="58" y="82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7" y="84"/>
                    <a:pt x="56" y="84"/>
                    <a:pt x="56" y="85"/>
                  </a:cubicBezTo>
                  <a:cubicBezTo>
                    <a:pt x="56" y="85"/>
                    <a:pt x="56" y="86"/>
                    <a:pt x="55" y="86"/>
                  </a:cubicBezTo>
                  <a:cubicBezTo>
                    <a:pt x="55" y="87"/>
                    <a:pt x="56" y="87"/>
                    <a:pt x="56" y="88"/>
                  </a:cubicBezTo>
                  <a:cubicBezTo>
                    <a:pt x="55" y="88"/>
                    <a:pt x="55" y="89"/>
                    <a:pt x="55" y="90"/>
                  </a:cubicBezTo>
                  <a:cubicBezTo>
                    <a:pt x="55" y="90"/>
                    <a:pt x="55" y="90"/>
                    <a:pt x="55" y="91"/>
                  </a:cubicBezTo>
                  <a:cubicBezTo>
                    <a:pt x="54" y="91"/>
                    <a:pt x="54" y="92"/>
                    <a:pt x="54" y="93"/>
                  </a:cubicBezTo>
                  <a:cubicBezTo>
                    <a:pt x="54" y="94"/>
                    <a:pt x="55" y="96"/>
                    <a:pt x="55" y="97"/>
                  </a:cubicBezTo>
                  <a:cubicBezTo>
                    <a:pt x="56" y="97"/>
                    <a:pt x="57" y="99"/>
                    <a:pt x="57" y="99"/>
                  </a:cubicBezTo>
                  <a:cubicBezTo>
                    <a:pt x="58" y="100"/>
                    <a:pt x="59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2" y="99"/>
                    <a:pt x="62" y="98"/>
                    <a:pt x="62" y="98"/>
                  </a:cubicBezTo>
                  <a:cubicBezTo>
                    <a:pt x="63" y="98"/>
                    <a:pt x="63" y="98"/>
                    <a:pt x="64" y="98"/>
                  </a:cubicBezTo>
                  <a:cubicBezTo>
                    <a:pt x="65" y="98"/>
                    <a:pt x="65" y="97"/>
                    <a:pt x="66" y="97"/>
                  </a:cubicBezTo>
                  <a:cubicBezTo>
                    <a:pt x="66" y="96"/>
                    <a:pt x="67" y="96"/>
                    <a:pt x="68" y="96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69" y="94"/>
                    <a:pt x="69" y="94"/>
                    <a:pt x="70" y="94"/>
                  </a:cubicBezTo>
                  <a:cubicBezTo>
                    <a:pt x="71" y="94"/>
                    <a:pt x="71" y="93"/>
                    <a:pt x="72" y="93"/>
                  </a:cubicBezTo>
                  <a:cubicBezTo>
                    <a:pt x="72" y="92"/>
                    <a:pt x="73" y="92"/>
                    <a:pt x="73" y="92"/>
                  </a:cubicBezTo>
                  <a:cubicBezTo>
                    <a:pt x="74" y="91"/>
                    <a:pt x="75" y="91"/>
                    <a:pt x="76" y="90"/>
                  </a:cubicBezTo>
                  <a:cubicBezTo>
                    <a:pt x="76" y="89"/>
                    <a:pt x="78" y="88"/>
                    <a:pt x="79" y="87"/>
                  </a:cubicBezTo>
                  <a:cubicBezTo>
                    <a:pt x="79" y="87"/>
                    <a:pt x="80" y="86"/>
                    <a:pt x="81" y="86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82" y="84"/>
                    <a:pt x="83" y="83"/>
                    <a:pt x="84" y="82"/>
                  </a:cubicBezTo>
                  <a:cubicBezTo>
                    <a:pt x="85" y="82"/>
                    <a:pt x="85" y="81"/>
                    <a:pt x="85" y="81"/>
                  </a:cubicBezTo>
                  <a:cubicBezTo>
                    <a:pt x="86" y="80"/>
                    <a:pt x="86" y="79"/>
                    <a:pt x="86" y="79"/>
                  </a:cubicBezTo>
                  <a:cubicBezTo>
                    <a:pt x="86" y="78"/>
                    <a:pt x="85" y="78"/>
                    <a:pt x="85" y="77"/>
                  </a:cubicBezTo>
                  <a:cubicBezTo>
                    <a:pt x="85" y="77"/>
                    <a:pt x="85" y="76"/>
                    <a:pt x="85" y="75"/>
                  </a:cubicBezTo>
                  <a:cubicBezTo>
                    <a:pt x="85" y="75"/>
                    <a:pt x="85" y="74"/>
                    <a:pt x="85" y="74"/>
                  </a:cubicBezTo>
                  <a:cubicBezTo>
                    <a:pt x="85" y="73"/>
                    <a:pt x="84" y="73"/>
                    <a:pt x="84" y="72"/>
                  </a:cubicBezTo>
                  <a:cubicBezTo>
                    <a:pt x="84" y="71"/>
                    <a:pt x="83" y="70"/>
                    <a:pt x="83" y="69"/>
                  </a:cubicBezTo>
                  <a:cubicBezTo>
                    <a:pt x="82" y="68"/>
                    <a:pt x="82" y="67"/>
                    <a:pt x="81" y="65"/>
                  </a:cubicBezTo>
                  <a:cubicBezTo>
                    <a:pt x="81" y="65"/>
                    <a:pt x="81" y="65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79" y="62"/>
                    <a:pt x="79" y="61"/>
                    <a:pt x="78" y="61"/>
                  </a:cubicBezTo>
                  <a:cubicBezTo>
                    <a:pt x="78" y="60"/>
                    <a:pt x="77" y="59"/>
                    <a:pt x="77" y="58"/>
                  </a:cubicBezTo>
                  <a:cubicBezTo>
                    <a:pt x="76" y="58"/>
                    <a:pt x="75" y="57"/>
                    <a:pt x="74" y="56"/>
                  </a:cubicBezTo>
                  <a:cubicBezTo>
                    <a:pt x="74" y="56"/>
                    <a:pt x="72" y="53"/>
                    <a:pt x="73" y="53"/>
                  </a:cubicBezTo>
                  <a:cubicBezTo>
                    <a:pt x="73" y="52"/>
                    <a:pt x="73" y="52"/>
                    <a:pt x="74" y="52"/>
                  </a:cubicBezTo>
                  <a:cubicBezTo>
                    <a:pt x="74" y="52"/>
                    <a:pt x="74" y="53"/>
                    <a:pt x="74" y="53"/>
                  </a:cubicBezTo>
                  <a:cubicBezTo>
                    <a:pt x="75" y="54"/>
                    <a:pt x="76" y="55"/>
                    <a:pt x="76" y="56"/>
                  </a:cubicBezTo>
                  <a:cubicBezTo>
                    <a:pt x="77" y="56"/>
                    <a:pt x="77" y="56"/>
                    <a:pt x="78" y="56"/>
                  </a:cubicBezTo>
                  <a:cubicBezTo>
                    <a:pt x="78" y="57"/>
                    <a:pt x="78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2" y="58"/>
                    <a:pt x="83" y="59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3" y="61"/>
                    <a:pt x="82" y="61"/>
                    <a:pt x="82" y="61"/>
                  </a:cubicBezTo>
                  <a:cubicBezTo>
                    <a:pt x="82" y="62"/>
                    <a:pt x="83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6" y="62"/>
                    <a:pt x="86" y="64"/>
                    <a:pt x="86" y="65"/>
                  </a:cubicBezTo>
                  <a:cubicBezTo>
                    <a:pt x="87" y="65"/>
                    <a:pt x="87" y="65"/>
                    <a:pt x="88" y="66"/>
                  </a:cubicBezTo>
                  <a:cubicBezTo>
                    <a:pt x="88" y="67"/>
                    <a:pt x="89" y="68"/>
                    <a:pt x="89" y="69"/>
                  </a:cubicBezTo>
                  <a:cubicBezTo>
                    <a:pt x="90" y="69"/>
                    <a:pt x="90" y="69"/>
                    <a:pt x="90" y="70"/>
                  </a:cubicBezTo>
                  <a:cubicBezTo>
                    <a:pt x="91" y="70"/>
                    <a:pt x="91" y="71"/>
                    <a:pt x="91" y="71"/>
                  </a:cubicBezTo>
                  <a:cubicBezTo>
                    <a:pt x="92" y="72"/>
                    <a:pt x="92" y="72"/>
                    <a:pt x="93" y="72"/>
                  </a:cubicBezTo>
                  <a:cubicBezTo>
                    <a:pt x="93" y="73"/>
                    <a:pt x="93" y="73"/>
                    <a:pt x="93" y="74"/>
                  </a:cubicBezTo>
                  <a:cubicBezTo>
                    <a:pt x="94" y="74"/>
                    <a:pt x="95" y="75"/>
                    <a:pt x="94" y="75"/>
                  </a:cubicBezTo>
                  <a:cubicBezTo>
                    <a:pt x="95" y="75"/>
                    <a:pt x="95" y="76"/>
                    <a:pt x="95" y="76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7" y="78"/>
                    <a:pt x="96" y="79"/>
                    <a:pt x="96" y="80"/>
                  </a:cubicBezTo>
                  <a:cubicBezTo>
                    <a:pt x="95" y="82"/>
                    <a:pt x="94" y="82"/>
                    <a:pt x="93" y="83"/>
                  </a:cubicBezTo>
                  <a:cubicBezTo>
                    <a:pt x="92" y="84"/>
                    <a:pt x="92" y="85"/>
                    <a:pt x="91" y="85"/>
                  </a:cubicBezTo>
                  <a:cubicBezTo>
                    <a:pt x="90" y="86"/>
                    <a:pt x="89" y="86"/>
                    <a:pt x="89" y="87"/>
                  </a:cubicBezTo>
                  <a:cubicBezTo>
                    <a:pt x="89" y="87"/>
                    <a:pt x="88" y="87"/>
                    <a:pt x="88" y="88"/>
                  </a:cubicBezTo>
                  <a:cubicBezTo>
                    <a:pt x="87" y="88"/>
                    <a:pt x="86" y="89"/>
                    <a:pt x="85" y="89"/>
                  </a:cubicBezTo>
                  <a:cubicBezTo>
                    <a:pt x="85" y="90"/>
                    <a:pt x="84" y="90"/>
                    <a:pt x="84" y="91"/>
                  </a:cubicBezTo>
                  <a:cubicBezTo>
                    <a:pt x="83" y="91"/>
                    <a:pt x="83" y="91"/>
                    <a:pt x="82" y="91"/>
                  </a:cubicBezTo>
                  <a:cubicBezTo>
                    <a:pt x="81" y="92"/>
                    <a:pt x="81" y="93"/>
                    <a:pt x="80" y="94"/>
                  </a:cubicBezTo>
                  <a:cubicBezTo>
                    <a:pt x="79" y="94"/>
                    <a:pt x="78" y="95"/>
                    <a:pt x="78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6" y="96"/>
                    <a:pt x="76" y="97"/>
                    <a:pt x="75" y="97"/>
                  </a:cubicBezTo>
                  <a:cubicBezTo>
                    <a:pt x="74" y="98"/>
                    <a:pt x="74" y="98"/>
                    <a:pt x="73" y="98"/>
                  </a:cubicBezTo>
                  <a:cubicBezTo>
                    <a:pt x="71" y="99"/>
                    <a:pt x="70" y="100"/>
                    <a:pt x="68" y="101"/>
                  </a:cubicBezTo>
                  <a:cubicBezTo>
                    <a:pt x="68" y="101"/>
                    <a:pt x="67" y="102"/>
                    <a:pt x="67" y="102"/>
                  </a:cubicBezTo>
                  <a:cubicBezTo>
                    <a:pt x="66" y="102"/>
                    <a:pt x="66" y="103"/>
                    <a:pt x="65" y="103"/>
                  </a:cubicBezTo>
                  <a:cubicBezTo>
                    <a:pt x="64" y="103"/>
                    <a:pt x="63" y="103"/>
                    <a:pt x="62" y="104"/>
                  </a:cubicBezTo>
                  <a:cubicBezTo>
                    <a:pt x="61" y="104"/>
                    <a:pt x="61" y="105"/>
                    <a:pt x="60" y="105"/>
                  </a:cubicBezTo>
                  <a:cubicBezTo>
                    <a:pt x="59" y="105"/>
                    <a:pt x="57" y="106"/>
                    <a:pt x="57" y="106"/>
                  </a:cubicBezTo>
                  <a:cubicBezTo>
                    <a:pt x="56" y="105"/>
                    <a:pt x="54" y="105"/>
                    <a:pt x="54" y="104"/>
                  </a:cubicBezTo>
                  <a:cubicBezTo>
                    <a:pt x="53" y="104"/>
                    <a:pt x="53" y="103"/>
                    <a:pt x="52" y="102"/>
                  </a:cubicBezTo>
                  <a:cubicBezTo>
                    <a:pt x="52" y="102"/>
                    <a:pt x="51" y="101"/>
                    <a:pt x="51" y="101"/>
                  </a:cubicBezTo>
                  <a:cubicBezTo>
                    <a:pt x="51" y="101"/>
                    <a:pt x="50" y="99"/>
                    <a:pt x="50" y="99"/>
                  </a:cubicBezTo>
                  <a:cubicBezTo>
                    <a:pt x="49" y="98"/>
                    <a:pt x="49" y="97"/>
                    <a:pt x="48" y="97"/>
                  </a:cubicBezTo>
                  <a:cubicBezTo>
                    <a:pt x="47" y="97"/>
                    <a:pt x="47" y="97"/>
                    <a:pt x="46" y="97"/>
                  </a:cubicBezTo>
                  <a:cubicBezTo>
                    <a:pt x="46" y="97"/>
                    <a:pt x="45" y="97"/>
                    <a:pt x="45" y="98"/>
                  </a:cubicBezTo>
                  <a:cubicBezTo>
                    <a:pt x="44" y="98"/>
                    <a:pt x="43" y="98"/>
                    <a:pt x="42" y="98"/>
                  </a:cubicBezTo>
                  <a:cubicBezTo>
                    <a:pt x="40" y="98"/>
                    <a:pt x="41" y="94"/>
                    <a:pt x="40" y="9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39" y="92"/>
                    <a:pt x="39" y="95"/>
                    <a:pt x="39" y="96"/>
                  </a:cubicBezTo>
                  <a:cubicBezTo>
                    <a:pt x="39" y="96"/>
                    <a:pt x="39" y="96"/>
                    <a:pt x="39" y="97"/>
                  </a:cubicBezTo>
                  <a:cubicBezTo>
                    <a:pt x="39" y="97"/>
                    <a:pt x="38" y="98"/>
                    <a:pt x="38" y="99"/>
                  </a:cubicBezTo>
                  <a:cubicBezTo>
                    <a:pt x="38" y="101"/>
                    <a:pt x="39" y="105"/>
                    <a:pt x="35" y="106"/>
                  </a:cubicBezTo>
                  <a:cubicBezTo>
                    <a:pt x="35" y="106"/>
                    <a:pt x="34" y="106"/>
                    <a:pt x="33" y="106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1" y="103"/>
                    <a:pt x="30" y="103"/>
                    <a:pt x="30" y="102"/>
                  </a:cubicBezTo>
                  <a:cubicBezTo>
                    <a:pt x="30" y="100"/>
                    <a:pt x="30" y="99"/>
                    <a:pt x="30" y="97"/>
                  </a:cubicBezTo>
                  <a:cubicBezTo>
                    <a:pt x="30" y="97"/>
                    <a:pt x="30" y="97"/>
                    <a:pt x="30" y="96"/>
                  </a:cubicBezTo>
                  <a:cubicBezTo>
                    <a:pt x="30" y="96"/>
                    <a:pt x="30" y="96"/>
                    <a:pt x="30" y="95"/>
                  </a:cubicBezTo>
                  <a:cubicBezTo>
                    <a:pt x="30" y="95"/>
                    <a:pt x="30" y="94"/>
                    <a:pt x="30" y="93"/>
                  </a:cubicBezTo>
                  <a:cubicBezTo>
                    <a:pt x="30" y="93"/>
                    <a:pt x="30" y="92"/>
                    <a:pt x="31" y="91"/>
                  </a:cubicBezTo>
                  <a:cubicBezTo>
                    <a:pt x="31" y="90"/>
                    <a:pt x="31" y="88"/>
                    <a:pt x="30" y="87"/>
                  </a:cubicBezTo>
                  <a:cubicBezTo>
                    <a:pt x="30" y="86"/>
                    <a:pt x="31" y="85"/>
                    <a:pt x="31" y="84"/>
                  </a:cubicBezTo>
                  <a:cubicBezTo>
                    <a:pt x="30" y="83"/>
                    <a:pt x="24" y="88"/>
                    <a:pt x="22" y="84"/>
                  </a:cubicBezTo>
                  <a:cubicBezTo>
                    <a:pt x="22" y="84"/>
                    <a:pt x="22" y="83"/>
                    <a:pt x="22" y="83"/>
                  </a:cubicBezTo>
                  <a:cubicBezTo>
                    <a:pt x="22" y="82"/>
                    <a:pt x="22" y="81"/>
                    <a:pt x="23" y="80"/>
                  </a:cubicBezTo>
                  <a:cubicBezTo>
                    <a:pt x="23" y="79"/>
                    <a:pt x="23" y="78"/>
                    <a:pt x="24" y="77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5"/>
                    <a:pt x="26" y="74"/>
                    <a:pt x="26" y="73"/>
                  </a:cubicBezTo>
                  <a:cubicBezTo>
                    <a:pt x="27" y="72"/>
                    <a:pt x="26" y="72"/>
                    <a:pt x="26" y="71"/>
                  </a:cubicBezTo>
                  <a:cubicBezTo>
                    <a:pt x="26" y="70"/>
                    <a:pt x="26" y="67"/>
                    <a:pt x="24" y="66"/>
                  </a:cubicBezTo>
                  <a:cubicBezTo>
                    <a:pt x="23" y="66"/>
                    <a:pt x="23" y="66"/>
                    <a:pt x="22" y="66"/>
                  </a:cubicBezTo>
                  <a:cubicBezTo>
                    <a:pt x="21" y="67"/>
                    <a:pt x="21" y="70"/>
                    <a:pt x="21" y="71"/>
                  </a:cubicBezTo>
                  <a:cubicBezTo>
                    <a:pt x="20" y="72"/>
                    <a:pt x="20" y="72"/>
                    <a:pt x="20" y="73"/>
                  </a:cubicBezTo>
                  <a:cubicBezTo>
                    <a:pt x="20" y="74"/>
                    <a:pt x="19" y="75"/>
                    <a:pt x="19" y="76"/>
                  </a:cubicBezTo>
                  <a:cubicBezTo>
                    <a:pt x="19" y="77"/>
                    <a:pt x="19" y="78"/>
                    <a:pt x="18" y="78"/>
                  </a:cubicBezTo>
                  <a:cubicBezTo>
                    <a:pt x="18" y="79"/>
                    <a:pt x="18" y="80"/>
                    <a:pt x="17" y="81"/>
                  </a:cubicBezTo>
                  <a:cubicBezTo>
                    <a:pt x="17" y="82"/>
                    <a:pt x="15" y="83"/>
                    <a:pt x="15" y="84"/>
                  </a:cubicBezTo>
                  <a:cubicBezTo>
                    <a:pt x="14" y="84"/>
                    <a:pt x="13" y="85"/>
                    <a:pt x="13" y="85"/>
                  </a:cubicBezTo>
                  <a:cubicBezTo>
                    <a:pt x="11" y="85"/>
                    <a:pt x="10" y="86"/>
                    <a:pt x="9" y="87"/>
                  </a:cubicBezTo>
                  <a:cubicBezTo>
                    <a:pt x="8" y="87"/>
                    <a:pt x="8" y="87"/>
                    <a:pt x="7" y="87"/>
                  </a:cubicBezTo>
                  <a:cubicBezTo>
                    <a:pt x="6" y="87"/>
                    <a:pt x="5" y="87"/>
                    <a:pt x="4" y="87"/>
                  </a:cubicBezTo>
                  <a:cubicBezTo>
                    <a:pt x="3" y="88"/>
                    <a:pt x="2" y="88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0" y="84"/>
                    <a:pt x="4" y="80"/>
                    <a:pt x="5" y="79"/>
                  </a:cubicBezTo>
                  <a:cubicBezTo>
                    <a:pt x="5" y="79"/>
                    <a:pt x="6" y="79"/>
                    <a:pt x="6" y="79"/>
                  </a:cubicBezTo>
                  <a:cubicBezTo>
                    <a:pt x="6" y="78"/>
                    <a:pt x="6" y="78"/>
                    <a:pt x="6" y="77"/>
                  </a:cubicBezTo>
                  <a:cubicBezTo>
                    <a:pt x="7" y="77"/>
                    <a:pt x="7" y="77"/>
                    <a:pt x="7" y="76"/>
                  </a:cubicBezTo>
                  <a:cubicBezTo>
                    <a:pt x="9" y="74"/>
                    <a:pt x="10" y="72"/>
                    <a:pt x="12" y="70"/>
                  </a:cubicBezTo>
                  <a:cubicBezTo>
                    <a:pt x="12" y="69"/>
                    <a:pt x="13" y="67"/>
                    <a:pt x="13" y="66"/>
                  </a:cubicBezTo>
                  <a:cubicBezTo>
                    <a:pt x="13" y="65"/>
                    <a:pt x="14" y="65"/>
                    <a:pt x="14" y="64"/>
                  </a:cubicBezTo>
                  <a:cubicBezTo>
                    <a:pt x="15" y="63"/>
                    <a:pt x="15" y="62"/>
                    <a:pt x="15" y="60"/>
                  </a:cubicBezTo>
                  <a:cubicBezTo>
                    <a:pt x="16" y="59"/>
                    <a:pt x="16" y="58"/>
                    <a:pt x="17" y="57"/>
                  </a:cubicBezTo>
                  <a:cubicBezTo>
                    <a:pt x="17" y="57"/>
                    <a:pt x="17" y="57"/>
                    <a:pt x="17" y="56"/>
                  </a:cubicBezTo>
                  <a:cubicBezTo>
                    <a:pt x="17" y="55"/>
                    <a:pt x="16" y="55"/>
                    <a:pt x="15" y="54"/>
                  </a:cubicBezTo>
                  <a:cubicBezTo>
                    <a:pt x="15" y="54"/>
                    <a:pt x="15" y="53"/>
                    <a:pt x="14" y="53"/>
                  </a:cubicBezTo>
                  <a:cubicBezTo>
                    <a:pt x="14" y="51"/>
                    <a:pt x="13" y="50"/>
                    <a:pt x="12" y="49"/>
                  </a:cubicBezTo>
                  <a:cubicBezTo>
                    <a:pt x="12" y="48"/>
                    <a:pt x="11" y="48"/>
                    <a:pt x="10" y="47"/>
                  </a:cubicBezTo>
                  <a:cubicBezTo>
                    <a:pt x="10" y="47"/>
                    <a:pt x="10" y="46"/>
                    <a:pt x="10" y="46"/>
                  </a:cubicBezTo>
                  <a:cubicBezTo>
                    <a:pt x="10" y="45"/>
                    <a:pt x="12" y="42"/>
                    <a:pt x="13" y="41"/>
                  </a:cubicBezTo>
                  <a:cubicBezTo>
                    <a:pt x="13" y="40"/>
                    <a:pt x="14" y="40"/>
                    <a:pt x="14" y="39"/>
                  </a:cubicBezTo>
                  <a:cubicBezTo>
                    <a:pt x="14" y="38"/>
                    <a:pt x="14" y="38"/>
                    <a:pt x="15" y="37"/>
                  </a:cubicBezTo>
                  <a:cubicBezTo>
                    <a:pt x="15" y="36"/>
                    <a:pt x="16" y="34"/>
                    <a:pt x="15" y="33"/>
                  </a:cubicBezTo>
                  <a:cubicBezTo>
                    <a:pt x="14" y="32"/>
                    <a:pt x="12" y="32"/>
                    <a:pt x="12" y="32"/>
                  </a:cubicBezTo>
                  <a:cubicBezTo>
                    <a:pt x="11" y="32"/>
                    <a:pt x="10" y="33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  <a:cubicBezTo>
                    <a:pt x="6" y="33"/>
                    <a:pt x="6" y="34"/>
                    <a:pt x="5" y="34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3" y="35"/>
                    <a:pt x="2" y="36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2" y="30"/>
                    <a:pt x="4" y="27"/>
                    <a:pt x="7" y="25"/>
                  </a:cubicBezTo>
                  <a:cubicBezTo>
                    <a:pt x="8" y="24"/>
                    <a:pt x="8" y="23"/>
                    <a:pt x="9" y="22"/>
                  </a:cubicBezTo>
                  <a:cubicBezTo>
                    <a:pt x="10" y="22"/>
                    <a:pt x="10" y="21"/>
                    <a:pt x="10" y="21"/>
                  </a:cubicBezTo>
                  <a:cubicBezTo>
                    <a:pt x="10" y="21"/>
                    <a:pt x="11" y="20"/>
                    <a:pt x="11" y="19"/>
                  </a:cubicBezTo>
                  <a:cubicBezTo>
                    <a:pt x="12" y="19"/>
                    <a:pt x="12" y="19"/>
                    <a:pt x="12" y="18"/>
                  </a:cubicBezTo>
                  <a:cubicBezTo>
                    <a:pt x="13" y="18"/>
                    <a:pt x="13" y="17"/>
                    <a:pt x="14" y="16"/>
                  </a:cubicBezTo>
                  <a:cubicBezTo>
                    <a:pt x="14" y="16"/>
                    <a:pt x="15" y="15"/>
                    <a:pt x="15" y="15"/>
                  </a:cubicBezTo>
                  <a:cubicBezTo>
                    <a:pt x="16" y="13"/>
                    <a:pt x="17" y="12"/>
                    <a:pt x="18" y="11"/>
                  </a:cubicBezTo>
                  <a:cubicBezTo>
                    <a:pt x="19" y="10"/>
                    <a:pt x="19" y="9"/>
                    <a:pt x="20" y="9"/>
                  </a:cubicBezTo>
                  <a:cubicBezTo>
                    <a:pt x="22" y="7"/>
                    <a:pt x="23" y="4"/>
                    <a:pt x="25" y="3"/>
                  </a:cubicBezTo>
                  <a:cubicBezTo>
                    <a:pt x="25" y="3"/>
                    <a:pt x="26" y="3"/>
                    <a:pt x="2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5067300" y="2651125"/>
              <a:ext cx="201613" cy="306388"/>
            </a:xfrm>
            <a:custGeom>
              <a:avLst/>
              <a:gdLst>
                <a:gd name="T0" fmla="*/ 47 w 74"/>
                <a:gd name="T1" fmla="*/ 56 h 112"/>
                <a:gd name="T2" fmla="*/ 46 w 74"/>
                <a:gd name="T3" fmla="*/ 69 h 112"/>
                <a:gd name="T4" fmla="*/ 58 w 74"/>
                <a:gd name="T5" fmla="*/ 69 h 112"/>
                <a:gd name="T6" fmla="*/ 24 w 74"/>
                <a:gd name="T7" fmla="*/ 33 h 112"/>
                <a:gd name="T8" fmla="*/ 29 w 74"/>
                <a:gd name="T9" fmla="*/ 10 h 112"/>
                <a:gd name="T10" fmla="*/ 28 w 74"/>
                <a:gd name="T11" fmla="*/ 24 h 112"/>
                <a:gd name="T12" fmla="*/ 34 w 74"/>
                <a:gd name="T13" fmla="*/ 34 h 112"/>
                <a:gd name="T14" fmla="*/ 35 w 74"/>
                <a:gd name="T15" fmla="*/ 30 h 112"/>
                <a:gd name="T16" fmla="*/ 37 w 74"/>
                <a:gd name="T17" fmla="*/ 15 h 112"/>
                <a:gd name="T18" fmla="*/ 8 w 74"/>
                <a:gd name="T19" fmla="*/ 11 h 112"/>
                <a:gd name="T20" fmla="*/ 16 w 74"/>
                <a:gd name="T21" fmla="*/ 30 h 112"/>
                <a:gd name="T22" fmla="*/ 18 w 74"/>
                <a:gd name="T23" fmla="*/ 25 h 112"/>
                <a:gd name="T24" fmla="*/ 10 w 74"/>
                <a:gd name="T25" fmla="*/ 8 h 112"/>
                <a:gd name="T26" fmla="*/ 10 w 74"/>
                <a:gd name="T27" fmla="*/ 0 h 112"/>
                <a:gd name="T28" fmla="*/ 18 w 74"/>
                <a:gd name="T29" fmla="*/ 9 h 112"/>
                <a:gd name="T30" fmla="*/ 22 w 74"/>
                <a:gd name="T31" fmla="*/ 15 h 112"/>
                <a:gd name="T32" fmla="*/ 26 w 74"/>
                <a:gd name="T33" fmla="*/ 8 h 112"/>
                <a:gd name="T34" fmla="*/ 39 w 74"/>
                <a:gd name="T35" fmla="*/ 3 h 112"/>
                <a:gd name="T36" fmla="*/ 44 w 74"/>
                <a:gd name="T37" fmla="*/ 20 h 112"/>
                <a:gd name="T38" fmla="*/ 42 w 74"/>
                <a:gd name="T39" fmla="*/ 32 h 112"/>
                <a:gd name="T40" fmla="*/ 37 w 74"/>
                <a:gd name="T41" fmla="*/ 39 h 112"/>
                <a:gd name="T42" fmla="*/ 38 w 74"/>
                <a:gd name="T43" fmla="*/ 51 h 112"/>
                <a:gd name="T44" fmla="*/ 42 w 74"/>
                <a:gd name="T45" fmla="*/ 52 h 112"/>
                <a:gd name="T46" fmla="*/ 46 w 74"/>
                <a:gd name="T47" fmla="*/ 44 h 112"/>
                <a:gd name="T48" fmla="*/ 50 w 74"/>
                <a:gd name="T49" fmla="*/ 36 h 112"/>
                <a:gd name="T50" fmla="*/ 59 w 74"/>
                <a:gd name="T51" fmla="*/ 25 h 112"/>
                <a:gd name="T52" fmla="*/ 69 w 74"/>
                <a:gd name="T53" fmla="*/ 20 h 112"/>
                <a:gd name="T54" fmla="*/ 54 w 74"/>
                <a:gd name="T55" fmla="*/ 40 h 112"/>
                <a:gd name="T56" fmla="*/ 48 w 74"/>
                <a:gd name="T57" fmla="*/ 53 h 112"/>
                <a:gd name="T58" fmla="*/ 56 w 74"/>
                <a:gd name="T59" fmla="*/ 55 h 112"/>
                <a:gd name="T60" fmla="*/ 67 w 74"/>
                <a:gd name="T61" fmla="*/ 58 h 112"/>
                <a:gd name="T62" fmla="*/ 66 w 74"/>
                <a:gd name="T63" fmla="*/ 76 h 112"/>
                <a:gd name="T64" fmla="*/ 64 w 74"/>
                <a:gd name="T65" fmla="*/ 86 h 112"/>
                <a:gd name="T66" fmla="*/ 54 w 74"/>
                <a:gd name="T67" fmla="*/ 95 h 112"/>
                <a:gd name="T68" fmla="*/ 56 w 74"/>
                <a:gd name="T69" fmla="*/ 90 h 112"/>
                <a:gd name="T70" fmla="*/ 60 w 74"/>
                <a:gd name="T71" fmla="*/ 83 h 112"/>
                <a:gd name="T72" fmla="*/ 57 w 74"/>
                <a:gd name="T73" fmla="*/ 80 h 112"/>
                <a:gd name="T74" fmla="*/ 44 w 74"/>
                <a:gd name="T75" fmla="*/ 76 h 112"/>
                <a:gd name="T76" fmla="*/ 35 w 74"/>
                <a:gd name="T77" fmla="*/ 79 h 112"/>
                <a:gd name="T78" fmla="*/ 32 w 74"/>
                <a:gd name="T79" fmla="*/ 86 h 112"/>
                <a:gd name="T80" fmla="*/ 26 w 74"/>
                <a:gd name="T81" fmla="*/ 98 h 112"/>
                <a:gd name="T82" fmla="*/ 24 w 74"/>
                <a:gd name="T83" fmla="*/ 106 h 112"/>
                <a:gd name="T84" fmla="*/ 18 w 74"/>
                <a:gd name="T85" fmla="*/ 101 h 112"/>
                <a:gd name="T86" fmla="*/ 22 w 74"/>
                <a:gd name="T87" fmla="*/ 95 h 112"/>
                <a:gd name="T88" fmla="*/ 25 w 74"/>
                <a:gd name="T89" fmla="*/ 87 h 112"/>
                <a:gd name="T90" fmla="*/ 28 w 74"/>
                <a:gd name="T91" fmla="*/ 76 h 112"/>
                <a:gd name="T92" fmla="*/ 33 w 74"/>
                <a:gd name="T93" fmla="*/ 69 h 112"/>
                <a:gd name="T94" fmla="*/ 36 w 74"/>
                <a:gd name="T95" fmla="*/ 62 h 112"/>
                <a:gd name="T96" fmla="*/ 30 w 74"/>
                <a:gd name="T97" fmla="*/ 46 h 112"/>
                <a:gd name="T98" fmla="*/ 23 w 74"/>
                <a:gd name="T99" fmla="*/ 39 h 112"/>
                <a:gd name="T100" fmla="*/ 23 w 74"/>
                <a:gd name="T101" fmla="*/ 52 h 112"/>
                <a:gd name="T102" fmla="*/ 23 w 74"/>
                <a:gd name="T103" fmla="*/ 67 h 112"/>
                <a:gd name="T104" fmla="*/ 17 w 74"/>
                <a:gd name="T105" fmla="*/ 77 h 112"/>
                <a:gd name="T106" fmla="*/ 8 w 74"/>
                <a:gd name="T107" fmla="*/ 69 h 112"/>
                <a:gd name="T108" fmla="*/ 2 w 74"/>
                <a:gd name="T109" fmla="*/ 54 h 112"/>
                <a:gd name="T110" fmla="*/ 0 w 74"/>
                <a:gd name="T111" fmla="*/ 42 h 112"/>
                <a:gd name="T112" fmla="*/ 8 w 74"/>
                <a:gd name="T113" fmla="*/ 49 h 112"/>
                <a:gd name="T114" fmla="*/ 13 w 74"/>
                <a:gd name="T115" fmla="*/ 54 h 112"/>
                <a:gd name="T116" fmla="*/ 14 w 74"/>
                <a:gd name="T117" fmla="*/ 39 h 112"/>
                <a:gd name="T118" fmla="*/ 10 w 74"/>
                <a:gd name="T119" fmla="*/ 30 h 112"/>
                <a:gd name="T120" fmla="*/ 3 w 74"/>
                <a:gd name="T121" fmla="*/ 17 h 112"/>
                <a:gd name="T122" fmla="*/ 2 w 74"/>
                <a:gd name="T123" fmla="*/ 10 h 112"/>
                <a:gd name="T124" fmla="*/ 4 w 74"/>
                <a:gd name="T125" fmla="*/ 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" h="112">
                  <a:moveTo>
                    <a:pt x="65" y="61"/>
                  </a:moveTo>
                  <a:cubicBezTo>
                    <a:pt x="65" y="62"/>
                    <a:pt x="65" y="62"/>
                    <a:pt x="66" y="63"/>
                  </a:cubicBezTo>
                  <a:cubicBezTo>
                    <a:pt x="66" y="63"/>
                    <a:pt x="66" y="64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6" y="63"/>
                    <a:pt x="65" y="62"/>
                    <a:pt x="65" y="61"/>
                  </a:cubicBezTo>
                  <a:close/>
                  <a:moveTo>
                    <a:pt x="47" y="56"/>
                  </a:moveTo>
                  <a:cubicBezTo>
                    <a:pt x="47" y="57"/>
                    <a:pt x="47" y="57"/>
                    <a:pt x="47" y="58"/>
                  </a:cubicBezTo>
                  <a:cubicBezTo>
                    <a:pt x="46" y="59"/>
                    <a:pt x="46" y="60"/>
                    <a:pt x="46" y="60"/>
                  </a:cubicBezTo>
                  <a:cubicBezTo>
                    <a:pt x="46" y="61"/>
                    <a:pt x="45" y="61"/>
                    <a:pt x="45" y="62"/>
                  </a:cubicBezTo>
                  <a:cubicBezTo>
                    <a:pt x="45" y="62"/>
                    <a:pt x="44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8"/>
                    <a:pt x="46" y="69"/>
                    <a:pt x="46" y="69"/>
                  </a:cubicBezTo>
                  <a:cubicBezTo>
                    <a:pt x="46" y="69"/>
                    <a:pt x="46" y="70"/>
                    <a:pt x="46" y="70"/>
                  </a:cubicBezTo>
                  <a:cubicBezTo>
                    <a:pt x="47" y="71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4"/>
                    <a:pt x="52" y="74"/>
                    <a:pt x="53" y="74"/>
                  </a:cubicBezTo>
                  <a:cubicBezTo>
                    <a:pt x="53" y="73"/>
                    <a:pt x="55" y="72"/>
                    <a:pt x="56" y="71"/>
                  </a:cubicBezTo>
                  <a:cubicBezTo>
                    <a:pt x="56" y="70"/>
                    <a:pt x="57" y="69"/>
                    <a:pt x="58" y="69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66"/>
                    <a:pt x="56" y="63"/>
                    <a:pt x="54" y="61"/>
                  </a:cubicBezTo>
                  <a:cubicBezTo>
                    <a:pt x="54" y="61"/>
                    <a:pt x="53" y="61"/>
                    <a:pt x="53" y="60"/>
                  </a:cubicBezTo>
                  <a:cubicBezTo>
                    <a:pt x="52" y="60"/>
                    <a:pt x="51" y="60"/>
                    <a:pt x="51" y="59"/>
                  </a:cubicBezTo>
                  <a:cubicBezTo>
                    <a:pt x="50" y="58"/>
                    <a:pt x="49" y="56"/>
                    <a:pt x="47" y="56"/>
                  </a:cubicBezTo>
                  <a:close/>
                  <a:moveTo>
                    <a:pt x="24" y="33"/>
                  </a:moveTo>
                  <a:cubicBezTo>
                    <a:pt x="24" y="33"/>
                    <a:pt x="24" y="34"/>
                    <a:pt x="24" y="34"/>
                  </a:cubicBezTo>
                  <a:cubicBezTo>
                    <a:pt x="24" y="34"/>
                    <a:pt x="24" y="35"/>
                    <a:pt x="24" y="35"/>
                  </a:cubicBezTo>
                  <a:cubicBezTo>
                    <a:pt x="24" y="35"/>
                    <a:pt x="25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lose/>
                  <a:moveTo>
                    <a:pt x="30" y="8"/>
                  </a:moveTo>
                  <a:cubicBezTo>
                    <a:pt x="30" y="9"/>
                    <a:pt x="29" y="9"/>
                    <a:pt x="29" y="10"/>
                  </a:cubicBezTo>
                  <a:cubicBezTo>
                    <a:pt x="28" y="11"/>
                    <a:pt x="28" y="12"/>
                    <a:pt x="28" y="13"/>
                  </a:cubicBezTo>
                  <a:cubicBezTo>
                    <a:pt x="28" y="13"/>
                    <a:pt x="28" y="14"/>
                    <a:pt x="27" y="14"/>
                  </a:cubicBezTo>
                  <a:cubicBezTo>
                    <a:pt x="27" y="15"/>
                    <a:pt x="27" y="16"/>
                    <a:pt x="27" y="16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19"/>
                    <a:pt x="26" y="20"/>
                    <a:pt x="26" y="21"/>
                  </a:cubicBezTo>
                  <a:cubicBezTo>
                    <a:pt x="26" y="22"/>
                    <a:pt x="27" y="23"/>
                    <a:pt x="28" y="24"/>
                  </a:cubicBezTo>
                  <a:cubicBezTo>
                    <a:pt x="28" y="25"/>
                    <a:pt x="29" y="25"/>
                    <a:pt x="29" y="26"/>
                  </a:cubicBezTo>
                  <a:cubicBezTo>
                    <a:pt x="29" y="27"/>
                    <a:pt x="30" y="28"/>
                    <a:pt x="30" y="28"/>
                  </a:cubicBezTo>
                  <a:cubicBezTo>
                    <a:pt x="31" y="29"/>
                    <a:pt x="31" y="30"/>
                    <a:pt x="32" y="30"/>
                  </a:cubicBezTo>
                  <a:cubicBezTo>
                    <a:pt x="32" y="31"/>
                    <a:pt x="33" y="32"/>
                    <a:pt x="33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2"/>
                  </a:cubicBezTo>
                  <a:cubicBezTo>
                    <a:pt x="34" y="32"/>
                    <a:pt x="34" y="31"/>
                    <a:pt x="34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6" y="29"/>
                    <a:pt x="36" y="28"/>
                    <a:pt x="36" y="27"/>
                  </a:cubicBezTo>
                  <a:cubicBezTo>
                    <a:pt x="36" y="26"/>
                    <a:pt x="35" y="25"/>
                    <a:pt x="35" y="24"/>
                  </a:cubicBezTo>
                  <a:cubicBezTo>
                    <a:pt x="36" y="23"/>
                    <a:pt x="36" y="23"/>
                    <a:pt x="37" y="22"/>
                  </a:cubicBezTo>
                  <a:cubicBezTo>
                    <a:pt x="36" y="21"/>
                    <a:pt x="36" y="20"/>
                    <a:pt x="36" y="18"/>
                  </a:cubicBezTo>
                  <a:cubicBezTo>
                    <a:pt x="36" y="18"/>
                    <a:pt x="36" y="18"/>
                    <a:pt x="37" y="17"/>
                  </a:cubicBezTo>
                  <a:cubicBezTo>
                    <a:pt x="37" y="17"/>
                    <a:pt x="36" y="16"/>
                    <a:pt x="37" y="15"/>
                  </a:cubicBezTo>
                  <a:cubicBezTo>
                    <a:pt x="37" y="15"/>
                    <a:pt x="37" y="14"/>
                    <a:pt x="37" y="14"/>
                  </a:cubicBezTo>
                  <a:cubicBezTo>
                    <a:pt x="37" y="12"/>
                    <a:pt x="36" y="10"/>
                    <a:pt x="34" y="8"/>
                  </a:cubicBezTo>
                  <a:cubicBezTo>
                    <a:pt x="33" y="7"/>
                    <a:pt x="32" y="7"/>
                    <a:pt x="30" y="8"/>
                  </a:cubicBezTo>
                  <a:close/>
                  <a:moveTo>
                    <a:pt x="8" y="6"/>
                  </a:moveTo>
                  <a:cubicBezTo>
                    <a:pt x="8" y="6"/>
                    <a:pt x="8" y="6"/>
                    <a:pt x="8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2"/>
                    <a:pt x="8" y="14"/>
                    <a:pt x="8" y="15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9"/>
                    <a:pt x="10" y="20"/>
                    <a:pt x="10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2" y="23"/>
                    <a:pt x="13" y="25"/>
                    <a:pt x="13" y="26"/>
                  </a:cubicBezTo>
                  <a:cubicBezTo>
                    <a:pt x="14" y="28"/>
                    <a:pt x="15" y="29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6"/>
                    <a:pt x="16" y="26"/>
                    <a:pt x="17" y="25"/>
                  </a:cubicBezTo>
                  <a:cubicBezTo>
                    <a:pt x="17" y="25"/>
                    <a:pt x="18" y="25"/>
                    <a:pt x="18" y="25"/>
                  </a:cubicBezTo>
                  <a:cubicBezTo>
                    <a:pt x="17" y="25"/>
                    <a:pt x="17" y="24"/>
                    <a:pt x="17" y="24"/>
                  </a:cubicBezTo>
                  <a:cubicBezTo>
                    <a:pt x="18" y="23"/>
                    <a:pt x="18" y="23"/>
                    <a:pt x="18" y="22"/>
                  </a:cubicBezTo>
                  <a:cubicBezTo>
                    <a:pt x="18" y="21"/>
                    <a:pt x="17" y="21"/>
                    <a:pt x="17" y="20"/>
                  </a:cubicBezTo>
                  <a:cubicBezTo>
                    <a:pt x="16" y="19"/>
                    <a:pt x="16" y="18"/>
                    <a:pt x="15" y="17"/>
                  </a:cubicBezTo>
                  <a:cubicBezTo>
                    <a:pt x="14" y="16"/>
                    <a:pt x="14" y="15"/>
                    <a:pt x="14" y="14"/>
                  </a:cubicBezTo>
                  <a:cubicBezTo>
                    <a:pt x="13" y="12"/>
                    <a:pt x="11" y="10"/>
                    <a:pt x="10" y="8"/>
                  </a:cubicBezTo>
                  <a:cubicBezTo>
                    <a:pt x="9" y="8"/>
                    <a:pt x="9" y="7"/>
                    <a:pt x="9" y="7"/>
                  </a:cubicBezTo>
                  <a:cubicBezTo>
                    <a:pt x="8" y="6"/>
                    <a:pt x="8" y="6"/>
                    <a:pt x="8" y="6"/>
                  </a:cubicBezTo>
                  <a:close/>
                  <a:moveTo>
                    <a:pt x="4" y="2"/>
                  </a:moveTo>
                  <a:cubicBezTo>
                    <a:pt x="5" y="1"/>
                    <a:pt x="7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4" y="3"/>
                    <a:pt x="14" y="3"/>
                    <a:pt x="15" y="4"/>
                  </a:cubicBezTo>
                  <a:cubicBezTo>
                    <a:pt x="15" y="5"/>
                    <a:pt x="16" y="5"/>
                    <a:pt x="16" y="6"/>
                  </a:cubicBezTo>
                  <a:cubicBezTo>
                    <a:pt x="17" y="6"/>
                    <a:pt x="17" y="7"/>
                    <a:pt x="18" y="7"/>
                  </a:cubicBezTo>
                  <a:cubicBezTo>
                    <a:pt x="18" y="8"/>
                    <a:pt x="18" y="8"/>
                    <a:pt x="18" y="9"/>
                  </a:cubicBezTo>
                  <a:cubicBezTo>
                    <a:pt x="19" y="10"/>
                    <a:pt x="19" y="10"/>
                    <a:pt x="19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3"/>
                    <a:pt x="21" y="13"/>
                  </a:cubicBezTo>
                  <a:cubicBezTo>
                    <a:pt x="21" y="13"/>
                    <a:pt x="21" y="14"/>
                    <a:pt x="21" y="14"/>
                  </a:cubicBezTo>
                  <a:cubicBezTo>
                    <a:pt x="21" y="14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4"/>
                    <a:pt x="22" y="13"/>
                    <a:pt x="22" y="12"/>
                  </a:cubicBezTo>
                  <a:cubicBezTo>
                    <a:pt x="23" y="11"/>
                    <a:pt x="24" y="11"/>
                    <a:pt x="24" y="10"/>
                  </a:cubicBezTo>
                  <a:cubicBezTo>
                    <a:pt x="24" y="10"/>
                    <a:pt x="25" y="9"/>
                    <a:pt x="25" y="9"/>
                  </a:cubicBezTo>
                  <a:cubicBezTo>
                    <a:pt x="25" y="9"/>
                    <a:pt x="25" y="8"/>
                    <a:pt x="26" y="8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7" y="6"/>
                    <a:pt x="28" y="6"/>
                    <a:pt x="29" y="5"/>
                  </a:cubicBezTo>
                  <a:cubicBezTo>
                    <a:pt x="30" y="4"/>
                    <a:pt x="31" y="3"/>
                    <a:pt x="32" y="3"/>
                  </a:cubicBezTo>
                  <a:cubicBezTo>
                    <a:pt x="33" y="2"/>
                    <a:pt x="34" y="2"/>
                    <a:pt x="34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6" y="2"/>
                    <a:pt x="38" y="2"/>
                    <a:pt x="39" y="3"/>
                  </a:cubicBezTo>
                  <a:cubicBezTo>
                    <a:pt x="40" y="3"/>
                    <a:pt x="43" y="7"/>
                    <a:pt x="44" y="8"/>
                  </a:cubicBezTo>
                  <a:cubicBezTo>
                    <a:pt x="44" y="9"/>
                    <a:pt x="44" y="10"/>
                    <a:pt x="44" y="11"/>
                  </a:cubicBezTo>
                  <a:cubicBezTo>
                    <a:pt x="44" y="11"/>
                    <a:pt x="44" y="12"/>
                    <a:pt x="44" y="12"/>
                  </a:cubicBezTo>
                  <a:cubicBezTo>
                    <a:pt x="45" y="13"/>
                    <a:pt x="44" y="13"/>
                    <a:pt x="44" y="14"/>
                  </a:cubicBezTo>
                  <a:cubicBezTo>
                    <a:pt x="44" y="14"/>
                    <a:pt x="44" y="15"/>
                    <a:pt x="45" y="15"/>
                  </a:cubicBezTo>
                  <a:cubicBezTo>
                    <a:pt x="44" y="17"/>
                    <a:pt x="44" y="19"/>
                    <a:pt x="44" y="20"/>
                  </a:cubicBezTo>
                  <a:cubicBezTo>
                    <a:pt x="44" y="21"/>
                    <a:pt x="44" y="23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3" y="28"/>
                    <a:pt x="43" y="29"/>
                    <a:pt x="43" y="29"/>
                  </a:cubicBezTo>
                  <a:cubicBezTo>
                    <a:pt x="43" y="30"/>
                    <a:pt x="43" y="30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1" y="32"/>
                    <a:pt x="41" y="33"/>
                  </a:cubicBezTo>
                  <a:cubicBezTo>
                    <a:pt x="41" y="33"/>
                    <a:pt x="41" y="34"/>
                    <a:pt x="41" y="34"/>
                  </a:cubicBezTo>
                  <a:cubicBezTo>
                    <a:pt x="40" y="34"/>
                    <a:pt x="40" y="35"/>
                    <a:pt x="40" y="35"/>
                  </a:cubicBezTo>
                  <a:cubicBezTo>
                    <a:pt x="40" y="35"/>
                    <a:pt x="39" y="36"/>
                    <a:pt x="39" y="36"/>
                  </a:cubicBezTo>
                  <a:cubicBezTo>
                    <a:pt x="38" y="37"/>
                    <a:pt x="38" y="37"/>
                    <a:pt x="38" y="38"/>
                  </a:cubicBezTo>
                  <a:cubicBezTo>
                    <a:pt x="37" y="38"/>
                    <a:pt x="37" y="38"/>
                    <a:pt x="37" y="39"/>
                  </a:cubicBezTo>
                  <a:cubicBezTo>
                    <a:pt x="36" y="39"/>
                    <a:pt x="36" y="43"/>
                    <a:pt x="36" y="43"/>
                  </a:cubicBezTo>
                  <a:cubicBezTo>
                    <a:pt x="36" y="44"/>
                    <a:pt x="37" y="45"/>
                    <a:pt x="37" y="45"/>
                  </a:cubicBezTo>
                  <a:cubicBezTo>
                    <a:pt x="37" y="46"/>
                    <a:pt x="36" y="46"/>
                    <a:pt x="36" y="47"/>
                  </a:cubicBezTo>
                  <a:cubicBezTo>
                    <a:pt x="36" y="47"/>
                    <a:pt x="37" y="48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7" y="50"/>
                    <a:pt x="38" y="51"/>
                    <a:pt x="38" y="51"/>
                  </a:cubicBezTo>
                  <a:cubicBezTo>
                    <a:pt x="38" y="52"/>
                    <a:pt x="39" y="54"/>
                    <a:pt x="39" y="55"/>
                  </a:cubicBezTo>
                  <a:cubicBezTo>
                    <a:pt x="39" y="55"/>
                    <a:pt x="39" y="56"/>
                    <a:pt x="39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6"/>
                    <a:pt x="40" y="55"/>
                    <a:pt x="41" y="55"/>
                  </a:cubicBezTo>
                  <a:cubicBezTo>
                    <a:pt x="41" y="55"/>
                    <a:pt x="41" y="54"/>
                    <a:pt x="41" y="54"/>
                  </a:cubicBezTo>
                  <a:cubicBezTo>
                    <a:pt x="41" y="53"/>
                    <a:pt x="41" y="52"/>
                    <a:pt x="42" y="52"/>
                  </a:cubicBezTo>
                  <a:cubicBezTo>
                    <a:pt x="42" y="51"/>
                    <a:pt x="42" y="51"/>
                    <a:pt x="42" y="50"/>
                  </a:cubicBezTo>
                  <a:cubicBezTo>
                    <a:pt x="42" y="50"/>
                    <a:pt x="43" y="49"/>
                    <a:pt x="43" y="49"/>
                  </a:cubicBezTo>
                  <a:cubicBezTo>
                    <a:pt x="43" y="48"/>
                    <a:pt x="43" y="48"/>
                    <a:pt x="44" y="47"/>
                  </a:cubicBezTo>
                  <a:cubicBezTo>
                    <a:pt x="44" y="47"/>
                    <a:pt x="44" y="46"/>
                    <a:pt x="45" y="46"/>
                  </a:cubicBezTo>
                  <a:cubicBezTo>
                    <a:pt x="45" y="46"/>
                    <a:pt x="45" y="45"/>
                    <a:pt x="45" y="45"/>
                  </a:cubicBezTo>
                  <a:cubicBezTo>
                    <a:pt x="45" y="44"/>
                    <a:pt x="46" y="44"/>
                    <a:pt x="46" y="44"/>
                  </a:cubicBezTo>
                  <a:cubicBezTo>
                    <a:pt x="47" y="43"/>
                    <a:pt x="46" y="42"/>
                    <a:pt x="47" y="41"/>
                  </a:cubicBezTo>
                  <a:cubicBezTo>
                    <a:pt x="48" y="41"/>
                    <a:pt x="48" y="40"/>
                    <a:pt x="48" y="40"/>
                  </a:cubicBezTo>
                  <a:cubicBezTo>
                    <a:pt x="48" y="40"/>
                    <a:pt x="48" y="39"/>
                    <a:pt x="48" y="39"/>
                  </a:cubicBezTo>
                  <a:cubicBezTo>
                    <a:pt x="48" y="39"/>
                    <a:pt x="49" y="38"/>
                    <a:pt x="49" y="38"/>
                  </a:cubicBezTo>
                  <a:cubicBezTo>
                    <a:pt x="49" y="37"/>
                    <a:pt x="50" y="37"/>
                    <a:pt x="50" y="37"/>
                  </a:cubicBezTo>
                  <a:cubicBezTo>
                    <a:pt x="50" y="37"/>
                    <a:pt x="50" y="36"/>
                    <a:pt x="50" y="36"/>
                  </a:cubicBezTo>
                  <a:cubicBezTo>
                    <a:pt x="50" y="35"/>
                    <a:pt x="51" y="35"/>
                    <a:pt x="52" y="34"/>
                  </a:cubicBezTo>
                  <a:cubicBezTo>
                    <a:pt x="52" y="33"/>
                    <a:pt x="53" y="32"/>
                    <a:pt x="54" y="31"/>
                  </a:cubicBezTo>
                  <a:cubicBezTo>
                    <a:pt x="54" y="31"/>
                    <a:pt x="55" y="30"/>
                    <a:pt x="56" y="29"/>
                  </a:cubicBezTo>
                  <a:cubicBezTo>
                    <a:pt x="56" y="29"/>
                    <a:pt x="57" y="28"/>
                    <a:pt x="57" y="28"/>
                  </a:cubicBezTo>
                  <a:cubicBezTo>
                    <a:pt x="57" y="27"/>
                    <a:pt x="57" y="27"/>
                    <a:pt x="58" y="26"/>
                  </a:cubicBezTo>
                  <a:cubicBezTo>
                    <a:pt x="58" y="26"/>
                    <a:pt x="59" y="25"/>
                    <a:pt x="59" y="25"/>
                  </a:cubicBezTo>
                  <a:cubicBezTo>
                    <a:pt x="60" y="24"/>
                    <a:pt x="61" y="23"/>
                    <a:pt x="62" y="22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4" y="20"/>
                    <a:pt x="66" y="19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8" y="20"/>
                    <a:pt x="69" y="19"/>
                    <a:pt x="69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8" y="21"/>
                    <a:pt x="67" y="22"/>
                    <a:pt x="66" y="24"/>
                  </a:cubicBezTo>
                  <a:cubicBezTo>
                    <a:pt x="65" y="25"/>
                    <a:pt x="65" y="26"/>
                    <a:pt x="64" y="27"/>
                  </a:cubicBezTo>
                  <a:cubicBezTo>
                    <a:pt x="63" y="29"/>
                    <a:pt x="61" y="29"/>
                    <a:pt x="59" y="31"/>
                  </a:cubicBezTo>
                  <a:cubicBezTo>
                    <a:pt x="58" y="32"/>
                    <a:pt x="58" y="34"/>
                    <a:pt x="57" y="36"/>
                  </a:cubicBezTo>
                  <a:cubicBezTo>
                    <a:pt x="56" y="36"/>
                    <a:pt x="55" y="37"/>
                    <a:pt x="55" y="37"/>
                  </a:cubicBezTo>
                  <a:cubicBezTo>
                    <a:pt x="55" y="38"/>
                    <a:pt x="55" y="39"/>
                    <a:pt x="54" y="40"/>
                  </a:cubicBezTo>
                  <a:cubicBezTo>
                    <a:pt x="54" y="41"/>
                    <a:pt x="53" y="42"/>
                    <a:pt x="52" y="43"/>
                  </a:cubicBezTo>
                  <a:cubicBezTo>
                    <a:pt x="52" y="43"/>
                    <a:pt x="52" y="44"/>
                    <a:pt x="52" y="45"/>
                  </a:cubicBezTo>
                  <a:cubicBezTo>
                    <a:pt x="52" y="45"/>
                    <a:pt x="51" y="45"/>
                    <a:pt x="51" y="46"/>
                  </a:cubicBezTo>
                  <a:cubicBezTo>
                    <a:pt x="51" y="46"/>
                    <a:pt x="51" y="47"/>
                    <a:pt x="51" y="48"/>
                  </a:cubicBezTo>
                  <a:cubicBezTo>
                    <a:pt x="50" y="49"/>
                    <a:pt x="50" y="49"/>
                    <a:pt x="50" y="50"/>
                  </a:cubicBezTo>
                  <a:cubicBezTo>
                    <a:pt x="49" y="51"/>
                    <a:pt x="49" y="52"/>
                    <a:pt x="48" y="53"/>
                  </a:cubicBezTo>
                  <a:cubicBezTo>
                    <a:pt x="49" y="53"/>
                    <a:pt x="49" y="53"/>
                    <a:pt x="48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2" y="53"/>
                    <a:pt x="53" y="54"/>
                  </a:cubicBezTo>
                  <a:cubicBezTo>
                    <a:pt x="53" y="54"/>
                    <a:pt x="53" y="54"/>
                    <a:pt x="54" y="54"/>
                  </a:cubicBezTo>
                  <a:cubicBezTo>
                    <a:pt x="54" y="54"/>
                    <a:pt x="55" y="55"/>
                    <a:pt x="55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8" y="56"/>
                    <a:pt x="58" y="56"/>
                    <a:pt x="59" y="56"/>
                  </a:cubicBezTo>
                  <a:cubicBezTo>
                    <a:pt x="59" y="56"/>
                    <a:pt x="60" y="56"/>
                    <a:pt x="60" y="56"/>
                  </a:cubicBezTo>
                  <a:cubicBezTo>
                    <a:pt x="61" y="57"/>
                    <a:pt x="61" y="58"/>
                    <a:pt x="62" y="58"/>
                  </a:cubicBezTo>
                  <a:cubicBezTo>
                    <a:pt x="63" y="58"/>
                    <a:pt x="63" y="58"/>
                    <a:pt x="64" y="58"/>
                  </a:cubicBezTo>
                  <a:cubicBezTo>
                    <a:pt x="65" y="58"/>
                    <a:pt x="66" y="58"/>
                    <a:pt x="67" y="58"/>
                  </a:cubicBezTo>
                  <a:cubicBezTo>
                    <a:pt x="67" y="59"/>
                    <a:pt x="68" y="59"/>
                    <a:pt x="69" y="60"/>
                  </a:cubicBezTo>
                  <a:cubicBezTo>
                    <a:pt x="70" y="60"/>
                    <a:pt x="71" y="60"/>
                    <a:pt x="72" y="60"/>
                  </a:cubicBezTo>
                  <a:cubicBezTo>
                    <a:pt x="73" y="61"/>
                    <a:pt x="74" y="63"/>
                    <a:pt x="74" y="64"/>
                  </a:cubicBezTo>
                  <a:cubicBezTo>
                    <a:pt x="74" y="67"/>
                    <a:pt x="68" y="69"/>
                    <a:pt x="66" y="72"/>
                  </a:cubicBezTo>
                  <a:cubicBezTo>
                    <a:pt x="66" y="72"/>
                    <a:pt x="66" y="74"/>
                    <a:pt x="66" y="74"/>
                  </a:cubicBezTo>
                  <a:cubicBezTo>
                    <a:pt x="66" y="75"/>
                    <a:pt x="66" y="75"/>
                    <a:pt x="66" y="76"/>
                  </a:cubicBezTo>
                  <a:cubicBezTo>
                    <a:pt x="66" y="77"/>
                    <a:pt x="66" y="77"/>
                    <a:pt x="66" y="78"/>
                  </a:cubicBezTo>
                  <a:cubicBezTo>
                    <a:pt x="66" y="79"/>
                    <a:pt x="66" y="80"/>
                    <a:pt x="66" y="80"/>
                  </a:cubicBezTo>
                  <a:cubicBezTo>
                    <a:pt x="66" y="81"/>
                    <a:pt x="65" y="82"/>
                    <a:pt x="65" y="82"/>
                  </a:cubicBezTo>
                  <a:cubicBezTo>
                    <a:pt x="65" y="83"/>
                    <a:pt x="65" y="83"/>
                    <a:pt x="65" y="84"/>
                  </a:cubicBezTo>
                  <a:cubicBezTo>
                    <a:pt x="65" y="84"/>
                    <a:pt x="65" y="84"/>
                    <a:pt x="64" y="85"/>
                  </a:cubicBezTo>
                  <a:cubicBezTo>
                    <a:pt x="64" y="85"/>
                    <a:pt x="64" y="86"/>
                    <a:pt x="64" y="86"/>
                  </a:cubicBezTo>
                  <a:cubicBezTo>
                    <a:pt x="63" y="87"/>
                    <a:pt x="63" y="88"/>
                    <a:pt x="62" y="89"/>
                  </a:cubicBezTo>
                  <a:cubicBezTo>
                    <a:pt x="62" y="89"/>
                    <a:pt x="62" y="89"/>
                    <a:pt x="61" y="89"/>
                  </a:cubicBezTo>
                  <a:cubicBezTo>
                    <a:pt x="61" y="90"/>
                    <a:pt x="61" y="90"/>
                    <a:pt x="60" y="90"/>
                  </a:cubicBezTo>
                  <a:cubicBezTo>
                    <a:pt x="60" y="91"/>
                    <a:pt x="60" y="91"/>
                    <a:pt x="60" y="92"/>
                  </a:cubicBezTo>
                  <a:cubicBezTo>
                    <a:pt x="59" y="93"/>
                    <a:pt x="57" y="94"/>
                    <a:pt x="56" y="95"/>
                  </a:cubicBezTo>
                  <a:cubicBezTo>
                    <a:pt x="55" y="95"/>
                    <a:pt x="55" y="95"/>
                    <a:pt x="54" y="95"/>
                  </a:cubicBezTo>
                  <a:cubicBezTo>
                    <a:pt x="54" y="95"/>
                    <a:pt x="53" y="96"/>
                    <a:pt x="53" y="96"/>
                  </a:cubicBezTo>
                  <a:cubicBezTo>
                    <a:pt x="53" y="96"/>
                    <a:pt x="52" y="96"/>
                    <a:pt x="52" y="96"/>
                  </a:cubicBezTo>
                  <a:cubicBezTo>
                    <a:pt x="52" y="96"/>
                    <a:pt x="51" y="95"/>
                    <a:pt x="51" y="95"/>
                  </a:cubicBezTo>
                  <a:cubicBezTo>
                    <a:pt x="51" y="94"/>
                    <a:pt x="52" y="94"/>
                    <a:pt x="5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2"/>
                    <a:pt x="56" y="91"/>
                    <a:pt x="56" y="90"/>
                  </a:cubicBezTo>
                  <a:cubicBezTo>
                    <a:pt x="56" y="90"/>
                    <a:pt x="57" y="90"/>
                    <a:pt x="57" y="89"/>
                  </a:cubicBezTo>
                  <a:cubicBezTo>
                    <a:pt x="57" y="89"/>
                    <a:pt x="57" y="89"/>
                    <a:pt x="57" y="88"/>
                  </a:cubicBezTo>
                  <a:cubicBezTo>
                    <a:pt x="58" y="88"/>
                    <a:pt x="58" y="87"/>
                    <a:pt x="59" y="87"/>
                  </a:cubicBezTo>
                  <a:cubicBezTo>
                    <a:pt x="59" y="87"/>
                    <a:pt x="59" y="87"/>
                    <a:pt x="59" y="86"/>
                  </a:cubicBezTo>
                  <a:cubicBezTo>
                    <a:pt x="59" y="86"/>
                    <a:pt x="59" y="85"/>
                    <a:pt x="60" y="84"/>
                  </a:cubicBezTo>
                  <a:cubicBezTo>
                    <a:pt x="60" y="84"/>
                    <a:pt x="60" y="83"/>
                    <a:pt x="60" y="83"/>
                  </a:cubicBezTo>
                  <a:cubicBezTo>
                    <a:pt x="60" y="82"/>
                    <a:pt x="61" y="82"/>
                    <a:pt x="61" y="82"/>
                  </a:cubicBezTo>
                  <a:cubicBezTo>
                    <a:pt x="61" y="81"/>
                    <a:pt x="61" y="81"/>
                    <a:pt x="61" y="80"/>
                  </a:cubicBezTo>
                  <a:cubicBezTo>
                    <a:pt x="61" y="80"/>
                    <a:pt x="61" y="79"/>
                    <a:pt x="61" y="79"/>
                  </a:cubicBezTo>
                  <a:cubicBezTo>
                    <a:pt x="61" y="78"/>
                    <a:pt x="61" y="77"/>
                    <a:pt x="61" y="76"/>
                  </a:cubicBezTo>
                  <a:cubicBezTo>
                    <a:pt x="60" y="77"/>
                    <a:pt x="59" y="77"/>
                    <a:pt x="59" y="78"/>
                  </a:cubicBezTo>
                  <a:cubicBezTo>
                    <a:pt x="58" y="78"/>
                    <a:pt x="57" y="79"/>
                    <a:pt x="57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1"/>
                    <a:pt x="54" y="81"/>
                    <a:pt x="53" y="81"/>
                  </a:cubicBezTo>
                  <a:cubicBezTo>
                    <a:pt x="52" y="82"/>
                    <a:pt x="50" y="81"/>
                    <a:pt x="49" y="80"/>
                  </a:cubicBezTo>
                  <a:cubicBezTo>
                    <a:pt x="48" y="80"/>
                    <a:pt x="47" y="80"/>
                    <a:pt x="47" y="79"/>
                  </a:cubicBezTo>
                  <a:cubicBezTo>
                    <a:pt x="46" y="78"/>
                    <a:pt x="46" y="78"/>
                    <a:pt x="45" y="77"/>
                  </a:cubicBezTo>
                  <a:cubicBezTo>
                    <a:pt x="45" y="77"/>
                    <a:pt x="44" y="76"/>
                    <a:pt x="44" y="76"/>
                  </a:cubicBezTo>
                  <a:cubicBezTo>
                    <a:pt x="43" y="75"/>
                    <a:pt x="42" y="73"/>
                    <a:pt x="41" y="72"/>
                  </a:cubicBezTo>
                  <a:cubicBezTo>
                    <a:pt x="41" y="71"/>
                    <a:pt x="41" y="71"/>
                    <a:pt x="40" y="70"/>
                  </a:cubicBezTo>
                  <a:cubicBezTo>
                    <a:pt x="39" y="71"/>
                    <a:pt x="39" y="72"/>
                    <a:pt x="39" y="73"/>
                  </a:cubicBezTo>
                  <a:cubicBezTo>
                    <a:pt x="38" y="74"/>
                    <a:pt x="38" y="75"/>
                    <a:pt x="37" y="76"/>
                  </a:cubicBezTo>
                  <a:cubicBezTo>
                    <a:pt x="37" y="76"/>
                    <a:pt x="37" y="77"/>
                    <a:pt x="36" y="77"/>
                  </a:cubicBezTo>
                  <a:cubicBezTo>
                    <a:pt x="36" y="78"/>
                    <a:pt x="36" y="78"/>
                    <a:pt x="35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1"/>
                    <a:pt x="34" y="81"/>
                    <a:pt x="34" y="82"/>
                  </a:cubicBezTo>
                  <a:cubicBezTo>
                    <a:pt x="34" y="82"/>
                    <a:pt x="34" y="83"/>
                    <a:pt x="33" y="83"/>
                  </a:cubicBezTo>
                  <a:cubicBezTo>
                    <a:pt x="33" y="83"/>
                    <a:pt x="33" y="84"/>
                    <a:pt x="33" y="84"/>
                  </a:cubicBezTo>
                  <a:cubicBezTo>
                    <a:pt x="33" y="85"/>
                    <a:pt x="32" y="85"/>
                    <a:pt x="32" y="86"/>
                  </a:cubicBezTo>
                  <a:cubicBezTo>
                    <a:pt x="32" y="86"/>
                    <a:pt x="31" y="87"/>
                    <a:pt x="31" y="87"/>
                  </a:cubicBezTo>
                  <a:cubicBezTo>
                    <a:pt x="31" y="88"/>
                    <a:pt x="31" y="89"/>
                    <a:pt x="30" y="89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29" y="91"/>
                    <a:pt x="29" y="92"/>
                    <a:pt x="28" y="93"/>
                  </a:cubicBezTo>
                  <a:cubicBezTo>
                    <a:pt x="28" y="94"/>
                    <a:pt x="28" y="95"/>
                    <a:pt x="27" y="96"/>
                  </a:cubicBezTo>
                  <a:cubicBezTo>
                    <a:pt x="27" y="97"/>
                    <a:pt x="26" y="98"/>
                    <a:pt x="26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5" y="100"/>
                    <a:pt x="24" y="101"/>
                    <a:pt x="24" y="101"/>
                  </a:cubicBezTo>
                  <a:cubicBezTo>
                    <a:pt x="24" y="102"/>
                    <a:pt x="24" y="103"/>
                    <a:pt x="23" y="104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5"/>
                    <a:pt x="24" y="106"/>
                  </a:cubicBezTo>
                  <a:cubicBezTo>
                    <a:pt x="24" y="107"/>
                    <a:pt x="22" y="109"/>
                    <a:pt x="21" y="110"/>
                  </a:cubicBezTo>
                  <a:cubicBezTo>
                    <a:pt x="20" y="110"/>
                    <a:pt x="19" y="112"/>
                    <a:pt x="18" y="111"/>
                  </a:cubicBezTo>
                  <a:cubicBezTo>
                    <a:pt x="17" y="110"/>
                    <a:pt x="16" y="108"/>
                    <a:pt x="17" y="107"/>
                  </a:cubicBezTo>
                  <a:cubicBezTo>
                    <a:pt x="17" y="106"/>
                    <a:pt x="17" y="106"/>
                    <a:pt x="17" y="105"/>
                  </a:cubicBezTo>
                  <a:cubicBezTo>
                    <a:pt x="17" y="105"/>
                    <a:pt x="17" y="104"/>
                    <a:pt x="17" y="104"/>
                  </a:cubicBezTo>
                  <a:cubicBezTo>
                    <a:pt x="18" y="103"/>
                    <a:pt x="19" y="102"/>
                    <a:pt x="18" y="101"/>
                  </a:cubicBezTo>
                  <a:cubicBezTo>
                    <a:pt x="19" y="101"/>
                    <a:pt x="19" y="100"/>
                    <a:pt x="20" y="100"/>
                  </a:cubicBezTo>
                  <a:cubicBezTo>
                    <a:pt x="20" y="100"/>
                    <a:pt x="20" y="99"/>
                    <a:pt x="20" y="99"/>
                  </a:cubicBezTo>
                  <a:cubicBezTo>
                    <a:pt x="20" y="98"/>
                    <a:pt x="20" y="98"/>
                    <a:pt x="21" y="98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7"/>
                    <a:pt x="21" y="96"/>
                    <a:pt x="21" y="96"/>
                  </a:cubicBezTo>
                  <a:cubicBezTo>
                    <a:pt x="21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3" y="93"/>
                    <a:pt x="23" y="93"/>
                  </a:cubicBezTo>
                  <a:cubicBezTo>
                    <a:pt x="23" y="92"/>
                    <a:pt x="23" y="91"/>
                    <a:pt x="23" y="91"/>
                  </a:cubicBezTo>
                  <a:cubicBezTo>
                    <a:pt x="23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8"/>
                  </a:cubicBezTo>
                  <a:cubicBezTo>
                    <a:pt x="25" y="88"/>
                    <a:pt x="25" y="87"/>
                    <a:pt x="25" y="87"/>
                  </a:cubicBezTo>
                  <a:cubicBezTo>
                    <a:pt x="25" y="86"/>
                    <a:pt x="26" y="85"/>
                    <a:pt x="26" y="85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3"/>
                    <a:pt x="26" y="83"/>
                    <a:pt x="27" y="82"/>
                  </a:cubicBezTo>
                  <a:cubicBezTo>
                    <a:pt x="27" y="81"/>
                    <a:pt x="27" y="81"/>
                    <a:pt x="28" y="80"/>
                  </a:cubicBezTo>
                  <a:cubicBezTo>
                    <a:pt x="28" y="80"/>
                    <a:pt x="28" y="79"/>
                    <a:pt x="28" y="79"/>
                  </a:cubicBezTo>
                  <a:cubicBezTo>
                    <a:pt x="28" y="78"/>
                    <a:pt x="29" y="77"/>
                    <a:pt x="28" y="76"/>
                  </a:cubicBezTo>
                  <a:cubicBezTo>
                    <a:pt x="29" y="76"/>
                    <a:pt x="29" y="76"/>
                    <a:pt x="29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3"/>
                    <a:pt x="31" y="73"/>
                    <a:pt x="31" y="72"/>
                  </a:cubicBezTo>
                  <a:cubicBezTo>
                    <a:pt x="31" y="71"/>
                    <a:pt x="32" y="71"/>
                    <a:pt x="32" y="70"/>
                  </a:cubicBezTo>
                  <a:cubicBezTo>
                    <a:pt x="32" y="70"/>
                    <a:pt x="33" y="69"/>
                    <a:pt x="33" y="69"/>
                  </a:cubicBezTo>
                  <a:cubicBezTo>
                    <a:pt x="33" y="68"/>
                    <a:pt x="33" y="68"/>
                    <a:pt x="33" y="67"/>
                  </a:cubicBezTo>
                  <a:cubicBezTo>
                    <a:pt x="34" y="67"/>
                    <a:pt x="34" y="67"/>
                    <a:pt x="34" y="66"/>
                  </a:cubicBezTo>
                  <a:cubicBezTo>
                    <a:pt x="35" y="66"/>
                    <a:pt x="35" y="65"/>
                    <a:pt x="35" y="65"/>
                  </a:cubicBezTo>
                  <a:cubicBezTo>
                    <a:pt x="35" y="64"/>
                    <a:pt x="36" y="64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2"/>
                  </a:cubicBezTo>
                  <a:cubicBezTo>
                    <a:pt x="36" y="62"/>
                    <a:pt x="36" y="62"/>
                    <a:pt x="36" y="61"/>
                  </a:cubicBezTo>
                  <a:cubicBezTo>
                    <a:pt x="36" y="59"/>
                    <a:pt x="35" y="57"/>
                    <a:pt x="34" y="55"/>
                  </a:cubicBezTo>
                  <a:cubicBezTo>
                    <a:pt x="34" y="55"/>
                    <a:pt x="33" y="54"/>
                    <a:pt x="33" y="54"/>
                  </a:cubicBezTo>
                  <a:cubicBezTo>
                    <a:pt x="33" y="52"/>
                    <a:pt x="32" y="51"/>
                    <a:pt x="31" y="50"/>
                  </a:cubicBezTo>
                  <a:cubicBezTo>
                    <a:pt x="31" y="50"/>
                    <a:pt x="31" y="49"/>
                    <a:pt x="31" y="48"/>
                  </a:cubicBezTo>
                  <a:cubicBezTo>
                    <a:pt x="31" y="48"/>
                    <a:pt x="30" y="47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4"/>
                    <a:pt x="29" y="44"/>
                  </a:cubicBezTo>
                  <a:cubicBezTo>
                    <a:pt x="29" y="43"/>
                    <a:pt x="29" y="43"/>
                    <a:pt x="28" y="42"/>
                  </a:cubicBezTo>
                  <a:cubicBezTo>
                    <a:pt x="28" y="42"/>
                    <a:pt x="28" y="41"/>
                    <a:pt x="28" y="41"/>
                  </a:cubicBezTo>
                  <a:cubicBezTo>
                    <a:pt x="27" y="40"/>
                    <a:pt x="25" y="40"/>
                    <a:pt x="24" y="40"/>
                  </a:cubicBezTo>
                  <a:cubicBezTo>
                    <a:pt x="24" y="40"/>
                    <a:pt x="24" y="40"/>
                    <a:pt x="23" y="39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2"/>
                    <a:pt x="23" y="42"/>
                  </a:cubicBezTo>
                  <a:cubicBezTo>
                    <a:pt x="23" y="43"/>
                    <a:pt x="23" y="43"/>
                    <a:pt x="23" y="44"/>
                  </a:cubicBezTo>
                  <a:cubicBezTo>
                    <a:pt x="23" y="44"/>
                    <a:pt x="23" y="44"/>
                    <a:pt x="23" y="45"/>
                  </a:cubicBezTo>
                  <a:cubicBezTo>
                    <a:pt x="23" y="45"/>
                    <a:pt x="23" y="46"/>
                    <a:pt x="23" y="46"/>
                  </a:cubicBezTo>
                  <a:cubicBezTo>
                    <a:pt x="23" y="48"/>
                    <a:pt x="23" y="50"/>
                    <a:pt x="23" y="52"/>
                  </a:cubicBezTo>
                  <a:cubicBezTo>
                    <a:pt x="23" y="53"/>
                    <a:pt x="23" y="53"/>
                    <a:pt x="23" y="54"/>
                  </a:cubicBezTo>
                  <a:cubicBezTo>
                    <a:pt x="23" y="54"/>
                    <a:pt x="23" y="55"/>
                    <a:pt x="24" y="55"/>
                  </a:cubicBezTo>
                  <a:cubicBezTo>
                    <a:pt x="24" y="56"/>
                    <a:pt x="23" y="57"/>
                    <a:pt x="23" y="58"/>
                  </a:cubicBezTo>
                  <a:cubicBezTo>
                    <a:pt x="23" y="59"/>
                    <a:pt x="23" y="61"/>
                    <a:pt x="24" y="62"/>
                  </a:cubicBezTo>
                  <a:cubicBezTo>
                    <a:pt x="24" y="62"/>
                    <a:pt x="24" y="63"/>
                    <a:pt x="24" y="63"/>
                  </a:cubicBezTo>
                  <a:cubicBezTo>
                    <a:pt x="24" y="64"/>
                    <a:pt x="23" y="65"/>
                    <a:pt x="23" y="67"/>
                  </a:cubicBezTo>
                  <a:cubicBezTo>
                    <a:pt x="23" y="67"/>
                    <a:pt x="24" y="68"/>
                    <a:pt x="24" y="68"/>
                  </a:cubicBezTo>
                  <a:cubicBezTo>
                    <a:pt x="24" y="69"/>
                    <a:pt x="23" y="69"/>
                    <a:pt x="23" y="70"/>
                  </a:cubicBezTo>
                  <a:cubicBezTo>
                    <a:pt x="23" y="71"/>
                    <a:pt x="23" y="71"/>
                    <a:pt x="22" y="72"/>
                  </a:cubicBezTo>
                  <a:cubicBezTo>
                    <a:pt x="22" y="73"/>
                    <a:pt x="22" y="74"/>
                    <a:pt x="21" y="75"/>
                  </a:cubicBezTo>
                  <a:cubicBezTo>
                    <a:pt x="21" y="75"/>
                    <a:pt x="21" y="76"/>
                    <a:pt x="20" y="77"/>
                  </a:cubicBezTo>
                  <a:cubicBezTo>
                    <a:pt x="19" y="77"/>
                    <a:pt x="18" y="77"/>
                    <a:pt x="17" y="77"/>
                  </a:cubicBezTo>
                  <a:cubicBezTo>
                    <a:pt x="16" y="77"/>
                    <a:pt x="16" y="77"/>
                    <a:pt x="15" y="77"/>
                  </a:cubicBezTo>
                  <a:cubicBezTo>
                    <a:pt x="14" y="77"/>
                    <a:pt x="13" y="78"/>
                    <a:pt x="12" y="77"/>
                  </a:cubicBezTo>
                  <a:cubicBezTo>
                    <a:pt x="11" y="77"/>
                    <a:pt x="10" y="75"/>
                    <a:pt x="10" y="74"/>
                  </a:cubicBezTo>
                  <a:cubicBezTo>
                    <a:pt x="10" y="74"/>
                    <a:pt x="10" y="74"/>
                    <a:pt x="10" y="73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8" y="71"/>
                    <a:pt x="8" y="70"/>
                    <a:pt x="8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6" y="66"/>
                    <a:pt x="6" y="66"/>
                    <a:pt x="6" y="65"/>
                  </a:cubicBezTo>
                  <a:cubicBezTo>
                    <a:pt x="5" y="64"/>
                    <a:pt x="5" y="63"/>
                    <a:pt x="5" y="62"/>
                  </a:cubicBezTo>
                  <a:cubicBezTo>
                    <a:pt x="4" y="61"/>
                    <a:pt x="4" y="60"/>
                    <a:pt x="4" y="60"/>
                  </a:cubicBezTo>
                  <a:cubicBezTo>
                    <a:pt x="3" y="59"/>
                    <a:pt x="3" y="58"/>
                    <a:pt x="2" y="57"/>
                  </a:cubicBezTo>
                  <a:cubicBezTo>
                    <a:pt x="2" y="56"/>
                    <a:pt x="2" y="55"/>
                    <a:pt x="2" y="54"/>
                  </a:cubicBezTo>
                  <a:cubicBezTo>
                    <a:pt x="2" y="53"/>
                    <a:pt x="1" y="53"/>
                    <a:pt x="1" y="52"/>
                  </a:cubicBezTo>
                  <a:cubicBezTo>
                    <a:pt x="1" y="52"/>
                    <a:pt x="1" y="51"/>
                    <a:pt x="1" y="51"/>
                  </a:cubicBezTo>
                  <a:cubicBezTo>
                    <a:pt x="1" y="50"/>
                    <a:pt x="1" y="48"/>
                    <a:pt x="0" y="47"/>
                  </a:cubicBezTo>
                  <a:cubicBezTo>
                    <a:pt x="0" y="46"/>
                    <a:pt x="0" y="45"/>
                    <a:pt x="0" y="44"/>
                  </a:cubicBezTo>
                  <a:cubicBezTo>
                    <a:pt x="0" y="44"/>
                    <a:pt x="0" y="44"/>
                    <a:pt x="0" y="43"/>
                  </a:cubicBezTo>
                  <a:cubicBezTo>
                    <a:pt x="0" y="43"/>
                    <a:pt x="0" y="42"/>
                    <a:pt x="0" y="42"/>
                  </a:cubicBezTo>
                  <a:cubicBezTo>
                    <a:pt x="0" y="41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1" y="39"/>
                    <a:pt x="1" y="38"/>
                    <a:pt x="2" y="39"/>
                  </a:cubicBezTo>
                  <a:cubicBezTo>
                    <a:pt x="4" y="40"/>
                    <a:pt x="4" y="43"/>
                    <a:pt x="5" y="44"/>
                  </a:cubicBezTo>
                  <a:cubicBezTo>
                    <a:pt x="6" y="45"/>
                    <a:pt x="7" y="47"/>
                    <a:pt x="8" y="48"/>
                  </a:cubicBezTo>
                  <a:cubicBezTo>
                    <a:pt x="8" y="48"/>
                    <a:pt x="8" y="49"/>
                    <a:pt x="8" y="49"/>
                  </a:cubicBezTo>
                  <a:cubicBezTo>
                    <a:pt x="9" y="50"/>
                    <a:pt x="9" y="50"/>
                    <a:pt x="10" y="51"/>
                  </a:cubicBezTo>
                  <a:cubicBezTo>
                    <a:pt x="11" y="52"/>
                    <a:pt x="11" y="53"/>
                    <a:pt x="12" y="54"/>
                  </a:cubicBezTo>
                  <a:cubicBezTo>
                    <a:pt x="12" y="55"/>
                    <a:pt x="12" y="56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2"/>
                    <a:pt x="13" y="51"/>
                    <a:pt x="13" y="51"/>
                  </a:cubicBezTo>
                  <a:cubicBezTo>
                    <a:pt x="13" y="50"/>
                    <a:pt x="13" y="50"/>
                    <a:pt x="13" y="49"/>
                  </a:cubicBezTo>
                  <a:cubicBezTo>
                    <a:pt x="13" y="49"/>
                    <a:pt x="13" y="48"/>
                    <a:pt x="13" y="48"/>
                  </a:cubicBezTo>
                  <a:cubicBezTo>
                    <a:pt x="14" y="46"/>
                    <a:pt x="14" y="45"/>
                    <a:pt x="14" y="43"/>
                  </a:cubicBezTo>
                  <a:cubicBezTo>
                    <a:pt x="14" y="42"/>
                    <a:pt x="14" y="41"/>
                    <a:pt x="14" y="39"/>
                  </a:cubicBezTo>
                  <a:cubicBezTo>
                    <a:pt x="14" y="39"/>
                    <a:pt x="14" y="38"/>
                    <a:pt x="14" y="38"/>
                  </a:cubicBezTo>
                  <a:cubicBezTo>
                    <a:pt x="14" y="37"/>
                    <a:pt x="14" y="37"/>
                    <a:pt x="15" y="37"/>
                  </a:cubicBezTo>
                  <a:cubicBezTo>
                    <a:pt x="15" y="37"/>
                    <a:pt x="15" y="36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2" y="31"/>
                    <a:pt x="11" y="31"/>
                  </a:cubicBezTo>
                  <a:cubicBezTo>
                    <a:pt x="11" y="30"/>
                    <a:pt x="10" y="30"/>
                    <a:pt x="10" y="30"/>
                  </a:cubicBezTo>
                  <a:cubicBezTo>
                    <a:pt x="9" y="30"/>
                    <a:pt x="9" y="29"/>
                    <a:pt x="9" y="28"/>
                  </a:cubicBezTo>
                  <a:cubicBezTo>
                    <a:pt x="8" y="27"/>
                    <a:pt x="8" y="26"/>
                    <a:pt x="7" y="25"/>
                  </a:cubicBezTo>
                  <a:cubicBezTo>
                    <a:pt x="7" y="25"/>
                    <a:pt x="7" y="24"/>
                    <a:pt x="6" y="23"/>
                  </a:cubicBezTo>
                  <a:cubicBezTo>
                    <a:pt x="6" y="22"/>
                    <a:pt x="4" y="21"/>
                    <a:pt x="4" y="20"/>
                  </a:cubicBezTo>
                  <a:cubicBezTo>
                    <a:pt x="4" y="20"/>
                    <a:pt x="4" y="19"/>
                    <a:pt x="4" y="19"/>
                  </a:cubicBezTo>
                  <a:cubicBezTo>
                    <a:pt x="4" y="18"/>
                    <a:pt x="4" y="18"/>
                    <a:pt x="3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3" y="15"/>
                    <a:pt x="3" y="15"/>
                    <a:pt x="3" y="14"/>
                  </a:cubicBezTo>
                  <a:cubicBezTo>
                    <a:pt x="3" y="14"/>
                    <a:pt x="3" y="13"/>
                    <a:pt x="2" y="13"/>
                  </a:cubicBezTo>
                  <a:cubicBezTo>
                    <a:pt x="2" y="13"/>
                    <a:pt x="2" y="12"/>
                    <a:pt x="2" y="12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2" y="9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6569075" y="2411413"/>
              <a:ext cx="277813" cy="306388"/>
            </a:xfrm>
            <a:custGeom>
              <a:avLst/>
              <a:gdLst>
                <a:gd name="T0" fmla="*/ 16 w 102"/>
                <a:gd name="T1" fmla="*/ 44 h 112"/>
                <a:gd name="T2" fmla="*/ 74 w 102"/>
                <a:gd name="T3" fmla="*/ 56 h 112"/>
                <a:gd name="T4" fmla="*/ 71 w 102"/>
                <a:gd name="T5" fmla="*/ 62 h 112"/>
                <a:gd name="T6" fmla="*/ 78 w 102"/>
                <a:gd name="T7" fmla="*/ 59 h 112"/>
                <a:gd name="T8" fmla="*/ 61 w 102"/>
                <a:gd name="T9" fmla="*/ 14 h 112"/>
                <a:gd name="T10" fmla="*/ 96 w 102"/>
                <a:gd name="T11" fmla="*/ 19 h 112"/>
                <a:gd name="T12" fmla="*/ 97 w 102"/>
                <a:gd name="T13" fmla="*/ 24 h 112"/>
                <a:gd name="T14" fmla="*/ 93 w 102"/>
                <a:gd name="T15" fmla="*/ 31 h 112"/>
                <a:gd name="T16" fmla="*/ 96 w 102"/>
                <a:gd name="T17" fmla="*/ 33 h 112"/>
                <a:gd name="T18" fmla="*/ 97 w 102"/>
                <a:gd name="T19" fmla="*/ 40 h 112"/>
                <a:gd name="T20" fmla="*/ 86 w 102"/>
                <a:gd name="T21" fmla="*/ 42 h 112"/>
                <a:gd name="T22" fmla="*/ 78 w 102"/>
                <a:gd name="T23" fmla="*/ 43 h 112"/>
                <a:gd name="T24" fmla="*/ 70 w 102"/>
                <a:gd name="T25" fmla="*/ 49 h 112"/>
                <a:gd name="T26" fmla="*/ 86 w 102"/>
                <a:gd name="T27" fmla="*/ 54 h 112"/>
                <a:gd name="T28" fmla="*/ 84 w 102"/>
                <a:gd name="T29" fmla="*/ 64 h 112"/>
                <a:gd name="T30" fmla="*/ 75 w 102"/>
                <a:gd name="T31" fmla="*/ 70 h 112"/>
                <a:gd name="T32" fmla="*/ 76 w 102"/>
                <a:gd name="T33" fmla="*/ 76 h 112"/>
                <a:gd name="T34" fmla="*/ 78 w 102"/>
                <a:gd name="T35" fmla="*/ 87 h 112"/>
                <a:gd name="T36" fmla="*/ 81 w 102"/>
                <a:gd name="T37" fmla="*/ 94 h 112"/>
                <a:gd name="T38" fmla="*/ 77 w 102"/>
                <a:gd name="T39" fmla="*/ 109 h 112"/>
                <a:gd name="T40" fmla="*/ 76 w 102"/>
                <a:gd name="T41" fmla="*/ 111 h 112"/>
                <a:gd name="T42" fmla="*/ 71 w 102"/>
                <a:gd name="T43" fmla="*/ 99 h 112"/>
                <a:gd name="T44" fmla="*/ 68 w 102"/>
                <a:gd name="T45" fmla="*/ 80 h 112"/>
                <a:gd name="T46" fmla="*/ 68 w 102"/>
                <a:gd name="T47" fmla="*/ 76 h 112"/>
                <a:gd name="T48" fmla="*/ 59 w 102"/>
                <a:gd name="T49" fmla="*/ 72 h 112"/>
                <a:gd name="T50" fmla="*/ 39 w 102"/>
                <a:gd name="T51" fmla="*/ 62 h 112"/>
                <a:gd name="T52" fmla="*/ 45 w 102"/>
                <a:gd name="T53" fmla="*/ 54 h 112"/>
                <a:gd name="T54" fmla="*/ 54 w 102"/>
                <a:gd name="T55" fmla="*/ 66 h 112"/>
                <a:gd name="T56" fmla="*/ 64 w 102"/>
                <a:gd name="T57" fmla="*/ 63 h 112"/>
                <a:gd name="T58" fmla="*/ 54 w 102"/>
                <a:gd name="T59" fmla="*/ 50 h 112"/>
                <a:gd name="T60" fmla="*/ 64 w 102"/>
                <a:gd name="T61" fmla="*/ 43 h 112"/>
                <a:gd name="T62" fmla="*/ 58 w 102"/>
                <a:gd name="T63" fmla="*/ 40 h 112"/>
                <a:gd name="T64" fmla="*/ 45 w 102"/>
                <a:gd name="T65" fmla="*/ 38 h 112"/>
                <a:gd name="T66" fmla="*/ 30 w 102"/>
                <a:gd name="T67" fmla="*/ 41 h 112"/>
                <a:gd name="T68" fmla="*/ 18 w 102"/>
                <a:gd name="T69" fmla="*/ 54 h 112"/>
                <a:gd name="T70" fmla="*/ 10 w 102"/>
                <a:gd name="T71" fmla="*/ 57 h 112"/>
                <a:gd name="T72" fmla="*/ 10 w 102"/>
                <a:gd name="T73" fmla="*/ 46 h 112"/>
                <a:gd name="T74" fmla="*/ 10 w 102"/>
                <a:gd name="T75" fmla="*/ 38 h 112"/>
                <a:gd name="T76" fmla="*/ 4 w 102"/>
                <a:gd name="T77" fmla="*/ 34 h 112"/>
                <a:gd name="T78" fmla="*/ 2 w 102"/>
                <a:gd name="T79" fmla="*/ 25 h 112"/>
                <a:gd name="T80" fmla="*/ 17 w 102"/>
                <a:gd name="T81" fmla="*/ 28 h 112"/>
                <a:gd name="T82" fmla="*/ 26 w 102"/>
                <a:gd name="T83" fmla="*/ 29 h 112"/>
                <a:gd name="T84" fmla="*/ 36 w 102"/>
                <a:gd name="T85" fmla="*/ 27 h 112"/>
                <a:gd name="T86" fmla="*/ 35 w 102"/>
                <a:gd name="T87" fmla="*/ 20 h 112"/>
                <a:gd name="T88" fmla="*/ 30 w 102"/>
                <a:gd name="T89" fmla="*/ 12 h 112"/>
                <a:gd name="T90" fmla="*/ 40 w 102"/>
                <a:gd name="T91" fmla="*/ 13 h 112"/>
                <a:gd name="T92" fmla="*/ 48 w 102"/>
                <a:gd name="T93" fmla="*/ 14 h 112"/>
                <a:gd name="T94" fmla="*/ 63 w 102"/>
                <a:gd name="T95" fmla="*/ 4 h 112"/>
                <a:gd name="T96" fmla="*/ 71 w 102"/>
                <a:gd name="T97" fmla="*/ 0 h 112"/>
                <a:gd name="T98" fmla="*/ 72 w 102"/>
                <a:gd name="T99" fmla="*/ 12 h 112"/>
                <a:gd name="T100" fmla="*/ 72 w 102"/>
                <a:gd name="T101" fmla="*/ 14 h 112"/>
                <a:gd name="T102" fmla="*/ 68 w 102"/>
                <a:gd name="T103" fmla="*/ 21 h 112"/>
                <a:gd name="T104" fmla="*/ 52 w 102"/>
                <a:gd name="T105" fmla="*/ 25 h 112"/>
                <a:gd name="T106" fmla="*/ 49 w 102"/>
                <a:gd name="T107" fmla="*/ 31 h 112"/>
                <a:gd name="T108" fmla="*/ 58 w 102"/>
                <a:gd name="T109" fmla="*/ 32 h 112"/>
                <a:gd name="T110" fmla="*/ 72 w 102"/>
                <a:gd name="T111" fmla="*/ 32 h 112"/>
                <a:gd name="T112" fmla="*/ 83 w 102"/>
                <a:gd name="T113" fmla="*/ 28 h 112"/>
                <a:gd name="T114" fmla="*/ 94 w 102"/>
                <a:gd name="T115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2" h="112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20" y="38"/>
                  </a:moveTo>
                  <a:cubicBezTo>
                    <a:pt x="20" y="38"/>
                    <a:pt x="14" y="38"/>
                    <a:pt x="14" y="39"/>
                  </a:cubicBezTo>
                  <a:cubicBezTo>
                    <a:pt x="14" y="40"/>
                    <a:pt x="14" y="41"/>
                    <a:pt x="15" y="41"/>
                  </a:cubicBezTo>
                  <a:cubicBezTo>
                    <a:pt x="15" y="42"/>
                    <a:pt x="15" y="43"/>
                    <a:pt x="16" y="44"/>
                  </a:cubicBezTo>
                  <a:cubicBezTo>
                    <a:pt x="16" y="44"/>
                    <a:pt x="17" y="43"/>
                    <a:pt x="17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20" y="41"/>
                    <a:pt x="21" y="40"/>
                    <a:pt x="21" y="40"/>
                  </a:cubicBezTo>
                  <a:cubicBezTo>
                    <a:pt x="21" y="38"/>
                    <a:pt x="21" y="39"/>
                    <a:pt x="20" y="38"/>
                  </a:cubicBezTo>
                  <a:close/>
                  <a:moveTo>
                    <a:pt x="78" y="57"/>
                  </a:moveTo>
                  <a:cubicBezTo>
                    <a:pt x="77" y="57"/>
                    <a:pt x="77" y="57"/>
                    <a:pt x="76" y="56"/>
                  </a:cubicBezTo>
                  <a:cubicBezTo>
                    <a:pt x="76" y="56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2" y="56"/>
                    <a:pt x="72" y="56"/>
                    <a:pt x="71" y="56"/>
                  </a:cubicBezTo>
                  <a:cubicBezTo>
                    <a:pt x="71" y="56"/>
                    <a:pt x="70" y="55"/>
                    <a:pt x="70" y="55"/>
                  </a:cubicBezTo>
                  <a:cubicBezTo>
                    <a:pt x="70" y="56"/>
                    <a:pt x="69" y="56"/>
                    <a:pt x="69" y="56"/>
                  </a:cubicBezTo>
                  <a:cubicBezTo>
                    <a:pt x="69" y="57"/>
                    <a:pt x="70" y="58"/>
                    <a:pt x="69" y="58"/>
                  </a:cubicBezTo>
                  <a:cubicBezTo>
                    <a:pt x="70" y="59"/>
                    <a:pt x="70" y="60"/>
                    <a:pt x="70" y="60"/>
                  </a:cubicBezTo>
                  <a:cubicBezTo>
                    <a:pt x="71" y="61"/>
                    <a:pt x="71" y="61"/>
                    <a:pt x="71" y="62"/>
                  </a:cubicBezTo>
                  <a:cubicBezTo>
                    <a:pt x="72" y="62"/>
                    <a:pt x="72" y="63"/>
                    <a:pt x="73" y="63"/>
                  </a:cubicBezTo>
                  <a:cubicBezTo>
                    <a:pt x="73" y="63"/>
                    <a:pt x="75" y="63"/>
                    <a:pt x="75" y="63"/>
                  </a:cubicBezTo>
                  <a:cubicBezTo>
                    <a:pt x="75" y="62"/>
                    <a:pt x="76" y="62"/>
                    <a:pt x="76" y="62"/>
                  </a:cubicBezTo>
                  <a:cubicBezTo>
                    <a:pt x="77" y="62"/>
                    <a:pt x="77" y="62"/>
                    <a:pt x="77" y="61"/>
                  </a:cubicBezTo>
                  <a:cubicBezTo>
                    <a:pt x="77" y="61"/>
                    <a:pt x="78" y="61"/>
                    <a:pt x="78" y="61"/>
                  </a:cubicBezTo>
                  <a:cubicBezTo>
                    <a:pt x="78" y="61"/>
                    <a:pt x="78" y="61"/>
                    <a:pt x="79" y="60"/>
                  </a:cubicBezTo>
                  <a:cubicBezTo>
                    <a:pt x="78" y="60"/>
                    <a:pt x="79" y="59"/>
                    <a:pt x="78" y="59"/>
                  </a:cubicBezTo>
                  <a:cubicBezTo>
                    <a:pt x="78" y="58"/>
                    <a:pt x="78" y="58"/>
                    <a:pt x="78" y="57"/>
                  </a:cubicBezTo>
                  <a:close/>
                  <a:moveTo>
                    <a:pt x="64" y="11"/>
                  </a:moveTo>
                  <a:cubicBezTo>
                    <a:pt x="63" y="11"/>
                    <a:pt x="62" y="12"/>
                    <a:pt x="62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2" y="14"/>
                    <a:pt x="62" y="14"/>
                  </a:cubicBezTo>
                  <a:cubicBezTo>
                    <a:pt x="62" y="14"/>
                    <a:pt x="65" y="13"/>
                    <a:pt x="65" y="13"/>
                  </a:cubicBezTo>
                  <a:cubicBezTo>
                    <a:pt x="65" y="13"/>
                    <a:pt x="65" y="12"/>
                    <a:pt x="64" y="11"/>
                  </a:cubicBezTo>
                  <a:close/>
                  <a:moveTo>
                    <a:pt x="95" y="17"/>
                  </a:moveTo>
                  <a:cubicBezTo>
                    <a:pt x="95" y="17"/>
                    <a:pt x="96" y="18"/>
                    <a:pt x="96" y="18"/>
                  </a:cubicBez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6" y="19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8" y="24"/>
                    <a:pt x="97" y="24"/>
                  </a:cubicBezTo>
                  <a:cubicBezTo>
                    <a:pt x="97" y="25"/>
                    <a:pt x="97" y="25"/>
                    <a:pt x="97" y="26"/>
                  </a:cubicBezTo>
                  <a:cubicBezTo>
                    <a:pt x="97" y="27"/>
                    <a:pt x="94" y="29"/>
                    <a:pt x="94" y="30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94" y="30"/>
                    <a:pt x="93" y="30"/>
                    <a:pt x="93" y="30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2" y="32"/>
                  </a:cubicBezTo>
                  <a:cubicBezTo>
                    <a:pt x="92" y="32"/>
                    <a:pt x="90" y="32"/>
                    <a:pt x="90" y="32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5" y="33"/>
                    <a:pt x="96" y="33"/>
                    <a:pt x="96" y="33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9" y="33"/>
                    <a:pt x="100" y="32"/>
                    <a:pt x="100" y="31"/>
                  </a:cubicBezTo>
                  <a:cubicBezTo>
                    <a:pt x="100" y="31"/>
                    <a:pt x="101" y="31"/>
                    <a:pt x="101" y="30"/>
                  </a:cubicBezTo>
                  <a:cubicBezTo>
                    <a:pt x="101" y="30"/>
                    <a:pt x="101" y="31"/>
                    <a:pt x="101" y="31"/>
                  </a:cubicBezTo>
                  <a:cubicBezTo>
                    <a:pt x="102" y="32"/>
                    <a:pt x="101" y="37"/>
                    <a:pt x="101" y="38"/>
                  </a:cubicBezTo>
                  <a:cubicBezTo>
                    <a:pt x="100" y="38"/>
                    <a:pt x="98" y="40"/>
                    <a:pt x="97" y="40"/>
                  </a:cubicBezTo>
                  <a:cubicBezTo>
                    <a:pt x="97" y="40"/>
                    <a:pt x="95" y="40"/>
                    <a:pt x="95" y="40"/>
                  </a:cubicBezTo>
                  <a:cubicBezTo>
                    <a:pt x="95" y="40"/>
                    <a:pt x="94" y="40"/>
                    <a:pt x="94" y="40"/>
                  </a:cubicBezTo>
                  <a:cubicBezTo>
                    <a:pt x="94" y="40"/>
                    <a:pt x="94" y="40"/>
                    <a:pt x="93" y="41"/>
                  </a:cubicBezTo>
                  <a:cubicBezTo>
                    <a:pt x="93" y="41"/>
                    <a:pt x="92" y="41"/>
                    <a:pt x="92" y="41"/>
                  </a:cubicBezTo>
                  <a:cubicBezTo>
                    <a:pt x="91" y="41"/>
                    <a:pt x="91" y="42"/>
                    <a:pt x="90" y="42"/>
                  </a:cubicBezTo>
                  <a:cubicBezTo>
                    <a:pt x="89" y="42"/>
                    <a:pt x="87" y="41"/>
                    <a:pt x="86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86" y="42"/>
                    <a:pt x="85" y="42"/>
                    <a:pt x="85" y="42"/>
                  </a:cubicBezTo>
                  <a:cubicBezTo>
                    <a:pt x="84" y="41"/>
                    <a:pt x="80" y="42"/>
                    <a:pt x="79" y="43"/>
                  </a:cubicBezTo>
                  <a:cubicBezTo>
                    <a:pt x="79" y="43"/>
                    <a:pt x="79" y="43"/>
                    <a:pt x="79" y="42"/>
                  </a:cubicBezTo>
                  <a:cubicBezTo>
                    <a:pt x="79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7" y="44"/>
                    <a:pt x="75" y="44"/>
                    <a:pt x="74" y="45"/>
                  </a:cubicBezTo>
                  <a:cubicBezTo>
                    <a:pt x="74" y="45"/>
                    <a:pt x="74" y="45"/>
                    <a:pt x="73" y="45"/>
                  </a:cubicBezTo>
                  <a:cubicBezTo>
                    <a:pt x="73" y="45"/>
                    <a:pt x="72" y="45"/>
                    <a:pt x="72" y="45"/>
                  </a:cubicBezTo>
                  <a:cubicBezTo>
                    <a:pt x="71" y="45"/>
                    <a:pt x="71" y="46"/>
                    <a:pt x="71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68" y="46"/>
                    <a:pt x="66" y="48"/>
                    <a:pt x="68" y="49"/>
                  </a:cubicBezTo>
                  <a:cubicBezTo>
                    <a:pt x="69" y="49"/>
                    <a:pt x="70" y="49"/>
                    <a:pt x="70" y="49"/>
                  </a:cubicBezTo>
                  <a:cubicBezTo>
                    <a:pt x="71" y="49"/>
                    <a:pt x="74" y="50"/>
                    <a:pt x="74" y="50"/>
                  </a:cubicBezTo>
                  <a:cubicBezTo>
                    <a:pt x="75" y="50"/>
                    <a:pt x="75" y="50"/>
                    <a:pt x="74" y="50"/>
                  </a:cubicBezTo>
                  <a:cubicBezTo>
                    <a:pt x="75" y="50"/>
                    <a:pt x="75" y="51"/>
                    <a:pt x="75" y="51"/>
                  </a:cubicBezTo>
                  <a:cubicBezTo>
                    <a:pt x="76" y="51"/>
                    <a:pt x="81" y="53"/>
                    <a:pt x="82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3"/>
                    <a:pt x="84" y="53"/>
                    <a:pt x="85" y="53"/>
                  </a:cubicBezTo>
                  <a:cubicBezTo>
                    <a:pt x="85" y="54"/>
                    <a:pt x="85" y="54"/>
                    <a:pt x="86" y="54"/>
                  </a:cubicBezTo>
                  <a:cubicBezTo>
                    <a:pt x="86" y="54"/>
                    <a:pt x="86" y="55"/>
                    <a:pt x="87" y="55"/>
                  </a:cubicBezTo>
                  <a:cubicBezTo>
                    <a:pt x="87" y="55"/>
                    <a:pt x="88" y="55"/>
                    <a:pt x="88" y="55"/>
                  </a:cubicBezTo>
                  <a:cubicBezTo>
                    <a:pt x="88" y="55"/>
                    <a:pt x="88" y="56"/>
                    <a:pt x="88" y="56"/>
                  </a:cubicBezTo>
                  <a:cubicBezTo>
                    <a:pt x="88" y="57"/>
                    <a:pt x="88" y="57"/>
                    <a:pt x="89" y="58"/>
                  </a:cubicBezTo>
                  <a:cubicBezTo>
                    <a:pt x="89" y="59"/>
                    <a:pt x="89" y="59"/>
                    <a:pt x="88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2"/>
                    <a:pt x="85" y="63"/>
                    <a:pt x="84" y="64"/>
                  </a:cubicBezTo>
                  <a:cubicBezTo>
                    <a:pt x="84" y="64"/>
                    <a:pt x="83" y="65"/>
                    <a:pt x="83" y="66"/>
                  </a:cubicBezTo>
                  <a:cubicBezTo>
                    <a:pt x="82" y="66"/>
                    <a:pt x="81" y="66"/>
                    <a:pt x="81" y="67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7"/>
                    <a:pt x="77" y="69"/>
                    <a:pt x="77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0"/>
                    <a:pt x="76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75" y="72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6" y="74"/>
                    <a:pt x="76" y="75"/>
                    <a:pt x="76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6"/>
                    <a:pt x="76" y="76"/>
                    <a:pt x="77" y="77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8"/>
                    <a:pt x="77" y="79"/>
                    <a:pt x="77" y="80"/>
                  </a:cubicBezTo>
                  <a:cubicBezTo>
                    <a:pt x="77" y="81"/>
                    <a:pt x="78" y="82"/>
                    <a:pt x="78" y="83"/>
                  </a:cubicBezTo>
                  <a:cubicBezTo>
                    <a:pt x="78" y="84"/>
                    <a:pt x="78" y="85"/>
                    <a:pt x="78" y="86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8" y="87"/>
                    <a:pt x="78" y="88"/>
                    <a:pt x="78" y="88"/>
                  </a:cubicBezTo>
                  <a:cubicBezTo>
                    <a:pt x="78" y="88"/>
                    <a:pt x="78" y="88"/>
                    <a:pt x="79" y="87"/>
                  </a:cubicBezTo>
                  <a:cubicBezTo>
                    <a:pt x="79" y="88"/>
                    <a:pt x="79" y="89"/>
                    <a:pt x="79" y="90"/>
                  </a:cubicBezTo>
                  <a:cubicBezTo>
                    <a:pt x="79" y="90"/>
                    <a:pt x="80" y="91"/>
                    <a:pt x="80" y="91"/>
                  </a:cubicBezTo>
                  <a:cubicBezTo>
                    <a:pt x="80" y="91"/>
                    <a:pt x="80" y="92"/>
                    <a:pt x="80" y="92"/>
                  </a:cubicBezTo>
                  <a:cubicBezTo>
                    <a:pt x="80" y="93"/>
                    <a:pt x="81" y="93"/>
                    <a:pt x="81" y="94"/>
                  </a:cubicBezTo>
                  <a:cubicBezTo>
                    <a:pt x="82" y="95"/>
                    <a:pt x="81" y="96"/>
                    <a:pt x="82" y="97"/>
                  </a:cubicBezTo>
                  <a:cubicBezTo>
                    <a:pt x="82" y="98"/>
                    <a:pt x="82" y="98"/>
                    <a:pt x="82" y="99"/>
                  </a:cubicBezTo>
                  <a:cubicBezTo>
                    <a:pt x="82" y="100"/>
                    <a:pt x="82" y="101"/>
                    <a:pt x="82" y="101"/>
                  </a:cubicBezTo>
                  <a:cubicBezTo>
                    <a:pt x="82" y="102"/>
                    <a:pt x="81" y="102"/>
                    <a:pt x="81" y="103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1" y="105"/>
                    <a:pt x="78" y="109"/>
                    <a:pt x="77" y="109"/>
                  </a:cubicBezTo>
                  <a:cubicBezTo>
                    <a:pt x="77" y="109"/>
                    <a:pt x="77" y="110"/>
                    <a:pt x="77" y="110"/>
                  </a:cubicBezTo>
                  <a:cubicBezTo>
                    <a:pt x="77" y="110"/>
                    <a:pt x="76" y="110"/>
                    <a:pt x="76" y="110"/>
                  </a:cubicBezTo>
                  <a:cubicBezTo>
                    <a:pt x="76" y="111"/>
                    <a:pt x="75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2" y="111"/>
                    <a:pt x="72" y="110"/>
                  </a:cubicBezTo>
                  <a:cubicBezTo>
                    <a:pt x="72" y="110"/>
                    <a:pt x="72" y="109"/>
                    <a:pt x="72" y="109"/>
                  </a:cubicBezTo>
                  <a:cubicBezTo>
                    <a:pt x="72" y="108"/>
                    <a:pt x="73" y="107"/>
                    <a:pt x="73" y="106"/>
                  </a:cubicBezTo>
                  <a:cubicBezTo>
                    <a:pt x="72" y="105"/>
                    <a:pt x="72" y="104"/>
                    <a:pt x="72" y="103"/>
                  </a:cubicBezTo>
                  <a:cubicBezTo>
                    <a:pt x="72" y="103"/>
                    <a:pt x="72" y="102"/>
                    <a:pt x="71" y="101"/>
                  </a:cubicBezTo>
                  <a:cubicBezTo>
                    <a:pt x="71" y="101"/>
                    <a:pt x="72" y="101"/>
                    <a:pt x="72" y="100"/>
                  </a:cubicBezTo>
                  <a:cubicBezTo>
                    <a:pt x="71" y="100"/>
                    <a:pt x="71" y="99"/>
                    <a:pt x="71" y="99"/>
                  </a:cubicBezTo>
                  <a:cubicBezTo>
                    <a:pt x="71" y="98"/>
                    <a:pt x="72" y="97"/>
                    <a:pt x="72" y="96"/>
                  </a:cubicBezTo>
                  <a:cubicBezTo>
                    <a:pt x="72" y="94"/>
                    <a:pt x="71" y="93"/>
                    <a:pt x="71" y="92"/>
                  </a:cubicBezTo>
                  <a:cubicBezTo>
                    <a:pt x="71" y="91"/>
                    <a:pt x="71" y="91"/>
                    <a:pt x="71" y="90"/>
                  </a:cubicBezTo>
                  <a:cubicBezTo>
                    <a:pt x="70" y="89"/>
                    <a:pt x="70" y="88"/>
                    <a:pt x="70" y="87"/>
                  </a:cubicBezTo>
                  <a:cubicBezTo>
                    <a:pt x="70" y="87"/>
                    <a:pt x="69" y="86"/>
                    <a:pt x="69" y="85"/>
                  </a:cubicBezTo>
                  <a:cubicBezTo>
                    <a:pt x="69" y="84"/>
                    <a:pt x="69" y="83"/>
                    <a:pt x="69" y="82"/>
                  </a:cubicBezTo>
                  <a:cubicBezTo>
                    <a:pt x="69" y="81"/>
                    <a:pt x="69" y="81"/>
                    <a:pt x="6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9" y="80"/>
                  </a:cubicBezTo>
                  <a:cubicBezTo>
                    <a:pt x="69" y="80"/>
                    <a:pt x="68" y="80"/>
                    <a:pt x="68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8" y="80"/>
                    <a:pt x="68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6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7" y="76"/>
                    <a:pt x="67" y="75"/>
                    <a:pt x="67" y="75"/>
                  </a:cubicBezTo>
                  <a:cubicBezTo>
                    <a:pt x="67" y="74"/>
                    <a:pt x="67" y="73"/>
                    <a:pt x="67" y="73"/>
                  </a:cubicBezTo>
                  <a:cubicBezTo>
                    <a:pt x="66" y="73"/>
                    <a:pt x="66" y="72"/>
                    <a:pt x="65" y="72"/>
                  </a:cubicBezTo>
                  <a:cubicBezTo>
                    <a:pt x="65" y="72"/>
                    <a:pt x="65" y="72"/>
                    <a:pt x="64" y="72"/>
                  </a:cubicBezTo>
                  <a:cubicBezTo>
                    <a:pt x="63" y="72"/>
                    <a:pt x="62" y="72"/>
                    <a:pt x="61" y="72"/>
                  </a:cubicBezTo>
                  <a:cubicBezTo>
                    <a:pt x="61" y="72"/>
                    <a:pt x="60" y="72"/>
                    <a:pt x="59" y="72"/>
                  </a:cubicBezTo>
                  <a:cubicBezTo>
                    <a:pt x="59" y="72"/>
                    <a:pt x="57" y="72"/>
                    <a:pt x="57" y="72"/>
                  </a:cubicBezTo>
                  <a:cubicBezTo>
                    <a:pt x="56" y="73"/>
                    <a:pt x="54" y="72"/>
                    <a:pt x="53" y="72"/>
                  </a:cubicBezTo>
                  <a:cubicBezTo>
                    <a:pt x="52" y="72"/>
                    <a:pt x="52" y="73"/>
                    <a:pt x="51" y="73"/>
                  </a:cubicBezTo>
                  <a:cubicBezTo>
                    <a:pt x="50" y="72"/>
                    <a:pt x="50" y="72"/>
                    <a:pt x="49" y="72"/>
                  </a:cubicBezTo>
                  <a:cubicBezTo>
                    <a:pt x="48" y="72"/>
                    <a:pt x="48" y="72"/>
                    <a:pt x="47" y="72"/>
                  </a:cubicBezTo>
                  <a:cubicBezTo>
                    <a:pt x="46" y="71"/>
                    <a:pt x="38" y="66"/>
                    <a:pt x="40" y="64"/>
                  </a:cubicBezTo>
                  <a:cubicBezTo>
                    <a:pt x="40" y="64"/>
                    <a:pt x="39" y="63"/>
                    <a:pt x="39" y="62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60"/>
                    <a:pt x="40" y="60"/>
                    <a:pt x="40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1" y="57"/>
                    <a:pt x="41" y="56"/>
                    <a:pt x="41" y="55"/>
                  </a:cubicBezTo>
                  <a:cubicBezTo>
                    <a:pt x="41" y="55"/>
                    <a:pt x="42" y="54"/>
                    <a:pt x="42" y="54"/>
                  </a:cubicBezTo>
                  <a:cubicBezTo>
                    <a:pt x="43" y="53"/>
                    <a:pt x="43" y="51"/>
                    <a:pt x="45" y="52"/>
                  </a:cubicBezTo>
                  <a:cubicBezTo>
                    <a:pt x="45" y="52"/>
                    <a:pt x="45" y="54"/>
                    <a:pt x="45" y="54"/>
                  </a:cubicBezTo>
                  <a:cubicBezTo>
                    <a:pt x="45" y="55"/>
                    <a:pt x="45" y="57"/>
                    <a:pt x="45" y="58"/>
                  </a:cubicBezTo>
                  <a:cubicBezTo>
                    <a:pt x="46" y="58"/>
                    <a:pt x="46" y="59"/>
                    <a:pt x="46" y="60"/>
                  </a:cubicBezTo>
                  <a:cubicBezTo>
                    <a:pt x="46" y="60"/>
                    <a:pt x="46" y="61"/>
                    <a:pt x="47" y="62"/>
                  </a:cubicBezTo>
                  <a:cubicBezTo>
                    <a:pt x="47" y="62"/>
                    <a:pt x="47" y="62"/>
                    <a:pt x="47" y="63"/>
                  </a:cubicBezTo>
                  <a:cubicBezTo>
                    <a:pt x="47" y="63"/>
                    <a:pt x="48" y="63"/>
                    <a:pt x="48" y="64"/>
                  </a:cubicBezTo>
                  <a:cubicBezTo>
                    <a:pt x="49" y="64"/>
                    <a:pt x="50" y="65"/>
                    <a:pt x="51" y="66"/>
                  </a:cubicBezTo>
                  <a:cubicBezTo>
                    <a:pt x="52" y="66"/>
                    <a:pt x="53" y="66"/>
                    <a:pt x="54" y="66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5" y="66"/>
                    <a:pt x="56" y="67"/>
                    <a:pt x="58" y="66"/>
                  </a:cubicBezTo>
                  <a:cubicBezTo>
                    <a:pt x="58" y="66"/>
                    <a:pt x="59" y="66"/>
                    <a:pt x="60" y="66"/>
                  </a:cubicBezTo>
                  <a:cubicBezTo>
                    <a:pt x="60" y="65"/>
                    <a:pt x="61" y="65"/>
                    <a:pt x="62" y="65"/>
                  </a:cubicBezTo>
                  <a:cubicBezTo>
                    <a:pt x="63" y="65"/>
                    <a:pt x="63" y="65"/>
                    <a:pt x="64" y="65"/>
                  </a:cubicBezTo>
                  <a:cubicBezTo>
                    <a:pt x="64" y="65"/>
                    <a:pt x="64" y="64"/>
                    <a:pt x="64" y="64"/>
                  </a:cubicBezTo>
                  <a:cubicBezTo>
                    <a:pt x="64" y="64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62"/>
                    <a:pt x="63" y="61"/>
                    <a:pt x="63" y="60"/>
                  </a:cubicBezTo>
                  <a:cubicBezTo>
                    <a:pt x="63" y="59"/>
                    <a:pt x="62" y="59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0" y="55"/>
                    <a:pt x="54" y="51"/>
                    <a:pt x="54" y="50"/>
                  </a:cubicBezTo>
                  <a:cubicBezTo>
                    <a:pt x="53" y="50"/>
                    <a:pt x="53" y="49"/>
                    <a:pt x="54" y="49"/>
                  </a:cubicBezTo>
                  <a:cubicBezTo>
                    <a:pt x="54" y="48"/>
                    <a:pt x="56" y="46"/>
                    <a:pt x="56" y="46"/>
                  </a:cubicBezTo>
                  <a:cubicBezTo>
                    <a:pt x="57" y="45"/>
                    <a:pt x="58" y="45"/>
                    <a:pt x="58" y="45"/>
                  </a:cubicBezTo>
                  <a:cubicBezTo>
                    <a:pt x="59" y="45"/>
                    <a:pt x="59" y="45"/>
                    <a:pt x="60" y="45"/>
                  </a:cubicBezTo>
                  <a:cubicBezTo>
                    <a:pt x="60" y="45"/>
                    <a:pt x="60" y="45"/>
                    <a:pt x="61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3"/>
                    <a:pt x="63" y="43"/>
                    <a:pt x="64" y="43"/>
                  </a:cubicBezTo>
                  <a:cubicBezTo>
                    <a:pt x="64" y="43"/>
                    <a:pt x="65" y="43"/>
                    <a:pt x="65" y="42"/>
                  </a:cubicBezTo>
                  <a:cubicBezTo>
                    <a:pt x="65" y="42"/>
                    <a:pt x="65" y="42"/>
                    <a:pt x="66" y="41"/>
                  </a:cubicBezTo>
                  <a:cubicBezTo>
                    <a:pt x="65" y="41"/>
                    <a:pt x="65" y="41"/>
                    <a:pt x="64" y="41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62" y="40"/>
                    <a:pt x="62" y="40"/>
                    <a:pt x="61" y="40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8" y="40"/>
                  </a:cubicBezTo>
                  <a:cubicBezTo>
                    <a:pt x="58" y="39"/>
                    <a:pt x="57" y="39"/>
                    <a:pt x="56" y="39"/>
                  </a:cubicBezTo>
                  <a:cubicBezTo>
                    <a:pt x="55" y="39"/>
                    <a:pt x="54" y="39"/>
                    <a:pt x="52" y="39"/>
                  </a:cubicBezTo>
                  <a:cubicBezTo>
                    <a:pt x="52" y="39"/>
                    <a:pt x="51" y="39"/>
                    <a:pt x="51" y="38"/>
                  </a:cubicBezTo>
                  <a:cubicBezTo>
                    <a:pt x="51" y="38"/>
                    <a:pt x="50" y="39"/>
                    <a:pt x="50" y="39"/>
                  </a:cubicBezTo>
                  <a:cubicBezTo>
                    <a:pt x="50" y="39"/>
                    <a:pt x="49" y="39"/>
                    <a:pt x="49" y="39"/>
                  </a:cubicBezTo>
                  <a:cubicBezTo>
                    <a:pt x="48" y="38"/>
                    <a:pt x="47" y="39"/>
                    <a:pt x="46" y="38"/>
                  </a:cubicBezTo>
                  <a:cubicBezTo>
                    <a:pt x="46" y="38"/>
                    <a:pt x="45" y="38"/>
                    <a:pt x="45" y="38"/>
                  </a:cubicBezTo>
                  <a:cubicBezTo>
                    <a:pt x="44" y="38"/>
                    <a:pt x="43" y="38"/>
                    <a:pt x="42" y="38"/>
                  </a:cubicBezTo>
                  <a:cubicBezTo>
                    <a:pt x="42" y="38"/>
                    <a:pt x="41" y="38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8" y="38"/>
                    <a:pt x="37" y="38"/>
                    <a:pt x="36" y="38"/>
                  </a:cubicBezTo>
                  <a:cubicBezTo>
                    <a:pt x="36" y="38"/>
                    <a:pt x="35" y="38"/>
                    <a:pt x="34" y="38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2" y="40"/>
                    <a:pt x="31" y="40"/>
                    <a:pt x="30" y="41"/>
                  </a:cubicBezTo>
                  <a:cubicBezTo>
                    <a:pt x="29" y="41"/>
                    <a:pt x="29" y="42"/>
                    <a:pt x="28" y="43"/>
                  </a:cubicBezTo>
                  <a:cubicBezTo>
                    <a:pt x="27" y="44"/>
                    <a:pt x="26" y="46"/>
                    <a:pt x="24" y="48"/>
                  </a:cubicBezTo>
                  <a:cubicBezTo>
                    <a:pt x="23" y="49"/>
                    <a:pt x="22" y="50"/>
                    <a:pt x="21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7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6"/>
                    <a:pt x="16" y="56"/>
                  </a:cubicBezTo>
                  <a:cubicBezTo>
                    <a:pt x="16" y="56"/>
                    <a:pt x="15" y="56"/>
                    <a:pt x="15" y="56"/>
                  </a:cubicBezTo>
                  <a:cubicBezTo>
                    <a:pt x="15" y="57"/>
                    <a:pt x="15" y="57"/>
                    <a:pt x="14" y="57"/>
                  </a:cubicBezTo>
                  <a:cubicBezTo>
                    <a:pt x="14" y="57"/>
                    <a:pt x="13" y="57"/>
                    <a:pt x="12" y="57"/>
                  </a:cubicBezTo>
                  <a:cubicBezTo>
                    <a:pt x="11" y="57"/>
                    <a:pt x="11" y="57"/>
                    <a:pt x="10" y="57"/>
                  </a:cubicBezTo>
                  <a:cubicBezTo>
                    <a:pt x="9" y="57"/>
                    <a:pt x="9" y="56"/>
                    <a:pt x="8" y="56"/>
                  </a:cubicBezTo>
                  <a:cubicBezTo>
                    <a:pt x="8" y="55"/>
                    <a:pt x="7" y="54"/>
                    <a:pt x="7" y="54"/>
                  </a:cubicBezTo>
                  <a:cubicBezTo>
                    <a:pt x="7" y="53"/>
                    <a:pt x="8" y="52"/>
                    <a:pt x="8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9" y="50"/>
                    <a:pt x="9" y="50"/>
                    <a:pt x="9" y="49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10" y="47"/>
                    <a:pt x="9" y="46"/>
                    <a:pt x="10" y="46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4"/>
                    <a:pt x="10" y="44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2" y="42"/>
                    <a:pt x="12" y="41"/>
                  </a:cubicBezTo>
                  <a:cubicBezTo>
                    <a:pt x="12" y="41"/>
                    <a:pt x="12" y="40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1" y="38"/>
                    <a:pt x="10" y="38"/>
                  </a:cubicBezTo>
                  <a:cubicBezTo>
                    <a:pt x="9" y="38"/>
                    <a:pt x="9" y="38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6" y="36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4"/>
                    <a:pt x="4" y="34"/>
                  </a:cubicBezTo>
                  <a:cubicBezTo>
                    <a:pt x="3" y="33"/>
                    <a:pt x="3" y="32"/>
                    <a:pt x="2" y="31"/>
                  </a:cubicBezTo>
                  <a:cubicBezTo>
                    <a:pt x="2" y="31"/>
                    <a:pt x="2" y="30"/>
                    <a:pt x="2" y="30"/>
                  </a:cubicBezTo>
                  <a:cubicBezTo>
                    <a:pt x="1" y="29"/>
                    <a:pt x="1" y="29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6"/>
                    <a:pt x="0" y="26"/>
                  </a:cubicBezTo>
                  <a:cubicBezTo>
                    <a:pt x="1" y="26"/>
                    <a:pt x="1" y="25"/>
                    <a:pt x="2" y="26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3" y="26"/>
                    <a:pt x="4" y="26"/>
                    <a:pt x="5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8"/>
                    <a:pt x="12" y="29"/>
                    <a:pt x="12" y="29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5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5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7" y="29"/>
                    <a:pt x="27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9" y="29"/>
                    <a:pt x="29" y="29"/>
                  </a:cubicBezTo>
                  <a:cubicBezTo>
                    <a:pt x="29" y="29"/>
                    <a:pt x="32" y="29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4" y="28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7" y="26"/>
                    <a:pt x="37" y="26"/>
                  </a:cubicBezTo>
                  <a:cubicBezTo>
                    <a:pt x="37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4"/>
                    <a:pt x="39" y="23"/>
                    <a:pt x="39" y="22"/>
                  </a:cubicBezTo>
                  <a:cubicBezTo>
                    <a:pt x="39" y="22"/>
                    <a:pt x="38" y="21"/>
                    <a:pt x="37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6" y="21"/>
                    <a:pt x="35" y="20"/>
                    <a:pt x="35" y="20"/>
                  </a:cubicBezTo>
                  <a:cubicBezTo>
                    <a:pt x="34" y="20"/>
                    <a:pt x="33" y="20"/>
                    <a:pt x="33" y="20"/>
                  </a:cubicBezTo>
                  <a:cubicBezTo>
                    <a:pt x="32" y="20"/>
                    <a:pt x="32" y="20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0" y="19"/>
                    <a:pt x="30" y="18"/>
                  </a:cubicBezTo>
                  <a:cubicBezTo>
                    <a:pt x="30" y="18"/>
                    <a:pt x="31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0" y="15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1"/>
                    <a:pt x="31" y="11"/>
                    <a:pt x="32" y="12"/>
                  </a:cubicBezTo>
                  <a:cubicBezTo>
                    <a:pt x="33" y="12"/>
                    <a:pt x="33" y="11"/>
                    <a:pt x="34" y="12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6" y="12"/>
                    <a:pt x="36" y="12"/>
                    <a:pt x="37" y="12"/>
                  </a:cubicBezTo>
                  <a:cubicBezTo>
                    <a:pt x="37" y="12"/>
                    <a:pt x="38" y="12"/>
                    <a:pt x="39" y="13"/>
                  </a:cubicBezTo>
                  <a:cubicBezTo>
                    <a:pt x="39" y="13"/>
                    <a:pt x="40" y="13"/>
                    <a:pt x="40" y="13"/>
                  </a:cubicBezTo>
                  <a:cubicBezTo>
                    <a:pt x="40" y="13"/>
                    <a:pt x="41" y="13"/>
                    <a:pt x="41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3"/>
                    <a:pt x="43" y="13"/>
                    <a:pt x="44" y="13"/>
                  </a:cubicBezTo>
                  <a:cubicBezTo>
                    <a:pt x="45" y="13"/>
                    <a:pt x="45" y="14"/>
                    <a:pt x="46" y="14"/>
                  </a:cubicBezTo>
                  <a:cubicBezTo>
                    <a:pt x="47" y="14"/>
                    <a:pt x="48" y="13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50" y="14"/>
                    <a:pt x="51" y="14"/>
                  </a:cubicBezTo>
                  <a:cubicBezTo>
                    <a:pt x="51" y="14"/>
                    <a:pt x="51" y="13"/>
                    <a:pt x="51" y="13"/>
                  </a:cubicBezTo>
                  <a:cubicBezTo>
                    <a:pt x="52" y="13"/>
                    <a:pt x="52" y="12"/>
                    <a:pt x="53" y="12"/>
                  </a:cubicBezTo>
                  <a:cubicBezTo>
                    <a:pt x="53" y="11"/>
                    <a:pt x="54" y="11"/>
                    <a:pt x="55" y="11"/>
                  </a:cubicBezTo>
                  <a:cubicBezTo>
                    <a:pt x="56" y="10"/>
                    <a:pt x="56" y="9"/>
                    <a:pt x="57" y="8"/>
                  </a:cubicBezTo>
                  <a:cubicBezTo>
                    <a:pt x="58" y="7"/>
                    <a:pt x="59" y="7"/>
                    <a:pt x="60" y="7"/>
                  </a:cubicBezTo>
                  <a:cubicBezTo>
                    <a:pt x="62" y="5"/>
                    <a:pt x="61" y="4"/>
                    <a:pt x="63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3"/>
                    <a:pt x="65" y="3"/>
                  </a:cubicBezTo>
                  <a:cubicBezTo>
                    <a:pt x="65" y="3"/>
                    <a:pt x="66" y="2"/>
                    <a:pt x="67" y="2"/>
                  </a:cubicBezTo>
                  <a:cubicBezTo>
                    <a:pt x="67" y="1"/>
                    <a:pt x="67" y="1"/>
                    <a:pt x="68" y="1"/>
                  </a:cubicBezTo>
                  <a:cubicBezTo>
                    <a:pt x="69" y="1"/>
                    <a:pt x="70" y="1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71" y="0"/>
                    <a:pt x="71" y="0"/>
                  </a:cubicBezTo>
                  <a:cubicBezTo>
                    <a:pt x="72" y="1"/>
                    <a:pt x="72" y="2"/>
                    <a:pt x="72" y="2"/>
                  </a:cubicBezTo>
                  <a:cubicBezTo>
                    <a:pt x="71" y="3"/>
                    <a:pt x="71" y="7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1" y="9"/>
                    <a:pt x="71" y="9"/>
                  </a:cubicBezTo>
                  <a:cubicBezTo>
                    <a:pt x="71" y="9"/>
                    <a:pt x="71" y="10"/>
                    <a:pt x="72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1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3"/>
                    <a:pt x="72" y="13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6"/>
                    <a:pt x="72" y="16"/>
                    <a:pt x="73" y="17"/>
                  </a:cubicBezTo>
                  <a:cubicBezTo>
                    <a:pt x="72" y="18"/>
                    <a:pt x="72" y="20"/>
                    <a:pt x="70" y="21"/>
                  </a:cubicBezTo>
                  <a:cubicBezTo>
                    <a:pt x="69" y="21"/>
                    <a:pt x="69" y="21"/>
                    <a:pt x="68" y="21"/>
                  </a:cubicBezTo>
                  <a:cubicBezTo>
                    <a:pt x="68" y="21"/>
                    <a:pt x="68" y="21"/>
                    <a:pt x="68" y="2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7" y="21"/>
                    <a:pt x="66" y="21"/>
                    <a:pt x="66" y="21"/>
                  </a:cubicBezTo>
                  <a:cubicBezTo>
                    <a:pt x="66" y="21"/>
                    <a:pt x="65" y="22"/>
                    <a:pt x="65" y="22"/>
                  </a:cubicBezTo>
                  <a:cubicBezTo>
                    <a:pt x="64" y="22"/>
                    <a:pt x="61" y="23"/>
                    <a:pt x="61" y="22"/>
                  </a:cubicBezTo>
                  <a:cubicBezTo>
                    <a:pt x="60" y="23"/>
                    <a:pt x="58" y="23"/>
                    <a:pt x="57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4"/>
                    <a:pt x="53" y="24"/>
                    <a:pt x="52" y="25"/>
                  </a:cubicBezTo>
                  <a:cubicBezTo>
                    <a:pt x="50" y="25"/>
                    <a:pt x="48" y="25"/>
                    <a:pt x="47" y="26"/>
                  </a:cubicBezTo>
                  <a:cubicBezTo>
                    <a:pt x="47" y="26"/>
                    <a:pt x="46" y="26"/>
                    <a:pt x="46" y="26"/>
                  </a:cubicBezTo>
                  <a:cubicBezTo>
                    <a:pt x="45" y="26"/>
                    <a:pt x="43" y="29"/>
                    <a:pt x="43" y="29"/>
                  </a:cubicBezTo>
                  <a:cubicBezTo>
                    <a:pt x="43" y="29"/>
                    <a:pt x="43" y="30"/>
                    <a:pt x="43" y="30"/>
                  </a:cubicBezTo>
                  <a:cubicBezTo>
                    <a:pt x="43" y="31"/>
                    <a:pt x="45" y="30"/>
                    <a:pt x="46" y="30"/>
                  </a:cubicBezTo>
                  <a:cubicBezTo>
                    <a:pt x="46" y="30"/>
                    <a:pt x="46" y="31"/>
                    <a:pt x="46" y="31"/>
                  </a:cubicBezTo>
                  <a:cubicBezTo>
                    <a:pt x="47" y="31"/>
                    <a:pt x="49" y="30"/>
                    <a:pt x="49" y="31"/>
                  </a:cubicBezTo>
                  <a:cubicBezTo>
                    <a:pt x="49" y="31"/>
                    <a:pt x="49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1"/>
                    <a:pt x="53" y="31"/>
                    <a:pt x="54" y="31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31"/>
                    <a:pt x="58" y="32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0" y="31"/>
                    <a:pt x="60" y="32"/>
                    <a:pt x="61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3" y="32"/>
                    <a:pt x="64" y="32"/>
                    <a:pt x="64" y="32"/>
                  </a:cubicBezTo>
                  <a:cubicBezTo>
                    <a:pt x="65" y="32"/>
                    <a:pt x="65" y="32"/>
                    <a:pt x="66" y="32"/>
                  </a:cubicBezTo>
                  <a:cubicBezTo>
                    <a:pt x="66" y="32"/>
                    <a:pt x="68" y="32"/>
                    <a:pt x="69" y="32"/>
                  </a:cubicBezTo>
                  <a:cubicBezTo>
                    <a:pt x="70" y="33"/>
                    <a:pt x="72" y="32"/>
                    <a:pt x="72" y="32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4" y="32"/>
                    <a:pt x="76" y="33"/>
                    <a:pt x="77" y="32"/>
                  </a:cubicBezTo>
                  <a:cubicBezTo>
                    <a:pt x="77" y="32"/>
                    <a:pt x="78" y="31"/>
                    <a:pt x="78" y="31"/>
                  </a:cubicBezTo>
                  <a:cubicBezTo>
                    <a:pt x="79" y="31"/>
                    <a:pt x="79" y="30"/>
                    <a:pt x="79" y="30"/>
                  </a:cubicBezTo>
                  <a:cubicBezTo>
                    <a:pt x="80" y="30"/>
                    <a:pt x="82" y="29"/>
                    <a:pt x="82" y="28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3" y="27"/>
                    <a:pt x="83" y="28"/>
                  </a:cubicBezTo>
                  <a:cubicBezTo>
                    <a:pt x="84" y="26"/>
                    <a:pt x="85" y="25"/>
                    <a:pt x="86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2"/>
                    <a:pt x="88" y="21"/>
                    <a:pt x="88" y="21"/>
                  </a:cubicBezTo>
                  <a:cubicBezTo>
                    <a:pt x="88" y="21"/>
                    <a:pt x="89" y="20"/>
                    <a:pt x="89" y="20"/>
                  </a:cubicBezTo>
                  <a:cubicBezTo>
                    <a:pt x="89" y="20"/>
                    <a:pt x="91" y="18"/>
                    <a:pt x="91" y="18"/>
                  </a:cubicBezTo>
                  <a:cubicBezTo>
                    <a:pt x="91" y="17"/>
                    <a:pt x="92" y="17"/>
                    <a:pt x="93" y="17"/>
                  </a:cubicBezTo>
                  <a:cubicBezTo>
                    <a:pt x="93" y="17"/>
                    <a:pt x="94" y="17"/>
                    <a:pt x="94" y="17"/>
                  </a:cubicBezTo>
                  <a:cubicBezTo>
                    <a:pt x="94" y="17"/>
                    <a:pt x="94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6896100" y="2768600"/>
              <a:ext cx="239713" cy="188913"/>
            </a:xfrm>
            <a:custGeom>
              <a:avLst/>
              <a:gdLst>
                <a:gd name="T0" fmla="*/ 30 w 88"/>
                <a:gd name="T1" fmla="*/ 47 h 69"/>
                <a:gd name="T2" fmla="*/ 35 w 88"/>
                <a:gd name="T3" fmla="*/ 52 h 69"/>
                <a:gd name="T4" fmla="*/ 38 w 88"/>
                <a:gd name="T5" fmla="*/ 57 h 69"/>
                <a:gd name="T6" fmla="*/ 41 w 88"/>
                <a:gd name="T7" fmla="*/ 64 h 69"/>
                <a:gd name="T8" fmla="*/ 40 w 88"/>
                <a:gd name="T9" fmla="*/ 68 h 69"/>
                <a:gd name="T10" fmla="*/ 35 w 88"/>
                <a:gd name="T11" fmla="*/ 66 h 69"/>
                <a:gd name="T12" fmla="*/ 28 w 88"/>
                <a:gd name="T13" fmla="*/ 65 h 69"/>
                <a:gd name="T14" fmla="*/ 28 w 88"/>
                <a:gd name="T15" fmla="*/ 60 h 69"/>
                <a:gd name="T16" fmla="*/ 27 w 88"/>
                <a:gd name="T17" fmla="*/ 51 h 69"/>
                <a:gd name="T18" fmla="*/ 25 w 88"/>
                <a:gd name="T19" fmla="*/ 47 h 69"/>
                <a:gd name="T20" fmla="*/ 25 w 88"/>
                <a:gd name="T21" fmla="*/ 45 h 69"/>
                <a:gd name="T22" fmla="*/ 64 w 88"/>
                <a:gd name="T23" fmla="*/ 33 h 69"/>
                <a:gd name="T24" fmla="*/ 87 w 88"/>
                <a:gd name="T25" fmla="*/ 0 h 69"/>
                <a:gd name="T26" fmla="*/ 87 w 88"/>
                <a:gd name="T27" fmla="*/ 10 h 69"/>
                <a:gd name="T28" fmla="*/ 77 w 88"/>
                <a:gd name="T29" fmla="*/ 16 h 69"/>
                <a:gd name="T30" fmla="*/ 70 w 88"/>
                <a:gd name="T31" fmla="*/ 20 h 69"/>
                <a:gd name="T32" fmla="*/ 66 w 88"/>
                <a:gd name="T33" fmla="*/ 22 h 69"/>
                <a:gd name="T34" fmla="*/ 68 w 88"/>
                <a:gd name="T35" fmla="*/ 27 h 69"/>
                <a:gd name="T36" fmla="*/ 72 w 88"/>
                <a:gd name="T37" fmla="*/ 28 h 69"/>
                <a:gd name="T38" fmla="*/ 81 w 88"/>
                <a:gd name="T39" fmla="*/ 28 h 69"/>
                <a:gd name="T40" fmla="*/ 87 w 88"/>
                <a:gd name="T41" fmla="*/ 27 h 69"/>
                <a:gd name="T42" fmla="*/ 77 w 88"/>
                <a:gd name="T43" fmla="*/ 35 h 69"/>
                <a:gd name="T44" fmla="*/ 61 w 88"/>
                <a:gd name="T45" fmla="*/ 36 h 69"/>
                <a:gd name="T46" fmla="*/ 54 w 88"/>
                <a:gd name="T47" fmla="*/ 36 h 69"/>
                <a:gd name="T48" fmla="*/ 45 w 88"/>
                <a:gd name="T49" fmla="*/ 35 h 69"/>
                <a:gd name="T50" fmla="*/ 43 w 88"/>
                <a:gd name="T51" fmla="*/ 34 h 69"/>
                <a:gd name="T52" fmla="*/ 38 w 88"/>
                <a:gd name="T53" fmla="*/ 34 h 69"/>
                <a:gd name="T54" fmla="*/ 30 w 88"/>
                <a:gd name="T55" fmla="*/ 36 h 69"/>
                <a:gd name="T56" fmla="*/ 22 w 88"/>
                <a:gd name="T57" fmla="*/ 38 h 69"/>
                <a:gd name="T58" fmla="*/ 16 w 88"/>
                <a:gd name="T59" fmla="*/ 38 h 69"/>
                <a:gd name="T60" fmla="*/ 6 w 88"/>
                <a:gd name="T61" fmla="*/ 36 h 69"/>
                <a:gd name="T62" fmla="*/ 5 w 88"/>
                <a:gd name="T63" fmla="*/ 36 h 69"/>
                <a:gd name="T64" fmla="*/ 1 w 88"/>
                <a:gd name="T65" fmla="*/ 30 h 69"/>
                <a:gd name="T66" fmla="*/ 13 w 88"/>
                <a:gd name="T67" fmla="*/ 28 h 69"/>
                <a:gd name="T68" fmla="*/ 21 w 88"/>
                <a:gd name="T69" fmla="*/ 27 h 69"/>
                <a:gd name="T70" fmla="*/ 28 w 88"/>
                <a:gd name="T71" fmla="*/ 24 h 69"/>
                <a:gd name="T72" fmla="*/ 24 w 88"/>
                <a:gd name="T73" fmla="*/ 18 h 69"/>
                <a:gd name="T74" fmla="*/ 20 w 88"/>
                <a:gd name="T75" fmla="*/ 14 h 69"/>
                <a:gd name="T76" fmla="*/ 13 w 88"/>
                <a:gd name="T77" fmla="*/ 6 h 69"/>
                <a:gd name="T78" fmla="*/ 14 w 88"/>
                <a:gd name="T79" fmla="*/ 1 h 69"/>
                <a:gd name="T80" fmla="*/ 20 w 88"/>
                <a:gd name="T81" fmla="*/ 4 h 69"/>
                <a:gd name="T82" fmla="*/ 25 w 88"/>
                <a:gd name="T83" fmla="*/ 8 h 69"/>
                <a:gd name="T84" fmla="*/ 29 w 88"/>
                <a:gd name="T85" fmla="*/ 10 h 69"/>
                <a:gd name="T86" fmla="*/ 32 w 88"/>
                <a:gd name="T87" fmla="*/ 12 h 69"/>
                <a:gd name="T88" fmla="*/ 39 w 88"/>
                <a:gd name="T89" fmla="*/ 16 h 69"/>
                <a:gd name="T90" fmla="*/ 52 w 88"/>
                <a:gd name="T91" fmla="*/ 14 h 69"/>
                <a:gd name="T92" fmla="*/ 57 w 88"/>
                <a:gd name="T93" fmla="*/ 13 h 69"/>
                <a:gd name="T94" fmla="*/ 65 w 88"/>
                <a:gd name="T95" fmla="*/ 10 h 69"/>
                <a:gd name="T96" fmla="*/ 69 w 88"/>
                <a:gd name="T97" fmla="*/ 8 h 69"/>
                <a:gd name="T98" fmla="*/ 81 w 88"/>
                <a:gd name="T99" fmla="*/ 2 h 69"/>
                <a:gd name="T100" fmla="*/ 85 w 88"/>
                <a:gd name="T10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" h="69">
                  <a:moveTo>
                    <a:pt x="27" y="44"/>
                  </a:moveTo>
                  <a:cubicBezTo>
                    <a:pt x="27" y="44"/>
                    <a:pt x="28" y="45"/>
                    <a:pt x="28" y="45"/>
                  </a:cubicBezTo>
                  <a:cubicBezTo>
                    <a:pt x="28" y="45"/>
                    <a:pt x="29" y="45"/>
                    <a:pt x="29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6"/>
                    <a:pt x="29" y="47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1" y="48"/>
                    <a:pt x="31" y="48"/>
                    <a:pt x="32" y="49"/>
                  </a:cubicBezTo>
                  <a:cubicBezTo>
                    <a:pt x="32" y="50"/>
                    <a:pt x="33" y="50"/>
                    <a:pt x="34" y="51"/>
                  </a:cubicBezTo>
                  <a:cubicBezTo>
                    <a:pt x="34" y="51"/>
                    <a:pt x="34" y="52"/>
                    <a:pt x="34" y="52"/>
                  </a:cubicBezTo>
                  <a:cubicBezTo>
                    <a:pt x="34" y="52"/>
                    <a:pt x="34" y="52"/>
                    <a:pt x="35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6" y="54"/>
                  </a:cubicBezTo>
                  <a:cubicBezTo>
                    <a:pt x="36" y="54"/>
                    <a:pt x="37" y="55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6"/>
                    <a:pt x="38" y="57"/>
                    <a:pt x="38" y="57"/>
                  </a:cubicBezTo>
                  <a:cubicBezTo>
                    <a:pt x="38" y="58"/>
                    <a:pt x="39" y="58"/>
                    <a:pt x="39" y="58"/>
                  </a:cubicBezTo>
                  <a:cubicBezTo>
                    <a:pt x="40" y="59"/>
                    <a:pt x="39" y="59"/>
                    <a:pt x="40" y="60"/>
                  </a:cubicBezTo>
                  <a:cubicBezTo>
                    <a:pt x="40" y="60"/>
                    <a:pt x="40" y="61"/>
                    <a:pt x="40" y="61"/>
                  </a:cubicBezTo>
                  <a:cubicBezTo>
                    <a:pt x="40" y="61"/>
                    <a:pt x="40" y="63"/>
                    <a:pt x="40" y="63"/>
                  </a:cubicBezTo>
                  <a:cubicBezTo>
                    <a:pt x="40" y="64"/>
                    <a:pt x="41" y="64"/>
                    <a:pt x="41" y="64"/>
                  </a:cubicBezTo>
                  <a:cubicBezTo>
                    <a:pt x="41" y="64"/>
                    <a:pt x="40" y="65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1" y="66"/>
                    <a:pt x="41" y="66"/>
                  </a:cubicBezTo>
                  <a:cubicBezTo>
                    <a:pt x="40" y="66"/>
                    <a:pt x="40" y="6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9" y="68"/>
                    <a:pt x="38" y="68"/>
                    <a:pt x="38" y="69"/>
                  </a:cubicBezTo>
                  <a:cubicBezTo>
                    <a:pt x="38" y="68"/>
                    <a:pt x="37" y="68"/>
                    <a:pt x="36" y="68"/>
                  </a:cubicBezTo>
                  <a:cubicBezTo>
                    <a:pt x="36" y="67"/>
                    <a:pt x="35" y="67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7"/>
                    <a:pt x="35" y="67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2" y="66"/>
                    <a:pt x="30" y="65"/>
                    <a:pt x="28" y="6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8" y="64"/>
                    <a:pt x="27" y="64"/>
                    <a:pt x="26" y="64"/>
                  </a:cubicBezTo>
                  <a:cubicBezTo>
                    <a:pt x="26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6" y="62"/>
                    <a:pt x="26" y="62"/>
                  </a:cubicBezTo>
                  <a:cubicBezTo>
                    <a:pt x="27" y="61"/>
                    <a:pt x="28" y="61"/>
                    <a:pt x="28" y="60"/>
                  </a:cubicBezTo>
                  <a:cubicBezTo>
                    <a:pt x="29" y="59"/>
                    <a:pt x="28" y="58"/>
                    <a:pt x="28" y="58"/>
                  </a:cubicBezTo>
                  <a:cubicBezTo>
                    <a:pt x="28" y="57"/>
                    <a:pt x="28" y="56"/>
                    <a:pt x="28" y="56"/>
                  </a:cubicBezTo>
                  <a:cubicBezTo>
                    <a:pt x="28" y="55"/>
                    <a:pt x="28" y="54"/>
                    <a:pt x="27" y="53"/>
                  </a:cubicBezTo>
                  <a:cubicBezTo>
                    <a:pt x="27" y="53"/>
                    <a:pt x="27" y="52"/>
                    <a:pt x="27" y="52"/>
                  </a:cubicBezTo>
                  <a:cubicBezTo>
                    <a:pt x="27" y="52"/>
                    <a:pt x="27" y="51"/>
                    <a:pt x="27" y="51"/>
                  </a:cubicBezTo>
                  <a:cubicBezTo>
                    <a:pt x="27" y="50"/>
                    <a:pt x="27" y="49"/>
                    <a:pt x="26" y="49"/>
                  </a:cubicBezTo>
                  <a:cubicBezTo>
                    <a:pt x="26" y="48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2"/>
                    <a:pt x="27" y="44"/>
                    <a:pt x="27" y="44"/>
                  </a:cubicBezTo>
                  <a:close/>
                  <a:moveTo>
                    <a:pt x="64" y="33"/>
                  </a:moveTo>
                  <a:cubicBezTo>
                    <a:pt x="63" y="33"/>
                    <a:pt x="63" y="33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4" y="33"/>
                  </a:cubicBezTo>
                  <a:close/>
                  <a:moveTo>
                    <a:pt x="87" y="0"/>
                  </a:moveTo>
                  <a:cubicBezTo>
                    <a:pt x="87" y="0"/>
                    <a:pt x="87" y="0"/>
                    <a:pt x="87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8" y="1"/>
                    <a:pt x="88" y="2"/>
                    <a:pt x="88" y="2"/>
                  </a:cubicBezTo>
                  <a:cubicBezTo>
                    <a:pt x="88" y="3"/>
                    <a:pt x="88" y="6"/>
                    <a:pt x="88" y="7"/>
                  </a:cubicBezTo>
                  <a:cubicBezTo>
                    <a:pt x="88" y="8"/>
                    <a:pt x="87" y="9"/>
                    <a:pt x="87" y="10"/>
                  </a:cubicBezTo>
                  <a:cubicBezTo>
                    <a:pt x="86" y="11"/>
                    <a:pt x="84" y="12"/>
                    <a:pt x="83" y="13"/>
                  </a:cubicBezTo>
                  <a:cubicBezTo>
                    <a:pt x="82" y="13"/>
                    <a:pt x="82" y="13"/>
                    <a:pt x="81" y="14"/>
                  </a:cubicBezTo>
                  <a:cubicBezTo>
                    <a:pt x="81" y="14"/>
                    <a:pt x="80" y="14"/>
                    <a:pt x="79" y="14"/>
                  </a:cubicBezTo>
                  <a:cubicBezTo>
                    <a:pt x="79" y="15"/>
                    <a:pt x="79" y="15"/>
                    <a:pt x="78" y="15"/>
                  </a:cubicBezTo>
                  <a:cubicBezTo>
                    <a:pt x="78" y="15"/>
                    <a:pt x="77" y="15"/>
                    <a:pt x="77" y="16"/>
                  </a:cubicBezTo>
                  <a:cubicBezTo>
                    <a:pt x="76" y="16"/>
                    <a:pt x="76" y="16"/>
                    <a:pt x="76" y="17"/>
                  </a:cubicBezTo>
                  <a:cubicBezTo>
                    <a:pt x="76" y="17"/>
                    <a:pt x="74" y="17"/>
                    <a:pt x="74" y="17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7"/>
                    <a:pt x="74" y="18"/>
                    <a:pt x="74" y="18"/>
                  </a:cubicBezTo>
                  <a:cubicBezTo>
                    <a:pt x="72" y="18"/>
                    <a:pt x="71" y="19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9" y="20"/>
                    <a:pt x="68" y="21"/>
                    <a:pt x="68" y="21"/>
                  </a:cubicBezTo>
                  <a:cubicBezTo>
                    <a:pt x="68" y="21"/>
                    <a:pt x="67" y="21"/>
                    <a:pt x="67" y="22"/>
                  </a:cubicBezTo>
                  <a:cubicBezTo>
                    <a:pt x="67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3"/>
                  </a:cubicBezTo>
                  <a:cubicBezTo>
                    <a:pt x="65" y="22"/>
                    <a:pt x="65" y="23"/>
                    <a:pt x="64" y="23"/>
                  </a:cubicBezTo>
                  <a:cubicBezTo>
                    <a:pt x="63" y="24"/>
                    <a:pt x="64" y="25"/>
                    <a:pt x="65" y="26"/>
                  </a:cubicBezTo>
                  <a:cubicBezTo>
                    <a:pt x="66" y="26"/>
                    <a:pt x="66" y="26"/>
                    <a:pt x="67" y="27"/>
                  </a:cubicBezTo>
                  <a:cubicBezTo>
                    <a:pt x="67" y="27"/>
                    <a:pt x="67" y="27"/>
                    <a:pt x="68" y="27"/>
                  </a:cubicBezTo>
                  <a:cubicBezTo>
                    <a:pt x="68" y="27"/>
                    <a:pt x="69" y="27"/>
                    <a:pt x="69" y="27"/>
                  </a:cubicBezTo>
                  <a:cubicBezTo>
                    <a:pt x="70" y="27"/>
                    <a:pt x="70" y="27"/>
                    <a:pt x="71" y="27"/>
                  </a:cubicBezTo>
                  <a:cubicBezTo>
                    <a:pt x="71" y="27"/>
                    <a:pt x="71" y="28"/>
                    <a:pt x="72" y="27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3" y="28"/>
                    <a:pt x="74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6" y="29"/>
                    <a:pt x="76" y="29"/>
                  </a:cubicBezTo>
                  <a:cubicBezTo>
                    <a:pt x="78" y="29"/>
                    <a:pt x="79" y="28"/>
                    <a:pt x="81" y="28"/>
                  </a:cubicBezTo>
                  <a:cubicBezTo>
                    <a:pt x="81" y="28"/>
                    <a:pt x="82" y="27"/>
                    <a:pt x="82" y="28"/>
                  </a:cubicBezTo>
                  <a:cubicBezTo>
                    <a:pt x="82" y="27"/>
                    <a:pt x="84" y="27"/>
                    <a:pt x="84" y="27"/>
                  </a:cubicBezTo>
                  <a:cubicBezTo>
                    <a:pt x="84" y="26"/>
                    <a:pt x="86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8" y="28"/>
                    <a:pt x="88" y="28"/>
                    <a:pt x="87" y="29"/>
                  </a:cubicBezTo>
                  <a:cubicBezTo>
                    <a:pt x="87" y="29"/>
                    <a:pt x="86" y="30"/>
                    <a:pt x="85" y="30"/>
                  </a:cubicBezTo>
                  <a:cubicBezTo>
                    <a:pt x="85" y="30"/>
                    <a:pt x="84" y="31"/>
                    <a:pt x="83" y="31"/>
                  </a:cubicBezTo>
                  <a:cubicBezTo>
                    <a:pt x="82" y="32"/>
                    <a:pt x="81" y="33"/>
                    <a:pt x="79" y="33"/>
                  </a:cubicBezTo>
                  <a:cubicBezTo>
                    <a:pt x="78" y="34"/>
                    <a:pt x="78" y="34"/>
                    <a:pt x="77" y="35"/>
                  </a:cubicBezTo>
                  <a:cubicBezTo>
                    <a:pt x="76" y="35"/>
                    <a:pt x="75" y="35"/>
                    <a:pt x="74" y="35"/>
                  </a:cubicBezTo>
                  <a:cubicBezTo>
                    <a:pt x="73" y="35"/>
                    <a:pt x="72" y="36"/>
                    <a:pt x="72" y="36"/>
                  </a:cubicBezTo>
                  <a:cubicBezTo>
                    <a:pt x="71" y="37"/>
                    <a:pt x="70" y="36"/>
                    <a:pt x="69" y="36"/>
                  </a:cubicBezTo>
                  <a:cubicBezTo>
                    <a:pt x="67" y="37"/>
                    <a:pt x="66" y="37"/>
                    <a:pt x="64" y="37"/>
                  </a:cubicBezTo>
                  <a:cubicBezTo>
                    <a:pt x="63" y="37"/>
                    <a:pt x="62" y="36"/>
                    <a:pt x="61" y="36"/>
                  </a:cubicBezTo>
                  <a:cubicBezTo>
                    <a:pt x="61" y="36"/>
                    <a:pt x="60" y="36"/>
                    <a:pt x="60" y="37"/>
                  </a:cubicBezTo>
                  <a:cubicBezTo>
                    <a:pt x="59" y="37"/>
                    <a:pt x="57" y="36"/>
                    <a:pt x="56" y="36"/>
                  </a:cubicBezTo>
                  <a:cubicBezTo>
                    <a:pt x="56" y="36"/>
                    <a:pt x="56" y="35"/>
                    <a:pt x="55" y="36"/>
                  </a:cubicBezTo>
                  <a:cubicBezTo>
                    <a:pt x="55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3" y="35"/>
                    <a:pt x="53" y="36"/>
                    <a:pt x="53" y="36"/>
                  </a:cubicBezTo>
                  <a:cubicBezTo>
                    <a:pt x="52" y="36"/>
                    <a:pt x="52" y="36"/>
                    <a:pt x="51" y="36"/>
                  </a:cubicBezTo>
                  <a:cubicBezTo>
                    <a:pt x="51" y="36"/>
                    <a:pt x="46" y="35"/>
                    <a:pt x="45" y="35"/>
                  </a:cubicBezTo>
                  <a:cubicBezTo>
                    <a:pt x="45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2" y="34"/>
                  </a:cubicBezTo>
                  <a:cubicBezTo>
                    <a:pt x="42" y="34"/>
                    <a:pt x="40" y="34"/>
                    <a:pt x="40" y="34"/>
                  </a:cubicBezTo>
                  <a:cubicBezTo>
                    <a:pt x="40" y="33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7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6"/>
                    <a:pt x="34" y="37"/>
                  </a:cubicBezTo>
                  <a:cubicBezTo>
                    <a:pt x="34" y="36"/>
                    <a:pt x="33" y="37"/>
                    <a:pt x="32" y="37"/>
                  </a:cubicBezTo>
                  <a:cubicBezTo>
                    <a:pt x="31" y="37"/>
                    <a:pt x="30" y="36"/>
                    <a:pt x="30" y="36"/>
                  </a:cubicBezTo>
                  <a:cubicBezTo>
                    <a:pt x="29" y="36"/>
                    <a:pt x="28" y="36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4" y="37"/>
                    <a:pt x="24" y="37"/>
                  </a:cubicBezTo>
                  <a:cubicBezTo>
                    <a:pt x="23" y="37"/>
                    <a:pt x="23" y="38"/>
                    <a:pt x="23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8"/>
                    <a:pt x="21" y="38"/>
                    <a:pt x="20" y="38"/>
                  </a:cubicBezTo>
                  <a:cubicBezTo>
                    <a:pt x="20" y="38"/>
                    <a:pt x="19" y="38"/>
                    <a:pt x="19" y="38"/>
                  </a:cubicBezTo>
                  <a:cubicBezTo>
                    <a:pt x="19" y="38"/>
                    <a:pt x="18" y="38"/>
                    <a:pt x="18" y="39"/>
                  </a:cubicBezTo>
                  <a:cubicBezTo>
                    <a:pt x="17" y="39"/>
                    <a:pt x="17" y="38"/>
                    <a:pt x="16" y="38"/>
                  </a:cubicBezTo>
                  <a:cubicBezTo>
                    <a:pt x="16" y="38"/>
                    <a:pt x="15" y="38"/>
                    <a:pt x="15" y="38"/>
                  </a:cubicBezTo>
                  <a:cubicBezTo>
                    <a:pt x="14" y="38"/>
                    <a:pt x="13" y="38"/>
                    <a:pt x="11" y="38"/>
                  </a:cubicBezTo>
                  <a:cubicBezTo>
                    <a:pt x="11" y="38"/>
                    <a:pt x="10" y="38"/>
                    <a:pt x="10" y="37"/>
                  </a:cubicBezTo>
                  <a:cubicBezTo>
                    <a:pt x="9" y="37"/>
                    <a:pt x="9" y="37"/>
                    <a:pt x="8" y="37"/>
                  </a:cubicBezTo>
                  <a:cubicBezTo>
                    <a:pt x="8" y="37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2" y="36"/>
                    <a:pt x="1" y="35"/>
                  </a:cubicBezTo>
                  <a:cubicBezTo>
                    <a:pt x="1" y="35"/>
                    <a:pt x="1" y="34"/>
                    <a:pt x="0" y="33"/>
                  </a:cubicBezTo>
                  <a:cubicBezTo>
                    <a:pt x="1" y="32"/>
                    <a:pt x="1" y="31"/>
                    <a:pt x="1" y="30"/>
                  </a:cubicBezTo>
                  <a:cubicBezTo>
                    <a:pt x="2" y="30"/>
                    <a:pt x="3" y="30"/>
                    <a:pt x="4" y="30"/>
                  </a:cubicBezTo>
                  <a:cubicBezTo>
                    <a:pt x="6" y="30"/>
                    <a:pt x="7" y="30"/>
                    <a:pt x="8" y="30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10" y="29"/>
                    <a:pt x="11" y="30"/>
                    <a:pt x="11" y="30"/>
                  </a:cubicBezTo>
                  <a:cubicBezTo>
                    <a:pt x="12" y="29"/>
                    <a:pt x="13" y="28"/>
                    <a:pt x="13" y="28"/>
                  </a:cubicBezTo>
                  <a:cubicBezTo>
                    <a:pt x="14" y="28"/>
                    <a:pt x="15" y="29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20" y="27"/>
                    <a:pt x="21" y="27"/>
                  </a:cubicBezTo>
                  <a:cubicBezTo>
                    <a:pt x="22" y="27"/>
                    <a:pt x="22" y="26"/>
                    <a:pt x="23" y="26"/>
                  </a:cubicBezTo>
                  <a:cubicBezTo>
                    <a:pt x="24" y="26"/>
                    <a:pt x="25" y="26"/>
                    <a:pt x="26" y="26"/>
                  </a:cubicBezTo>
                  <a:cubicBezTo>
                    <a:pt x="26" y="26"/>
                    <a:pt x="27" y="25"/>
                    <a:pt x="27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7" y="23"/>
                    <a:pt x="27" y="22"/>
                    <a:pt x="26" y="22"/>
                  </a:cubicBezTo>
                  <a:cubicBezTo>
                    <a:pt x="26" y="22"/>
                    <a:pt x="26" y="21"/>
                    <a:pt x="26" y="21"/>
                  </a:cubicBezTo>
                  <a:cubicBezTo>
                    <a:pt x="25" y="20"/>
                    <a:pt x="24" y="20"/>
                    <a:pt x="24" y="18"/>
                  </a:cubicBezTo>
                  <a:cubicBezTo>
                    <a:pt x="24" y="18"/>
                    <a:pt x="23" y="18"/>
                    <a:pt x="24" y="18"/>
                  </a:cubicBezTo>
                  <a:cubicBezTo>
                    <a:pt x="23" y="17"/>
                    <a:pt x="23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4"/>
                  </a:cubicBezTo>
                  <a:cubicBezTo>
                    <a:pt x="19" y="14"/>
                    <a:pt x="19" y="14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6" y="12"/>
                    <a:pt x="16" y="11"/>
                    <a:pt x="15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7"/>
                    <a:pt x="13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2"/>
                    <a:pt x="13" y="1"/>
                  </a:cubicBezTo>
                  <a:cubicBezTo>
                    <a:pt x="13" y="1"/>
                    <a:pt x="14" y="1"/>
                    <a:pt x="13" y="1"/>
                  </a:cubicBezTo>
                  <a:cubicBezTo>
                    <a:pt x="14" y="1"/>
                    <a:pt x="13" y="1"/>
                    <a:pt x="14" y="1"/>
                  </a:cubicBezTo>
                  <a:cubicBezTo>
                    <a:pt x="15" y="1"/>
                    <a:pt x="16" y="1"/>
                    <a:pt x="17" y="2"/>
                  </a:cubicBezTo>
                  <a:cubicBezTo>
                    <a:pt x="17" y="2"/>
                    <a:pt x="18" y="2"/>
                    <a:pt x="18" y="2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1" y="5"/>
                    <a:pt x="21" y="5"/>
                  </a:cubicBezTo>
                  <a:cubicBezTo>
                    <a:pt x="23" y="5"/>
                    <a:pt x="24" y="7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8"/>
                    <a:pt x="26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10"/>
                    <a:pt x="30" y="10"/>
                    <a:pt x="31" y="11"/>
                  </a:cubicBezTo>
                  <a:cubicBezTo>
                    <a:pt x="31" y="11"/>
                    <a:pt x="31" y="11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3" y="13"/>
                    <a:pt x="33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5" y="13"/>
                    <a:pt x="35" y="14"/>
                    <a:pt x="36" y="15"/>
                  </a:cubicBezTo>
                  <a:cubicBezTo>
                    <a:pt x="37" y="15"/>
                    <a:pt x="37" y="15"/>
                    <a:pt x="37" y="16"/>
                  </a:cubicBezTo>
                  <a:cubicBezTo>
                    <a:pt x="38" y="16"/>
                    <a:pt x="38" y="16"/>
                    <a:pt x="39" y="16"/>
                  </a:cubicBezTo>
                  <a:cubicBezTo>
                    <a:pt x="40" y="17"/>
                    <a:pt x="42" y="17"/>
                    <a:pt x="43" y="16"/>
                  </a:cubicBezTo>
                  <a:cubicBezTo>
                    <a:pt x="43" y="16"/>
                    <a:pt x="45" y="16"/>
                    <a:pt x="45" y="16"/>
                  </a:cubicBezTo>
                  <a:cubicBezTo>
                    <a:pt x="46" y="18"/>
                    <a:pt x="47" y="17"/>
                    <a:pt x="48" y="17"/>
                  </a:cubicBezTo>
                  <a:cubicBezTo>
                    <a:pt x="49" y="17"/>
                    <a:pt x="49" y="17"/>
                    <a:pt x="50" y="16"/>
                  </a:cubicBezTo>
                  <a:cubicBezTo>
                    <a:pt x="51" y="16"/>
                    <a:pt x="51" y="15"/>
                    <a:pt x="52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5" y="14"/>
                    <a:pt x="56" y="14"/>
                    <a:pt x="56" y="13"/>
                  </a:cubicBezTo>
                  <a:cubicBezTo>
                    <a:pt x="56" y="13"/>
                    <a:pt x="56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8" y="12"/>
                    <a:pt x="59" y="13"/>
                  </a:cubicBezTo>
                  <a:cubicBezTo>
                    <a:pt x="60" y="11"/>
                    <a:pt x="61" y="12"/>
                    <a:pt x="63" y="11"/>
                  </a:cubicBezTo>
                  <a:cubicBezTo>
                    <a:pt x="63" y="11"/>
                    <a:pt x="63" y="11"/>
                    <a:pt x="63" y="10"/>
                  </a:cubicBezTo>
                  <a:cubicBezTo>
                    <a:pt x="64" y="10"/>
                    <a:pt x="64" y="10"/>
                    <a:pt x="65" y="10"/>
                  </a:cubicBezTo>
                  <a:cubicBezTo>
                    <a:pt x="65" y="10"/>
                    <a:pt x="65" y="10"/>
                    <a:pt x="66" y="10"/>
                  </a:cubicBezTo>
                  <a:cubicBezTo>
                    <a:pt x="66" y="9"/>
                    <a:pt x="67" y="9"/>
                    <a:pt x="67" y="9"/>
                  </a:cubicBezTo>
                  <a:cubicBezTo>
                    <a:pt x="67" y="9"/>
                    <a:pt x="68" y="9"/>
                    <a:pt x="68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7"/>
                    <a:pt x="70" y="7"/>
                    <a:pt x="71" y="7"/>
                  </a:cubicBezTo>
                  <a:cubicBezTo>
                    <a:pt x="71" y="7"/>
                    <a:pt x="72" y="7"/>
                    <a:pt x="72" y="6"/>
                  </a:cubicBezTo>
                  <a:cubicBezTo>
                    <a:pt x="73" y="7"/>
                    <a:pt x="74" y="5"/>
                    <a:pt x="75" y="5"/>
                  </a:cubicBezTo>
                  <a:cubicBezTo>
                    <a:pt x="75" y="4"/>
                    <a:pt x="78" y="4"/>
                    <a:pt x="78" y="4"/>
                  </a:cubicBezTo>
                  <a:cubicBezTo>
                    <a:pt x="79" y="3"/>
                    <a:pt x="80" y="2"/>
                    <a:pt x="81" y="2"/>
                  </a:cubicBezTo>
                  <a:cubicBezTo>
                    <a:pt x="81" y="2"/>
                    <a:pt x="82" y="2"/>
                    <a:pt x="82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5" y="1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6" y="0"/>
                    <a:pt x="86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7040563" y="3106738"/>
              <a:ext cx="366712" cy="227013"/>
            </a:xfrm>
            <a:custGeom>
              <a:avLst/>
              <a:gdLst>
                <a:gd name="T0" fmla="*/ 58 w 135"/>
                <a:gd name="T1" fmla="*/ 80 h 83"/>
                <a:gd name="T2" fmla="*/ 50 w 135"/>
                <a:gd name="T3" fmla="*/ 71 h 83"/>
                <a:gd name="T4" fmla="*/ 42 w 135"/>
                <a:gd name="T5" fmla="*/ 58 h 83"/>
                <a:gd name="T6" fmla="*/ 50 w 135"/>
                <a:gd name="T7" fmla="*/ 66 h 83"/>
                <a:gd name="T8" fmla="*/ 40 w 135"/>
                <a:gd name="T9" fmla="*/ 55 h 83"/>
                <a:gd name="T10" fmla="*/ 25 w 135"/>
                <a:gd name="T11" fmla="*/ 58 h 83"/>
                <a:gd name="T12" fmla="*/ 9 w 135"/>
                <a:gd name="T13" fmla="*/ 61 h 83"/>
                <a:gd name="T14" fmla="*/ 3 w 135"/>
                <a:gd name="T15" fmla="*/ 54 h 83"/>
                <a:gd name="T16" fmla="*/ 7 w 135"/>
                <a:gd name="T17" fmla="*/ 43 h 83"/>
                <a:gd name="T18" fmla="*/ 12 w 135"/>
                <a:gd name="T19" fmla="*/ 29 h 83"/>
                <a:gd name="T20" fmla="*/ 13 w 135"/>
                <a:gd name="T21" fmla="*/ 36 h 83"/>
                <a:gd name="T22" fmla="*/ 14 w 135"/>
                <a:gd name="T23" fmla="*/ 48 h 83"/>
                <a:gd name="T24" fmla="*/ 31 w 135"/>
                <a:gd name="T25" fmla="*/ 52 h 83"/>
                <a:gd name="T26" fmla="*/ 34 w 135"/>
                <a:gd name="T27" fmla="*/ 43 h 83"/>
                <a:gd name="T28" fmla="*/ 41 w 135"/>
                <a:gd name="T29" fmla="*/ 36 h 83"/>
                <a:gd name="T30" fmla="*/ 51 w 135"/>
                <a:gd name="T31" fmla="*/ 51 h 83"/>
                <a:gd name="T32" fmla="*/ 58 w 135"/>
                <a:gd name="T33" fmla="*/ 62 h 83"/>
                <a:gd name="T34" fmla="*/ 63 w 135"/>
                <a:gd name="T35" fmla="*/ 70 h 83"/>
                <a:gd name="T36" fmla="*/ 82 w 135"/>
                <a:gd name="T37" fmla="*/ 65 h 83"/>
                <a:gd name="T38" fmla="*/ 71 w 135"/>
                <a:gd name="T39" fmla="*/ 65 h 83"/>
                <a:gd name="T40" fmla="*/ 61 w 135"/>
                <a:gd name="T41" fmla="*/ 53 h 83"/>
                <a:gd name="T42" fmla="*/ 74 w 135"/>
                <a:gd name="T43" fmla="*/ 60 h 83"/>
                <a:gd name="T44" fmla="*/ 58 w 135"/>
                <a:gd name="T45" fmla="*/ 39 h 83"/>
                <a:gd name="T46" fmla="*/ 51 w 135"/>
                <a:gd name="T47" fmla="*/ 31 h 83"/>
                <a:gd name="T48" fmla="*/ 35 w 135"/>
                <a:gd name="T49" fmla="*/ 16 h 83"/>
                <a:gd name="T50" fmla="*/ 32 w 135"/>
                <a:gd name="T51" fmla="*/ 6 h 83"/>
                <a:gd name="T52" fmla="*/ 41 w 135"/>
                <a:gd name="T53" fmla="*/ 6 h 83"/>
                <a:gd name="T54" fmla="*/ 47 w 135"/>
                <a:gd name="T55" fmla="*/ 14 h 83"/>
                <a:gd name="T56" fmla="*/ 54 w 135"/>
                <a:gd name="T57" fmla="*/ 23 h 83"/>
                <a:gd name="T58" fmla="*/ 65 w 135"/>
                <a:gd name="T59" fmla="*/ 37 h 83"/>
                <a:gd name="T60" fmla="*/ 76 w 135"/>
                <a:gd name="T61" fmla="*/ 53 h 83"/>
                <a:gd name="T62" fmla="*/ 82 w 135"/>
                <a:gd name="T63" fmla="*/ 65 h 83"/>
                <a:gd name="T64" fmla="*/ 112 w 135"/>
                <a:gd name="T65" fmla="*/ 50 h 83"/>
                <a:gd name="T66" fmla="*/ 108 w 135"/>
                <a:gd name="T67" fmla="*/ 56 h 83"/>
                <a:gd name="T68" fmla="*/ 116 w 135"/>
                <a:gd name="T69" fmla="*/ 67 h 83"/>
                <a:gd name="T70" fmla="*/ 119 w 135"/>
                <a:gd name="T71" fmla="*/ 77 h 83"/>
                <a:gd name="T72" fmla="*/ 104 w 135"/>
                <a:gd name="T73" fmla="*/ 74 h 83"/>
                <a:gd name="T74" fmla="*/ 88 w 135"/>
                <a:gd name="T75" fmla="*/ 67 h 83"/>
                <a:gd name="T76" fmla="*/ 92 w 135"/>
                <a:gd name="T77" fmla="*/ 62 h 83"/>
                <a:gd name="T78" fmla="*/ 99 w 135"/>
                <a:gd name="T79" fmla="*/ 65 h 83"/>
                <a:gd name="T80" fmla="*/ 113 w 135"/>
                <a:gd name="T81" fmla="*/ 72 h 83"/>
                <a:gd name="T82" fmla="*/ 109 w 135"/>
                <a:gd name="T83" fmla="*/ 62 h 83"/>
                <a:gd name="T84" fmla="*/ 102 w 135"/>
                <a:gd name="T85" fmla="*/ 54 h 83"/>
                <a:gd name="T86" fmla="*/ 93 w 135"/>
                <a:gd name="T87" fmla="*/ 49 h 83"/>
                <a:gd name="T88" fmla="*/ 81 w 135"/>
                <a:gd name="T89" fmla="*/ 49 h 83"/>
                <a:gd name="T90" fmla="*/ 81 w 135"/>
                <a:gd name="T91" fmla="*/ 43 h 83"/>
                <a:gd name="T92" fmla="*/ 77 w 135"/>
                <a:gd name="T93" fmla="*/ 37 h 83"/>
                <a:gd name="T94" fmla="*/ 85 w 135"/>
                <a:gd name="T95" fmla="*/ 41 h 83"/>
                <a:gd name="T96" fmla="*/ 79 w 135"/>
                <a:gd name="T97" fmla="*/ 31 h 83"/>
                <a:gd name="T98" fmla="*/ 70 w 135"/>
                <a:gd name="T99" fmla="*/ 26 h 83"/>
                <a:gd name="T100" fmla="*/ 76 w 135"/>
                <a:gd name="T101" fmla="*/ 19 h 83"/>
                <a:gd name="T102" fmla="*/ 82 w 135"/>
                <a:gd name="T103" fmla="*/ 22 h 83"/>
                <a:gd name="T104" fmla="*/ 82 w 135"/>
                <a:gd name="T105" fmla="*/ 29 h 83"/>
                <a:gd name="T106" fmla="*/ 96 w 135"/>
                <a:gd name="T107" fmla="*/ 25 h 83"/>
                <a:gd name="T108" fmla="*/ 94 w 135"/>
                <a:gd name="T109" fmla="*/ 33 h 83"/>
                <a:gd name="T110" fmla="*/ 95 w 135"/>
                <a:gd name="T111" fmla="*/ 43 h 83"/>
                <a:gd name="T112" fmla="*/ 105 w 135"/>
                <a:gd name="T113" fmla="*/ 46 h 83"/>
                <a:gd name="T114" fmla="*/ 96 w 135"/>
                <a:gd name="T115" fmla="*/ 38 h 83"/>
                <a:gd name="T116" fmla="*/ 106 w 135"/>
                <a:gd name="T117" fmla="*/ 36 h 83"/>
                <a:gd name="T118" fmla="*/ 111 w 135"/>
                <a:gd name="T119" fmla="*/ 46 h 83"/>
                <a:gd name="T120" fmla="*/ 121 w 135"/>
                <a:gd name="T121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83">
                  <a:moveTo>
                    <a:pt x="66" y="75"/>
                  </a:moveTo>
                  <a:cubicBezTo>
                    <a:pt x="66" y="76"/>
                    <a:pt x="67" y="78"/>
                    <a:pt x="66" y="80"/>
                  </a:cubicBezTo>
                  <a:cubicBezTo>
                    <a:pt x="66" y="81"/>
                    <a:pt x="64" y="82"/>
                    <a:pt x="64" y="82"/>
                  </a:cubicBezTo>
                  <a:cubicBezTo>
                    <a:pt x="63" y="83"/>
                    <a:pt x="61" y="83"/>
                    <a:pt x="60" y="82"/>
                  </a:cubicBezTo>
                  <a:cubicBezTo>
                    <a:pt x="60" y="82"/>
                    <a:pt x="60" y="82"/>
                    <a:pt x="59" y="81"/>
                  </a:cubicBezTo>
                  <a:cubicBezTo>
                    <a:pt x="59" y="81"/>
                    <a:pt x="59" y="81"/>
                    <a:pt x="58" y="80"/>
                  </a:cubicBezTo>
                  <a:cubicBezTo>
                    <a:pt x="58" y="80"/>
                    <a:pt x="57" y="79"/>
                    <a:pt x="57" y="79"/>
                  </a:cubicBezTo>
                  <a:cubicBezTo>
                    <a:pt x="56" y="78"/>
                    <a:pt x="56" y="77"/>
                    <a:pt x="55" y="77"/>
                  </a:cubicBezTo>
                  <a:cubicBezTo>
                    <a:pt x="55" y="76"/>
                    <a:pt x="54" y="76"/>
                    <a:pt x="54" y="75"/>
                  </a:cubicBezTo>
                  <a:cubicBezTo>
                    <a:pt x="53" y="75"/>
                    <a:pt x="53" y="75"/>
                    <a:pt x="53" y="74"/>
                  </a:cubicBezTo>
                  <a:cubicBezTo>
                    <a:pt x="52" y="74"/>
                    <a:pt x="52" y="74"/>
                    <a:pt x="52" y="73"/>
                  </a:cubicBezTo>
                  <a:cubicBezTo>
                    <a:pt x="51" y="73"/>
                    <a:pt x="50" y="72"/>
                    <a:pt x="50" y="71"/>
                  </a:cubicBezTo>
                  <a:cubicBezTo>
                    <a:pt x="49" y="70"/>
                    <a:pt x="48" y="69"/>
                    <a:pt x="47" y="68"/>
                  </a:cubicBezTo>
                  <a:cubicBezTo>
                    <a:pt x="47" y="68"/>
                    <a:pt x="47" y="67"/>
                    <a:pt x="46" y="66"/>
                  </a:cubicBezTo>
                  <a:cubicBezTo>
                    <a:pt x="46" y="66"/>
                    <a:pt x="45" y="66"/>
                    <a:pt x="45" y="65"/>
                  </a:cubicBezTo>
                  <a:cubicBezTo>
                    <a:pt x="45" y="65"/>
                    <a:pt x="44" y="64"/>
                    <a:pt x="44" y="64"/>
                  </a:cubicBezTo>
                  <a:cubicBezTo>
                    <a:pt x="43" y="62"/>
                    <a:pt x="42" y="61"/>
                    <a:pt x="41" y="59"/>
                  </a:cubicBezTo>
                  <a:cubicBezTo>
                    <a:pt x="41" y="59"/>
                    <a:pt x="41" y="58"/>
                    <a:pt x="42" y="58"/>
                  </a:cubicBezTo>
                  <a:cubicBezTo>
                    <a:pt x="43" y="59"/>
                    <a:pt x="44" y="60"/>
                    <a:pt x="44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4"/>
                    <a:pt x="47" y="64"/>
                    <a:pt x="48" y="65"/>
                  </a:cubicBezTo>
                  <a:cubicBezTo>
                    <a:pt x="48" y="65"/>
                    <a:pt x="48" y="65"/>
                    <a:pt x="49" y="65"/>
                  </a:cubicBezTo>
                  <a:cubicBezTo>
                    <a:pt x="49" y="66"/>
                    <a:pt x="50" y="66"/>
                    <a:pt x="50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5"/>
                    <a:pt x="48" y="63"/>
                    <a:pt x="47" y="62"/>
                  </a:cubicBezTo>
                  <a:cubicBezTo>
                    <a:pt x="47" y="61"/>
                    <a:pt x="46" y="60"/>
                    <a:pt x="45" y="60"/>
                  </a:cubicBezTo>
                  <a:cubicBezTo>
                    <a:pt x="45" y="59"/>
                    <a:pt x="44" y="59"/>
                    <a:pt x="44" y="58"/>
                  </a:cubicBezTo>
                  <a:cubicBezTo>
                    <a:pt x="43" y="58"/>
                    <a:pt x="43" y="57"/>
                    <a:pt x="42" y="57"/>
                  </a:cubicBezTo>
                  <a:cubicBezTo>
                    <a:pt x="42" y="57"/>
                    <a:pt x="42" y="56"/>
                    <a:pt x="41" y="56"/>
                  </a:cubicBezTo>
                  <a:cubicBezTo>
                    <a:pt x="41" y="56"/>
                    <a:pt x="40" y="55"/>
                    <a:pt x="40" y="55"/>
                  </a:cubicBezTo>
                  <a:cubicBezTo>
                    <a:pt x="39" y="54"/>
                    <a:pt x="37" y="56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6"/>
                    <a:pt x="35" y="56"/>
                    <a:pt x="35" y="56"/>
                  </a:cubicBezTo>
                  <a:cubicBezTo>
                    <a:pt x="34" y="56"/>
                    <a:pt x="34" y="56"/>
                    <a:pt x="33" y="56"/>
                  </a:cubicBezTo>
                  <a:cubicBezTo>
                    <a:pt x="33" y="56"/>
                    <a:pt x="32" y="57"/>
                    <a:pt x="32" y="57"/>
                  </a:cubicBezTo>
                  <a:cubicBezTo>
                    <a:pt x="29" y="58"/>
                    <a:pt x="27" y="58"/>
                    <a:pt x="25" y="58"/>
                  </a:cubicBezTo>
                  <a:cubicBezTo>
                    <a:pt x="23" y="59"/>
                    <a:pt x="22" y="59"/>
                    <a:pt x="20" y="59"/>
                  </a:cubicBezTo>
                  <a:cubicBezTo>
                    <a:pt x="20" y="59"/>
                    <a:pt x="19" y="59"/>
                    <a:pt x="19" y="60"/>
                  </a:cubicBezTo>
                  <a:cubicBezTo>
                    <a:pt x="18" y="60"/>
                    <a:pt x="17" y="60"/>
                    <a:pt x="16" y="60"/>
                  </a:cubicBezTo>
                  <a:cubicBezTo>
                    <a:pt x="15" y="60"/>
                    <a:pt x="14" y="60"/>
                    <a:pt x="14" y="61"/>
                  </a:cubicBezTo>
                  <a:cubicBezTo>
                    <a:pt x="13" y="61"/>
                    <a:pt x="13" y="61"/>
                    <a:pt x="12" y="61"/>
                  </a:cubicBezTo>
                  <a:cubicBezTo>
                    <a:pt x="11" y="61"/>
                    <a:pt x="10" y="61"/>
                    <a:pt x="9" y="61"/>
                  </a:cubicBezTo>
                  <a:cubicBezTo>
                    <a:pt x="8" y="61"/>
                    <a:pt x="8" y="62"/>
                    <a:pt x="8" y="62"/>
                  </a:cubicBezTo>
                  <a:cubicBezTo>
                    <a:pt x="7" y="62"/>
                    <a:pt x="6" y="62"/>
                    <a:pt x="6" y="62"/>
                  </a:cubicBezTo>
                  <a:cubicBezTo>
                    <a:pt x="4" y="62"/>
                    <a:pt x="3" y="61"/>
                    <a:pt x="2" y="60"/>
                  </a:cubicBezTo>
                  <a:cubicBezTo>
                    <a:pt x="1" y="59"/>
                    <a:pt x="0" y="59"/>
                    <a:pt x="0" y="58"/>
                  </a:cubicBezTo>
                  <a:cubicBezTo>
                    <a:pt x="0" y="57"/>
                    <a:pt x="1" y="55"/>
                    <a:pt x="2" y="54"/>
                  </a:cubicBezTo>
                  <a:cubicBezTo>
                    <a:pt x="2" y="54"/>
                    <a:pt x="2" y="54"/>
                    <a:pt x="3" y="54"/>
                  </a:cubicBezTo>
                  <a:cubicBezTo>
                    <a:pt x="3" y="54"/>
                    <a:pt x="3" y="54"/>
                    <a:pt x="3" y="53"/>
                  </a:cubicBezTo>
                  <a:cubicBezTo>
                    <a:pt x="3" y="52"/>
                    <a:pt x="4" y="50"/>
                    <a:pt x="5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6" y="47"/>
                    <a:pt x="6" y="47"/>
                    <a:pt x="6" y="46"/>
                  </a:cubicBezTo>
                  <a:cubicBezTo>
                    <a:pt x="6" y="45"/>
                    <a:pt x="6" y="44"/>
                    <a:pt x="7" y="44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1"/>
                  </a:cubicBezTo>
                  <a:cubicBezTo>
                    <a:pt x="8" y="41"/>
                    <a:pt x="8" y="40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5"/>
                    <a:pt x="10" y="34"/>
                  </a:cubicBezTo>
                  <a:cubicBezTo>
                    <a:pt x="10" y="33"/>
                    <a:pt x="10" y="33"/>
                    <a:pt x="10" y="32"/>
                  </a:cubicBezTo>
                  <a:cubicBezTo>
                    <a:pt x="11" y="31"/>
                    <a:pt x="11" y="30"/>
                    <a:pt x="12" y="29"/>
                  </a:cubicBezTo>
                  <a:cubicBezTo>
                    <a:pt x="12" y="29"/>
                    <a:pt x="12" y="28"/>
                    <a:pt x="13" y="28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4" y="28"/>
                    <a:pt x="14" y="28"/>
                  </a:cubicBezTo>
                  <a:cubicBezTo>
                    <a:pt x="14" y="29"/>
                    <a:pt x="14" y="30"/>
                    <a:pt x="13" y="30"/>
                  </a:cubicBezTo>
                  <a:cubicBezTo>
                    <a:pt x="13" y="31"/>
                    <a:pt x="13" y="32"/>
                    <a:pt x="13" y="33"/>
                  </a:cubicBezTo>
                  <a:cubicBezTo>
                    <a:pt x="13" y="34"/>
                    <a:pt x="13" y="35"/>
                    <a:pt x="13" y="36"/>
                  </a:cubicBezTo>
                  <a:cubicBezTo>
                    <a:pt x="12" y="38"/>
                    <a:pt x="13" y="39"/>
                    <a:pt x="13" y="41"/>
                  </a:cubicBezTo>
                  <a:cubicBezTo>
                    <a:pt x="13" y="42"/>
                    <a:pt x="13" y="42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8"/>
                    <a:pt x="14" y="48"/>
                    <a:pt x="14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2"/>
                    <a:pt x="15" y="52"/>
                  </a:cubicBezTo>
                  <a:cubicBezTo>
                    <a:pt x="15" y="52"/>
                    <a:pt x="19" y="52"/>
                    <a:pt x="20" y="52"/>
                  </a:cubicBezTo>
                  <a:cubicBezTo>
                    <a:pt x="22" y="52"/>
                    <a:pt x="24" y="52"/>
                    <a:pt x="27" y="52"/>
                  </a:cubicBezTo>
                  <a:cubicBezTo>
                    <a:pt x="27" y="52"/>
                    <a:pt x="28" y="52"/>
                    <a:pt x="29" y="52"/>
                  </a:cubicBezTo>
                  <a:cubicBezTo>
                    <a:pt x="30" y="52"/>
                    <a:pt x="30" y="52"/>
                    <a:pt x="31" y="52"/>
                  </a:cubicBezTo>
                  <a:cubicBezTo>
                    <a:pt x="32" y="52"/>
                    <a:pt x="37" y="52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50"/>
                    <a:pt x="37" y="49"/>
                  </a:cubicBezTo>
                  <a:cubicBezTo>
                    <a:pt x="37" y="48"/>
                    <a:pt x="36" y="47"/>
                    <a:pt x="36" y="46"/>
                  </a:cubicBezTo>
                  <a:cubicBezTo>
                    <a:pt x="35" y="46"/>
                    <a:pt x="35" y="46"/>
                    <a:pt x="35" y="45"/>
                  </a:cubicBezTo>
                  <a:cubicBezTo>
                    <a:pt x="35" y="44"/>
                    <a:pt x="35" y="44"/>
                    <a:pt x="34" y="43"/>
                  </a:cubicBezTo>
                  <a:cubicBezTo>
                    <a:pt x="34" y="42"/>
                    <a:pt x="34" y="42"/>
                    <a:pt x="35" y="41"/>
                  </a:cubicBezTo>
                  <a:cubicBezTo>
                    <a:pt x="34" y="41"/>
                    <a:pt x="34" y="40"/>
                    <a:pt x="34" y="39"/>
                  </a:cubicBezTo>
                  <a:cubicBezTo>
                    <a:pt x="35" y="39"/>
                    <a:pt x="35" y="38"/>
                    <a:pt x="35" y="37"/>
                  </a:cubicBezTo>
                  <a:cubicBezTo>
                    <a:pt x="35" y="36"/>
                    <a:pt x="35" y="32"/>
                    <a:pt x="37" y="32"/>
                  </a:cubicBezTo>
                  <a:cubicBezTo>
                    <a:pt x="38" y="33"/>
                    <a:pt x="39" y="33"/>
                    <a:pt x="39" y="34"/>
                  </a:cubicBezTo>
                  <a:cubicBezTo>
                    <a:pt x="40" y="34"/>
                    <a:pt x="40" y="35"/>
                    <a:pt x="41" y="36"/>
                  </a:cubicBezTo>
                  <a:cubicBezTo>
                    <a:pt x="41" y="36"/>
                    <a:pt x="41" y="37"/>
                    <a:pt x="42" y="37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4" y="40"/>
                    <a:pt x="45" y="42"/>
                    <a:pt x="46" y="44"/>
                  </a:cubicBezTo>
                  <a:cubicBezTo>
                    <a:pt x="47" y="44"/>
                    <a:pt x="47" y="45"/>
                    <a:pt x="48" y="46"/>
                  </a:cubicBezTo>
                  <a:cubicBezTo>
                    <a:pt x="48" y="46"/>
                    <a:pt x="48" y="46"/>
                    <a:pt x="49" y="47"/>
                  </a:cubicBezTo>
                  <a:cubicBezTo>
                    <a:pt x="49" y="48"/>
                    <a:pt x="50" y="49"/>
                    <a:pt x="51" y="51"/>
                  </a:cubicBezTo>
                  <a:cubicBezTo>
                    <a:pt x="52" y="51"/>
                    <a:pt x="52" y="51"/>
                    <a:pt x="52" y="52"/>
                  </a:cubicBezTo>
                  <a:cubicBezTo>
                    <a:pt x="53" y="52"/>
                    <a:pt x="53" y="53"/>
                    <a:pt x="54" y="54"/>
                  </a:cubicBezTo>
                  <a:cubicBezTo>
                    <a:pt x="54" y="55"/>
                    <a:pt x="54" y="56"/>
                    <a:pt x="55" y="56"/>
                  </a:cubicBezTo>
                  <a:cubicBezTo>
                    <a:pt x="55" y="57"/>
                    <a:pt x="56" y="57"/>
                    <a:pt x="56" y="58"/>
                  </a:cubicBezTo>
                  <a:cubicBezTo>
                    <a:pt x="56" y="58"/>
                    <a:pt x="56" y="59"/>
                    <a:pt x="57" y="60"/>
                  </a:cubicBezTo>
                  <a:cubicBezTo>
                    <a:pt x="57" y="61"/>
                    <a:pt x="58" y="62"/>
                    <a:pt x="58" y="62"/>
                  </a:cubicBezTo>
                  <a:cubicBezTo>
                    <a:pt x="58" y="63"/>
                    <a:pt x="59" y="63"/>
                    <a:pt x="59" y="63"/>
                  </a:cubicBezTo>
                  <a:cubicBezTo>
                    <a:pt x="59" y="64"/>
                    <a:pt x="59" y="64"/>
                    <a:pt x="60" y="64"/>
                  </a:cubicBezTo>
                  <a:cubicBezTo>
                    <a:pt x="60" y="65"/>
                    <a:pt x="60" y="65"/>
                    <a:pt x="60" y="66"/>
                  </a:cubicBezTo>
                  <a:cubicBezTo>
                    <a:pt x="61" y="67"/>
                    <a:pt x="61" y="67"/>
                    <a:pt x="62" y="68"/>
                  </a:cubicBezTo>
                  <a:cubicBezTo>
                    <a:pt x="62" y="68"/>
                    <a:pt x="63" y="69"/>
                    <a:pt x="63" y="69"/>
                  </a:cubicBezTo>
                  <a:cubicBezTo>
                    <a:pt x="63" y="69"/>
                    <a:pt x="63" y="70"/>
                    <a:pt x="63" y="70"/>
                  </a:cubicBezTo>
                  <a:cubicBezTo>
                    <a:pt x="63" y="70"/>
                    <a:pt x="64" y="71"/>
                    <a:pt x="64" y="71"/>
                  </a:cubicBezTo>
                  <a:cubicBezTo>
                    <a:pt x="64" y="71"/>
                    <a:pt x="65" y="72"/>
                    <a:pt x="65" y="72"/>
                  </a:cubicBezTo>
                  <a:cubicBezTo>
                    <a:pt x="65" y="72"/>
                    <a:pt x="65" y="72"/>
                    <a:pt x="65" y="72"/>
                  </a:cubicBezTo>
                  <a:cubicBezTo>
                    <a:pt x="65" y="73"/>
                    <a:pt x="66" y="74"/>
                    <a:pt x="66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82" y="65"/>
                  </a:moveTo>
                  <a:cubicBezTo>
                    <a:pt x="82" y="66"/>
                    <a:pt x="82" y="67"/>
                    <a:pt x="81" y="67"/>
                  </a:cubicBezTo>
                  <a:cubicBezTo>
                    <a:pt x="81" y="68"/>
                    <a:pt x="80" y="68"/>
                    <a:pt x="80" y="68"/>
                  </a:cubicBezTo>
                  <a:cubicBezTo>
                    <a:pt x="80" y="69"/>
                    <a:pt x="78" y="70"/>
                    <a:pt x="76" y="70"/>
                  </a:cubicBezTo>
                  <a:cubicBezTo>
                    <a:pt x="75" y="70"/>
                    <a:pt x="74" y="69"/>
                    <a:pt x="74" y="68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2" y="66"/>
                    <a:pt x="72" y="66"/>
                    <a:pt x="71" y="65"/>
                  </a:cubicBezTo>
                  <a:cubicBezTo>
                    <a:pt x="70" y="64"/>
                    <a:pt x="69" y="63"/>
                    <a:pt x="68" y="62"/>
                  </a:cubicBezTo>
                  <a:cubicBezTo>
                    <a:pt x="67" y="61"/>
                    <a:pt x="66" y="61"/>
                    <a:pt x="66" y="60"/>
                  </a:cubicBezTo>
                  <a:cubicBezTo>
                    <a:pt x="65" y="59"/>
                    <a:pt x="65" y="58"/>
                    <a:pt x="64" y="58"/>
                  </a:cubicBezTo>
                  <a:cubicBezTo>
                    <a:pt x="63" y="57"/>
                    <a:pt x="63" y="56"/>
                    <a:pt x="63" y="56"/>
                  </a:cubicBezTo>
                  <a:cubicBezTo>
                    <a:pt x="62" y="55"/>
                    <a:pt x="61" y="54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2" y="53"/>
                    <a:pt x="62" y="53"/>
                    <a:pt x="63" y="53"/>
                  </a:cubicBezTo>
                  <a:cubicBezTo>
                    <a:pt x="63" y="54"/>
                    <a:pt x="64" y="54"/>
                    <a:pt x="64" y="54"/>
                  </a:cubicBezTo>
                  <a:cubicBezTo>
                    <a:pt x="65" y="55"/>
                    <a:pt x="65" y="55"/>
                    <a:pt x="65" y="56"/>
                  </a:cubicBezTo>
                  <a:cubicBezTo>
                    <a:pt x="66" y="56"/>
                    <a:pt x="66" y="56"/>
                    <a:pt x="67" y="56"/>
                  </a:cubicBezTo>
                  <a:cubicBezTo>
                    <a:pt x="68" y="57"/>
                    <a:pt x="70" y="58"/>
                    <a:pt x="71" y="59"/>
                  </a:cubicBezTo>
                  <a:cubicBezTo>
                    <a:pt x="72" y="59"/>
                    <a:pt x="73" y="60"/>
                    <a:pt x="74" y="60"/>
                  </a:cubicBezTo>
                  <a:cubicBezTo>
                    <a:pt x="74" y="60"/>
                    <a:pt x="76" y="61"/>
                    <a:pt x="76" y="60"/>
                  </a:cubicBezTo>
                  <a:cubicBezTo>
                    <a:pt x="76" y="59"/>
                    <a:pt x="69" y="51"/>
                    <a:pt x="67" y="49"/>
                  </a:cubicBezTo>
                  <a:cubicBezTo>
                    <a:pt x="66" y="48"/>
                    <a:pt x="66" y="47"/>
                    <a:pt x="65" y="46"/>
                  </a:cubicBezTo>
                  <a:cubicBezTo>
                    <a:pt x="64" y="46"/>
                    <a:pt x="64" y="45"/>
                    <a:pt x="63" y="45"/>
                  </a:cubicBezTo>
                  <a:cubicBezTo>
                    <a:pt x="62" y="44"/>
                    <a:pt x="62" y="42"/>
                    <a:pt x="61" y="41"/>
                  </a:cubicBezTo>
                  <a:cubicBezTo>
                    <a:pt x="60" y="41"/>
                    <a:pt x="59" y="40"/>
                    <a:pt x="58" y="39"/>
                  </a:cubicBezTo>
                  <a:cubicBezTo>
                    <a:pt x="58" y="38"/>
                    <a:pt x="57" y="38"/>
                    <a:pt x="57" y="37"/>
                  </a:cubicBezTo>
                  <a:cubicBezTo>
                    <a:pt x="56" y="37"/>
                    <a:pt x="56" y="37"/>
                    <a:pt x="55" y="36"/>
                  </a:cubicBezTo>
                  <a:cubicBezTo>
                    <a:pt x="55" y="35"/>
                    <a:pt x="54" y="35"/>
                    <a:pt x="54" y="34"/>
                  </a:cubicBezTo>
                  <a:cubicBezTo>
                    <a:pt x="53" y="34"/>
                    <a:pt x="53" y="33"/>
                    <a:pt x="53" y="33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1" y="32"/>
                    <a:pt x="51" y="31"/>
                    <a:pt x="51" y="31"/>
                  </a:cubicBezTo>
                  <a:cubicBezTo>
                    <a:pt x="50" y="30"/>
                    <a:pt x="49" y="30"/>
                    <a:pt x="49" y="29"/>
                  </a:cubicBezTo>
                  <a:cubicBezTo>
                    <a:pt x="48" y="29"/>
                    <a:pt x="48" y="28"/>
                    <a:pt x="47" y="28"/>
                  </a:cubicBezTo>
                  <a:cubicBezTo>
                    <a:pt x="47" y="28"/>
                    <a:pt x="47" y="27"/>
                    <a:pt x="46" y="27"/>
                  </a:cubicBezTo>
                  <a:cubicBezTo>
                    <a:pt x="44" y="25"/>
                    <a:pt x="42" y="23"/>
                    <a:pt x="39" y="21"/>
                  </a:cubicBezTo>
                  <a:cubicBezTo>
                    <a:pt x="39" y="20"/>
                    <a:pt x="38" y="20"/>
                    <a:pt x="38" y="19"/>
                  </a:cubicBezTo>
                  <a:cubicBezTo>
                    <a:pt x="37" y="18"/>
                    <a:pt x="36" y="17"/>
                    <a:pt x="35" y="16"/>
                  </a:cubicBezTo>
                  <a:cubicBezTo>
                    <a:pt x="35" y="15"/>
                    <a:pt x="35" y="15"/>
                    <a:pt x="34" y="14"/>
                  </a:cubicBezTo>
                  <a:cubicBezTo>
                    <a:pt x="34" y="14"/>
                    <a:pt x="34" y="13"/>
                    <a:pt x="34" y="12"/>
                  </a:cubicBezTo>
                  <a:cubicBezTo>
                    <a:pt x="34" y="12"/>
                    <a:pt x="33" y="11"/>
                    <a:pt x="33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8"/>
                    <a:pt x="32" y="7"/>
                    <a:pt x="32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4" y="2"/>
                    <a:pt x="35" y="2"/>
                  </a:cubicBezTo>
                  <a:cubicBezTo>
                    <a:pt x="36" y="1"/>
                    <a:pt x="38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2"/>
                    <a:pt x="39" y="2"/>
                    <a:pt x="39" y="3"/>
                  </a:cubicBezTo>
                  <a:cubicBezTo>
                    <a:pt x="40" y="4"/>
                    <a:pt x="40" y="4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7"/>
                    <a:pt x="42" y="7"/>
                    <a:pt x="42" y="8"/>
                  </a:cubicBezTo>
                  <a:cubicBezTo>
                    <a:pt x="42" y="8"/>
                    <a:pt x="43" y="8"/>
                    <a:pt x="43" y="9"/>
                  </a:cubicBezTo>
                  <a:cubicBezTo>
                    <a:pt x="43" y="9"/>
                    <a:pt x="43" y="10"/>
                    <a:pt x="44" y="10"/>
                  </a:cubicBezTo>
                  <a:cubicBezTo>
                    <a:pt x="44" y="10"/>
                    <a:pt x="44" y="11"/>
                    <a:pt x="44" y="11"/>
                  </a:cubicBezTo>
                  <a:cubicBezTo>
                    <a:pt x="45" y="11"/>
                    <a:pt x="45" y="12"/>
                    <a:pt x="45" y="13"/>
                  </a:cubicBezTo>
                  <a:cubicBezTo>
                    <a:pt x="46" y="13"/>
                    <a:pt x="46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8"/>
                    <a:pt x="50" y="19"/>
                    <a:pt x="50" y="19"/>
                  </a:cubicBezTo>
                  <a:cubicBezTo>
                    <a:pt x="51" y="20"/>
                    <a:pt x="51" y="20"/>
                    <a:pt x="52" y="21"/>
                  </a:cubicBezTo>
                  <a:cubicBezTo>
                    <a:pt x="52" y="21"/>
                    <a:pt x="52" y="22"/>
                    <a:pt x="53" y="22"/>
                  </a:cubicBezTo>
                  <a:cubicBezTo>
                    <a:pt x="53" y="22"/>
                    <a:pt x="53" y="23"/>
                    <a:pt x="54" y="23"/>
                  </a:cubicBezTo>
                  <a:cubicBezTo>
                    <a:pt x="54" y="23"/>
                    <a:pt x="54" y="24"/>
                    <a:pt x="54" y="24"/>
                  </a:cubicBezTo>
                  <a:cubicBezTo>
                    <a:pt x="55" y="24"/>
                    <a:pt x="55" y="25"/>
                    <a:pt x="55" y="25"/>
                  </a:cubicBezTo>
                  <a:cubicBezTo>
                    <a:pt x="56" y="26"/>
                    <a:pt x="58" y="28"/>
                    <a:pt x="59" y="30"/>
                  </a:cubicBezTo>
                  <a:cubicBezTo>
                    <a:pt x="59" y="30"/>
                    <a:pt x="60" y="30"/>
                    <a:pt x="60" y="31"/>
                  </a:cubicBezTo>
                  <a:cubicBezTo>
                    <a:pt x="61" y="32"/>
                    <a:pt x="62" y="33"/>
                    <a:pt x="63" y="34"/>
                  </a:cubicBezTo>
                  <a:cubicBezTo>
                    <a:pt x="63" y="35"/>
                    <a:pt x="65" y="36"/>
                    <a:pt x="65" y="37"/>
                  </a:cubicBezTo>
                  <a:cubicBezTo>
                    <a:pt x="66" y="38"/>
                    <a:pt x="66" y="39"/>
                    <a:pt x="67" y="40"/>
                  </a:cubicBezTo>
                  <a:cubicBezTo>
                    <a:pt x="67" y="40"/>
                    <a:pt x="68" y="41"/>
                    <a:pt x="68" y="41"/>
                  </a:cubicBezTo>
                  <a:cubicBezTo>
                    <a:pt x="69" y="42"/>
                    <a:pt x="70" y="43"/>
                    <a:pt x="70" y="44"/>
                  </a:cubicBezTo>
                  <a:cubicBezTo>
                    <a:pt x="72" y="46"/>
                    <a:pt x="73" y="48"/>
                    <a:pt x="74" y="50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2"/>
                    <a:pt x="76" y="53"/>
                    <a:pt x="76" y="53"/>
                  </a:cubicBezTo>
                  <a:cubicBezTo>
                    <a:pt x="77" y="54"/>
                    <a:pt x="77" y="55"/>
                    <a:pt x="78" y="55"/>
                  </a:cubicBezTo>
                  <a:cubicBezTo>
                    <a:pt x="78" y="56"/>
                    <a:pt x="78" y="56"/>
                    <a:pt x="78" y="57"/>
                  </a:cubicBezTo>
                  <a:cubicBezTo>
                    <a:pt x="79" y="57"/>
                    <a:pt x="79" y="57"/>
                    <a:pt x="79" y="58"/>
                  </a:cubicBezTo>
                  <a:cubicBezTo>
                    <a:pt x="80" y="59"/>
                    <a:pt x="80" y="60"/>
                    <a:pt x="80" y="60"/>
                  </a:cubicBezTo>
                  <a:cubicBezTo>
                    <a:pt x="81" y="62"/>
                    <a:pt x="82" y="62"/>
                    <a:pt x="82" y="64"/>
                  </a:cubicBezTo>
                  <a:cubicBezTo>
                    <a:pt x="82" y="64"/>
                    <a:pt x="82" y="65"/>
                    <a:pt x="82" y="65"/>
                  </a:cubicBezTo>
                  <a:close/>
                  <a:moveTo>
                    <a:pt x="135" y="56"/>
                  </a:moveTo>
                  <a:cubicBezTo>
                    <a:pt x="135" y="57"/>
                    <a:pt x="135" y="57"/>
                    <a:pt x="134" y="58"/>
                  </a:cubicBezTo>
                  <a:cubicBezTo>
                    <a:pt x="133" y="58"/>
                    <a:pt x="132" y="59"/>
                    <a:pt x="131" y="59"/>
                  </a:cubicBezTo>
                  <a:cubicBezTo>
                    <a:pt x="130" y="60"/>
                    <a:pt x="128" y="59"/>
                    <a:pt x="127" y="58"/>
                  </a:cubicBezTo>
                  <a:cubicBezTo>
                    <a:pt x="124" y="57"/>
                    <a:pt x="120" y="55"/>
                    <a:pt x="117" y="53"/>
                  </a:cubicBezTo>
                  <a:cubicBezTo>
                    <a:pt x="117" y="53"/>
                    <a:pt x="112" y="51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51"/>
                    <a:pt x="111" y="52"/>
                    <a:pt x="111" y="53"/>
                  </a:cubicBezTo>
                  <a:cubicBezTo>
                    <a:pt x="111" y="54"/>
                    <a:pt x="110" y="55"/>
                    <a:pt x="109" y="55"/>
                  </a:cubicBezTo>
                  <a:cubicBezTo>
                    <a:pt x="108" y="56"/>
                    <a:pt x="108" y="55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9" y="57"/>
                    <a:pt x="109" y="58"/>
                    <a:pt x="110" y="59"/>
                  </a:cubicBezTo>
                  <a:cubicBezTo>
                    <a:pt x="111" y="59"/>
                    <a:pt x="111" y="60"/>
                    <a:pt x="112" y="61"/>
                  </a:cubicBezTo>
                  <a:cubicBezTo>
                    <a:pt x="112" y="61"/>
                    <a:pt x="113" y="62"/>
                    <a:pt x="113" y="63"/>
                  </a:cubicBezTo>
                  <a:cubicBezTo>
                    <a:pt x="114" y="63"/>
                    <a:pt x="114" y="64"/>
                    <a:pt x="114" y="64"/>
                  </a:cubicBezTo>
                  <a:cubicBezTo>
                    <a:pt x="115" y="65"/>
                    <a:pt x="115" y="65"/>
                    <a:pt x="115" y="66"/>
                  </a:cubicBezTo>
                  <a:cubicBezTo>
                    <a:pt x="116" y="66"/>
                    <a:pt x="116" y="67"/>
                    <a:pt x="116" y="67"/>
                  </a:cubicBezTo>
                  <a:cubicBezTo>
                    <a:pt x="117" y="68"/>
                    <a:pt x="118" y="69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1"/>
                    <a:pt x="118" y="71"/>
                    <a:pt x="119" y="71"/>
                  </a:cubicBezTo>
                  <a:cubicBezTo>
                    <a:pt x="119" y="72"/>
                    <a:pt x="120" y="76"/>
                    <a:pt x="119" y="77"/>
                  </a:cubicBezTo>
                  <a:cubicBezTo>
                    <a:pt x="119" y="77"/>
                    <a:pt x="118" y="77"/>
                    <a:pt x="118" y="77"/>
                  </a:cubicBezTo>
                  <a:cubicBezTo>
                    <a:pt x="118" y="77"/>
                    <a:pt x="118" y="77"/>
                    <a:pt x="118" y="78"/>
                  </a:cubicBezTo>
                  <a:cubicBezTo>
                    <a:pt x="117" y="78"/>
                    <a:pt x="116" y="78"/>
                    <a:pt x="115" y="78"/>
                  </a:cubicBezTo>
                  <a:cubicBezTo>
                    <a:pt x="114" y="78"/>
                    <a:pt x="113" y="78"/>
                    <a:pt x="113" y="77"/>
                  </a:cubicBezTo>
                  <a:cubicBezTo>
                    <a:pt x="112" y="77"/>
                    <a:pt x="111" y="77"/>
                    <a:pt x="111" y="77"/>
                  </a:cubicBezTo>
                  <a:cubicBezTo>
                    <a:pt x="108" y="76"/>
                    <a:pt x="106" y="75"/>
                    <a:pt x="104" y="74"/>
                  </a:cubicBezTo>
                  <a:cubicBezTo>
                    <a:pt x="102" y="73"/>
                    <a:pt x="101" y="73"/>
                    <a:pt x="100" y="72"/>
                  </a:cubicBezTo>
                  <a:cubicBezTo>
                    <a:pt x="99" y="72"/>
                    <a:pt x="98" y="72"/>
                    <a:pt x="97" y="71"/>
                  </a:cubicBezTo>
                  <a:cubicBezTo>
                    <a:pt x="96" y="71"/>
                    <a:pt x="96" y="70"/>
                    <a:pt x="95" y="70"/>
                  </a:cubicBezTo>
                  <a:cubicBezTo>
                    <a:pt x="94" y="69"/>
                    <a:pt x="93" y="69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ubicBezTo>
                    <a:pt x="90" y="67"/>
                    <a:pt x="89" y="67"/>
                    <a:pt x="88" y="67"/>
                  </a:cubicBezTo>
                  <a:cubicBezTo>
                    <a:pt x="86" y="65"/>
                    <a:pt x="84" y="62"/>
                    <a:pt x="83" y="59"/>
                  </a:cubicBezTo>
                  <a:cubicBezTo>
                    <a:pt x="83" y="59"/>
                    <a:pt x="83" y="58"/>
                    <a:pt x="83" y="57"/>
                  </a:cubicBezTo>
                  <a:cubicBezTo>
                    <a:pt x="83" y="54"/>
                    <a:pt x="86" y="58"/>
                    <a:pt x="87" y="59"/>
                  </a:cubicBezTo>
                  <a:cubicBezTo>
                    <a:pt x="87" y="59"/>
                    <a:pt x="88" y="60"/>
                    <a:pt x="88" y="60"/>
                  </a:cubicBezTo>
                  <a:cubicBezTo>
                    <a:pt x="89" y="60"/>
                    <a:pt x="91" y="60"/>
                    <a:pt x="92" y="60"/>
                  </a:cubicBezTo>
                  <a:cubicBezTo>
                    <a:pt x="93" y="61"/>
                    <a:pt x="92" y="61"/>
                    <a:pt x="92" y="62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5" y="62"/>
                    <a:pt x="95" y="62"/>
                  </a:cubicBezTo>
                  <a:cubicBezTo>
                    <a:pt x="96" y="62"/>
                    <a:pt x="97" y="62"/>
                    <a:pt x="98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3"/>
                    <a:pt x="99" y="64"/>
                    <a:pt x="99" y="65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6"/>
                    <a:pt x="103" y="67"/>
                    <a:pt x="103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4" y="67"/>
                    <a:pt x="105" y="69"/>
                    <a:pt x="106" y="69"/>
                  </a:cubicBezTo>
                  <a:cubicBezTo>
                    <a:pt x="108" y="70"/>
                    <a:pt x="109" y="70"/>
                    <a:pt x="110" y="70"/>
                  </a:cubicBezTo>
                  <a:cubicBezTo>
                    <a:pt x="110" y="70"/>
                    <a:pt x="111" y="71"/>
                    <a:pt x="111" y="71"/>
                  </a:cubicBezTo>
                  <a:cubicBezTo>
                    <a:pt x="112" y="71"/>
                    <a:pt x="112" y="71"/>
                    <a:pt x="113" y="72"/>
                  </a:cubicBezTo>
                  <a:cubicBezTo>
                    <a:pt x="113" y="72"/>
                    <a:pt x="114" y="72"/>
                    <a:pt x="114" y="72"/>
                  </a:cubicBezTo>
                  <a:cubicBezTo>
                    <a:pt x="114" y="72"/>
                    <a:pt x="115" y="72"/>
                    <a:pt x="115" y="72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5" y="69"/>
                    <a:pt x="114" y="68"/>
                    <a:pt x="114" y="68"/>
                  </a:cubicBezTo>
                  <a:cubicBezTo>
                    <a:pt x="113" y="66"/>
                    <a:pt x="112" y="65"/>
                    <a:pt x="111" y="63"/>
                  </a:cubicBezTo>
                  <a:cubicBezTo>
                    <a:pt x="110" y="63"/>
                    <a:pt x="110" y="62"/>
                    <a:pt x="109" y="62"/>
                  </a:cubicBezTo>
                  <a:cubicBezTo>
                    <a:pt x="109" y="61"/>
                    <a:pt x="109" y="61"/>
                    <a:pt x="109" y="60"/>
                  </a:cubicBezTo>
                  <a:cubicBezTo>
                    <a:pt x="108" y="60"/>
                    <a:pt x="108" y="60"/>
                    <a:pt x="108" y="59"/>
                  </a:cubicBezTo>
                  <a:cubicBezTo>
                    <a:pt x="107" y="59"/>
                    <a:pt x="107" y="59"/>
                    <a:pt x="107" y="58"/>
                  </a:cubicBezTo>
                  <a:cubicBezTo>
                    <a:pt x="106" y="58"/>
                    <a:pt x="106" y="57"/>
                    <a:pt x="106" y="57"/>
                  </a:cubicBezTo>
                  <a:cubicBezTo>
                    <a:pt x="105" y="56"/>
                    <a:pt x="104" y="55"/>
                    <a:pt x="104" y="55"/>
                  </a:cubicBezTo>
                  <a:cubicBezTo>
                    <a:pt x="103" y="54"/>
                    <a:pt x="103" y="54"/>
                    <a:pt x="102" y="54"/>
                  </a:cubicBezTo>
                  <a:cubicBezTo>
                    <a:pt x="102" y="54"/>
                    <a:pt x="101" y="53"/>
                    <a:pt x="101" y="53"/>
                  </a:cubicBezTo>
                  <a:cubicBezTo>
                    <a:pt x="101" y="53"/>
                    <a:pt x="100" y="53"/>
                    <a:pt x="100" y="53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8" y="52"/>
                    <a:pt x="97" y="51"/>
                    <a:pt x="96" y="51"/>
                  </a:cubicBezTo>
                  <a:cubicBezTo>
                    <a:pt x="96" y="51"/>
                    <a:pt x="95" y="50"/>
                    <a:pt x="95" y="50"/>
                  </a:cubicBezTo>
                  <a:cubicBezTo>
                    <a:pt x="94" y="50"/>
                    <a:pt x="94" y="50"/>
                    <a:pt x="93" y="49"/>
                  </a:cubicBezTo>
                  <a:cubicBezTo>
                    <a:pt x="92" y="49"/>
                    <a:pt x="91" y="48"/>
                    <a:pt x="89" y="48"/>
                  </a:cubicBezTo>
                  <a:cubicBezTo>
                    <a:pt x="89" y="48"/>
                    <a:pt x="88" y="48"/>
                    <a:pt x="88" y="48"/>
                  </a:cubicBezTo>
                  <a:cubicBezTo>
                    <a:pt x="88" y="48"/>
                    <a:pt x="87" y="49"/>
                    <a:pt x="87" y="50"/>
                  </a:cubicBezTo>
                  <a:cubicBezTo>
                    <a:pt x="86" y="52"/>
                    <a:pt x="83" y="56"/>
                    <a:pt x="81" y="54"/>
                  </a:cubicBezTo>
                  <a:cubicBezTo>
                    <a:pt x="80" y="53"/>
                    <a:pt x="79" y="52"/>
                    <a:pt x="80" y="51"/>
                  </a:cubicBezTo>
                  <a:cubicBezTo>
                    <a:pt x="80" y="50"/>
                    <a:pt x="81" y="50"/>
                    <a:pt x="81" y="49"/>
                  </a:cubicBezTo>
                  <a:cubicBezTo>
                    <a:pt x="81" y="48"/>
                    <a:pt x="82" y="48"/>
                    <a:pt x="82" y="47"/>
                  </a:cubicBezTo>
                  <a:cubicBezTo>
                    <a:pt x="83" y="46"/>
                    <a:pt x="83" y="45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2" y="44"/>
                    <a:pt x="82" y="44"/>
                    <a:pt x="82" y="43"/>
                  </a:cubicBezTo>
                  <a:cubicBezTo>
                    <a:pt x="82" y="43"/>
                    <a:pt x="81" y="43"/>
                    <a:pt x="81" y="43"/>
                  </a:cubicBezTo>
                  <a:cubicBezTo>
                    <a:pt x="80" y="43"/>
                    <a:pt x="80" y="42"/>
                    <a:pt x="80" y="42"/>
                  </a:cubicBezTo>
                  <a:cubicBezTo>
                    <a:pt x="79" y="42"/>
                    <a:pt x="79" y="42"/>
                    <a:pt x="78" y="41"/>
                  </a:cubicBezTo>
                  <a:cubicBezTo>
                    <a:pt x="78" y="41"/>
                    <a:pt x="77" y="41"/>
                    <a:pt x="77" y="40"/>
                  </a:cubicBezTo>
                  <a:cubicBezTo>
                    <a:pt x="76" y="39"/>
                    <a:pt x="74" y="38"/>
                    <a:pt x="74" y="37"/>
                  </a:cubicBezTo>
                  <a:cubicBezTo>
                    <a:pt x="74" y="36"/>
                    <a:pt x="74" y="36"/>
                    <a:pt x="75" y="36"/>
                  </a:cubicBezTo>
                  <a:cubicBezTo>
                    <a:pt x="75" y="36"/>
                    <a:pt x="76" y="37"/>
                    <a:pt x="77" y="37"/>
                  </a:cubicBezTo>
                  <a:cubicBezTo>
                    <a:pt x="77" y="37"/>
                    <a:pt x="79" y="38"/>
                    <a:pt x="79" y="38"/>
                  </a:cubicBezTo>
                  <a:cubicBezTo>
                    <a:pt x="80" y="39"/>
                    <a:pt x="80" y="39"/>
                    <a:pt x="81" y="39"/>
                  </a:cubicBezTo>
                  <a:cubicBezTo>
                    <a:pt x="81" y="40"/>
                    <a:pt x="82" y="40"/>
                    <a:pt x="82" y="40"/>
                  </a:cubicBezTo>
                  <a:cubicBezTo>
                    <a:pt x="83" y="40"/>
                    <a:pt x="84" y="40"/>
                    <a:pt x="84" y="41"/>
                  </a:cubicBezTo>
                  <a:cubicBezTo>
                    <a:pt x="85" y="41"/>
                    <a:pt x="85" y="41"/>
                    <a:pt x="85" y="42"/>
                  </a:cubicBezTo>
                  <a:cubicBezTo>
                    <a:pt x="85" y="42"/>
                    <a:pt x="85" y="42"/>
                    <a:pt x="85" y="41"/>
                  </a:cubicBezTo>
                  <a:cubicBezTo>
                    <a:pt x="86" y="41"/>
                    <a:pt x="87" y="40"/>
                    <a:pt x="87" y="39"/>
                  </a:cubicBezTo>
                  <a:cubicBezTo>
                    <a:pt x="86" y="39"/>
                    <a:pt x="86" y="38"/>
                    <a:pt x="85" y="38"/>
                  </a:cubicBezTo>
                  <a:cubicBezTo>
                    <a:pt x="85" y="37"/>
                    <a:pt x="84" y="37"/>
                    <a:pt x="84" y="36"/>
                  </a:cubicBezTo>
                  <a:cubicBezTo>
                    <a:pt x="84" y="36"/>
                    <a:pt x="83" y="36"/>
                    <a:pt x="83" y="36"/>
                  </a:cubicBezTo>
                  <a:cubicBezTo>
                    <a:pt x="82" y="35"/>
                    <a:pt x="82" y="34"/>
                    <a:pt x="81" y="34"/>
                  </a:cubicBezTo>
                  <a:cubicBezTo>
                    <a:pt x="81" y="33"/>
                    <a:pt x="79" y="32"/>
                    <a:pt x="79" y="31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7" y="30"/>
                    <a:pt x="76" y="30"/>
                    <a:pt x="76" y="29"/>
                  </a:cubicBezTo>
                  <a:cubicBezTo>
                    <a:pt x="75" y="29"/>
                    <a:pt x="74" y="28"/>
                    <a:pt x="74" y="28"/>
                  </a:cubicBezTo>
                  <a:cubicBezTo>
                    <a:pt x="73" y="28"/>
                    <a:pt x="73" y="27"/>
                    <a:pt x="73" y="27"/>
                  </a:cubicBezTo>
                  <a:cubicBezTo>
                    <a:pt x="72" y="26"/>
                    <a:pt x="70" y="27"/>
                    <a:pt x="70" y="26"/>
                  </a:cubicBezTo>
                  <a:cubicBezTo>
                    <a:pt x="69" y="25"/>
                    <a:pt x="69" y="24"/>
                    <a:pt x="69" y="23"/>
                  </a:cubicBezTo>
                  <a:cubicBezTo>
                    <a:pt x="69" y="23"/>
                    <a:pt x="69" y="22"/>
                    <a:pt x="69" y="22"/>
                  </a:cubicBezTo>
                  <a:cubicBezTo>
                    <a:pt x="70" y="22"/>
                    <a:pt x="70" y="21"/>
                    <a:pt x="71" y="21"/>
                  </a:cubicBezTo>
                  <a:cubicBezTo>
                    <a:pt x="71" y="21"/>
                    <a:pt x="72" y="20"/>
                    <a:pt x="72" y="20"/>
                  </a:cubicBezTo>
                  <a:cubicBezTo>
                    <a:pt x="73" y="20"/>
                    <a:pt x="74" y="20"/>
                    <a:pt x="75" y="20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7" y="19"/>
                    <a:pt x="78" y="19"/>
                    <a:pt x="78" y="19"/>
                  </a:cubicBezTo>
                  <a:cubicBezTo>
                    <a:pt x="79" y="19"/>
                    <a:pt x="80" y="19"/>
                    <a:pt x="81" y="18"/>
                  </a:cubicBezTo>
                  <a:cubicBezTo>
                    <a:pt x="82" y="18"/>
                    <a:pt x="83" y="17"/>
                    <a:pt x="84" y="17"/>
                  </a:cubicBezTo>
                  <a:cubicBezTo>
                    <a:pt x="84" y="17"/>
                    <a:pt x="85" y="17"/>
                    <a:pt x="85" y="17"/>
                  </a:cubicBezTo>
                  <a:cubicBezTo>
                    <a:pt x="85" y="18"/>
                    <a:pt x="84" y="20"/>
                    <a:pt x="83" y="21"/>
                  </a:cubicBezTo>
                  <a:cubicBezTo>
                    <a:pt x="83" y="21"/>
                    <a:pt x="82" y="21"/>
                    <a:pt x="82" y="22"/>
                  </a:cubicBezTo>
                  <a:cubicBezTo>
                    <a:pt x="82" y="22"/>
                    <a:pt x="81" y="22"/>
                    <a:pt x="81" y="23"/>
                  </a:cubicBezTo>
                  <a:cubicBezTo>
                    <a:pt x="81" y="23"/>
                    <a:pt x="80" y="23"/>
                    <a:pt x="80" y="24"/>
                  </a:cubicBezTo>
                  <a:cubicBezTo>
                    <a:pt x="79" y="24"/>
                    <a:pt x="78" y="24"/>
                    <a:pt x="78" y="25"/>
                  </a:cubicBezTo>
                  <a:cubicBezTo>
                    <a:pt x="78" y="26"/>
                    <a:pt x="79" y="26"/>
                    <a:pt x="79" y="27"/>
                  </a:cubicBezTo>
                  <a:cubicBezTo>
                    <a:pt x="80" y="27"/>
                    <a:pt x="80" y="28"/>
                    <a:pt x="80" y="28"/>
                  </a:cubicBezTo>
                  <a:cubicBezTo>
                    <a:pt x="81" y="29"/>
                    <a:pt x="81" y="29"/>
                    <a:pt x="82" y="29"/>
                  </a:cubicBezTo>
                  <a:cubicBezTo>
                    <a:pt x="82" y="30"/>
                    <a:pt x="84" y="32"/>
                    <a:pt x="85" y="32"/>
                  </a:cubicBezTo>
                  <a:cubicBezTo>
                    <a:pt x="86" y="32"/>
                    <a:pt x="86" y="28"/>
                    <a:pt x="87" y="28"/>
                  </a:cubicBezTo>
                  <a:cubicBezTo>
                    <a:pt x="87" y="27"/>
                    <a:pt x="88" y="28"/>
                    <a:pt x="88" y="28"/>
                  </a:cubicBezTo>
                  <a:cubicBezTo>
                    <a:pt x="89" y="28"/>
                    <a:pt x="90" y="28"/>
                    <a:pt x="90" y="28"/>
                  </a:cubicBezTo>
                  <a:cubicBezTo>
                    <a:pt x="91" y="28"/>
                    <a:pt x="92" y="28"/>
                    <a:pt x="92" y="27"/>
                  </a:cubicBezTo>
                  <a:cubicBezTo>
                    <a:pt x="94" y="27"/>
                    <a:pt x="95" y="26"/>
                    <a:pt x="96" y="25"/>
                  </a:cubicBezTo>
                  <a:cubicBezTo>
                    <a:pt x="97" y="25"/>
                    <a:pt x="97" y="24"/>
                    <a:pt x="98" y="24"/>
                  </a:cubicBezTo>
                  <a:cubicBezTo>
                    <a:pt x="98" y="24"/>
                    <a:pt x="99" y="24"/>
                    <a:pt x="100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9" y="26"/>
                    <a:pt x="99" y="27"/>
                  </a:cubicBezTo>
                  <a:cubicBezTo>
                    <a:pt x="98" y="27"/>
                    <a:pt x="98" y="28"/>
                    <a:pt x="98" y="28"/>
                  </a:cubicBezTo>
                  <a:cubicBezTo>
                    <a:pt x="96" y="30"/>
                    <a:pt x="95" y="32"/>
                    <a:pt x="94" y="33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1" y="36"/>
                    <a:pt x="90" y="36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37"/>
                    <a:pt x="90" y="38"/>
                    <a:pt x="90" y="38"/>
                  </a:cubicBezTo>
                  <a:cubicBezTo>
                    <a:pt x="91" y="39"/>
                    <a:pt x="92" y="40"/>
                    <a:pt x="93" y="41"/>
                  </a:cubicBezTo>
                  <a:cubicBezTo>
                    <a:pt x="94" y="42"/>
                    <a:pt x="94" y="42"/>
                    <a:pt x="95" y="43"/>
                  </a:cubicBezTo>
                  <a:cubicBezTo>
                    <a:pt x="96" y="43"/>
                    <a:pt x="96" y="44"/>
                    <a:pt x="96" y="45"/>
                  </a:cubicBezTo>
                  <a:cubicBezTo>
                    <a:pt x="97" y="45"/>
                    <a:pt x="99" y="46"/>
                    <a:pt x="100" y="46"/>
                  </a:cubicBezTo>
                  <a:cubicBezTo>
                    <a:pt x="100" y="46"/>
                    <a:pt x="101" y="47"/>
                    <a:pt x="101" y="47"/>
                  </a:cubicBezTo>
                  <a:cubicBezTo>
                    <a:pt x="102" y="47"/>
                    <a:pt x="103" y="47"/>
                    <a:pt x="104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7"/>
                    <a:pt x="105" y="47"/>
                    <a:pt x="105" y="46"/>
                  </a:cubicBezTo>
                  <a:cubicBezTo>
                    <a:pt x="104" y="46"/>
                    <a:pt x="104" y="45"/>
                    <a:pt x="103" y="44"/>
                  </a:cubicBezTo>
                  <a:cubicBezTo>
                    <a:pt x="103" y="44"/>
                    <a:pt x="102" y="43"/>
                    <a:pt x="101" y="43"/>
                  </a:cubicBezTo>
                  <a:cubicBezTo>
                    <a:pt x="101" y="43"/>
                    <a:pt x="101" y="42"/>
                    <a:pt x="100" y="42"/>
                  </a:cubicBezTo>
                  <a:cubicBezTo>
                    <a:pt x="100" y="41"/>
                    <a:pt x="99" y="41"/>
                    <a:pt x="99" y="41"/>
                  </a:cubicBezTo>
                  <a:cubicBezTo>
                    <a:pt x="98" y="40"/>
                    <a:pt x="98" y="39"/>
                    <a:pt x="97" y="39"/>
                  </a:cubicBezTo>
                  <a:cubicBezTo>
                    <a:pt x="97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8" y="37"/>
                    <a:pt x="102" y="42"/>
                    <a:pt x="103" y="41"/>
                  </a:cubicBezTo>
                  <a:cubicBezTo>
                    <a:pt x="104" y="41"/>
                    <a:pt x="104" y="35"/>
                    <a:pt x="104" y="34"/>
                  </a:cubicBezTo>
                  <a:cubicBezTo>
                    <a:pt x="105" y="34"/>
                    <a:pt x="105" y="33"/>
                    <a:pt x="105" y="34"/>
                  </a:cubicBezTo>
                  <a:cubicBezTo>
                    <a:pt x="106" y="34"/>
                    <a:pt x="106" y="35"/>
                    <a:pt x="106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7" y="37"/>
                    <a:pt x="107" y="37"/>
                    <a:pt x="107" y="38"/>
                  </a:cubicBezTo>
                  <a:cubicBezTo>
                    <a:pt x="107" y="38"/>
                    <a:pt x="108" y="39"/>
                    <a:pt x="108" y="39"/>
                  </a:cubicBezTo>
                  <a:cubicBezTo>
                    <a:pt x="108" y="40"/>
                    <a:pt x="108" y="41"/>
                    <a:pt x="109" y="41"/>
                  </a:cubicBezTo>
                  <a:cubicBezTo>
                    <a:pt x="109" y="42"/>
                    <a:pt x="109" y="43"/>
                    <a:pt x="109" y="43"/>
                  </a:cubicBezTo>
                  <a:cubicBezTo>
                    <a:pt x="110" y="44"/>
                    <a:pt x="110" y="44"/>
                    <a:pt x="110" y="45"/>
                  </a:cubicBezTo>
                  <a:cubicBezTo>
                    <a:pt x="110" y="45"/>
                    <a:pt x="111" y="45"/>
                    <a:pt x="111" y="46"/>
                  </a:cubicBezTo>
                  <a:cubicBezTo>
                    <a:pt x="112" y="46"/>
                    <a:pt x="112" y="46"/>
                    <a:pt x="113" y="46"/>
                  </a:cubicBezTo>
                  <a:cubicBezTo>
                    <a:pt x="114" y="47"/>
                    <a:pt x="114" y="47"/>
                    <a:pt x="115" y="47"/>
                  </a:cubicBezTo>
                  <a:cubicBezTo>
                    <a:pt x="116" y="47"/>
                    <a:pt x="117" y="48"/>
                    <a:pt x="118" y="49"/>
                  </a:cubicBezTo>
                  <a:cubicBezTo>
                    <a:pt x="118" y="49"/>
                    <a:pt x="119" y="49"/>
                    <a:pt x="119" y="4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20" y="49"/>
                    <a:pt x="121" y="50"/>
                    <a:pt x="121" y="50"/>
                  </a:cubicBezTo>
                  <a:cubicBezTo>
                    <a:pt x="122" y="50"/>
                    <a:pt x="123" y="51"/>
                    <a:pt x="124" y="51"/>
                  </a:cubicBezTo>
                  <a:cubicBezTo>
                    <a:pt x="125" y="52"/>
                    <a:pt x="127" y="53"/>
                    <a:pt x="128" y="53"/>
                  </a:cubicBezTo>
                  <a:cubicBezTo>
                    <a:pt x="129" y="54"/>
                    <a:pt x="132" y="55"/>
                    <a:pt x="134" y="55"/>
                  </a:cubicBezTo>
                  <a:cubicBezTo>
                    <a:pt x="134" y="55"/>
                    <a:pt x="134" y="55"/>
                    <a:pt x="134" y="55"/>
                  </a:cubicBezTo>
                  <a:cubicBezTo>
                    <a:pt x="135" y="55"/>
                    <a:pt x="135" y="56"/>
                    <a:pt x="135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6164263" y="2185988"/>
              <a:ext cx="274638" cy="327025"/>
            </a:xfrm>
            <a:custGeom>
              <a:avLst/>
              <a:gdLst>
                <a:gd name="T0" fmla="*/ 69 w 101"/>
                <a:gd name="T1" fmla="*/ 53 h 120"/>
                <a:gd name="T2" fmla="*/ 47 w 101"/>
                <a:gd name="T3" fmla="*/ 25 h 120"/>
                <a:gd name="T4" fmla="*/ 48 w 101"/>
                <a:gd name="T5" fmla="*/ 34 h 120"/>
                <a:gd name="T6" fmla="*/ 40 w 101"/>
                <a:gd name="T7" fmla="*/ 37 h 120"/>
                <a:gd name="T8" fmla="*/ 36 w 101"/>
                <a:gd name="T9" fmla="*/ 41 h 120"/>
                <a:gd name="T10" fmla="*/ 31 w 101"/>
                <a:gd name="T11" fmla="*/ 56 h 120"/>
                <a:gd name="T12" fmla="*/ 28 w 101"/>
                <a:gd name="T13" fmla="*/ 67 h 120"/>
                <a:gd name="T14" fmla="*/ 23 w 101"/>
                <a:gd name="T15" fmla="*/ 86 h 120"/>
                <a:gd name="T16" fmla="*/ 21 w 101"/>
                <a:gd name="T17" fmla="*/ 98 h 120"/>
                <a:gd name="T18" fmla="*/ 15 w 101"/>
                <a:gd name="T19" fmla="*/ 94 h 120"/>
                <a:gd name="T20" fmla="*/ 19 w 101"/>
                <a:gd name="T21" fmla="*/ 76 h 120"/>
                <a:gd name="T22" fmla="*/ 23 w 101"/>
                <a:gd name="T23" fmla="*/ 61 h 120"/>
                <a:gd name="T24" fmla="*/ 20 w 101"/>
                <a:gd name="T25" fmla="*/ 60 h 120"/>
                <a:gd name="T26" fmla="*/ 15 w 101"/>
                <a:gd name="T27" fmla="*/ 71 h 120"/>
                <a:gd name="T28" fmla="*/ 5 w 101"/>
                <a:gd name="T29" fmla="*/ 80 h 120"/>
                <a:gd name="T30" fmla="*/ 0 w 101"/>
                <a:gd name="T31" fmla="*/ 68 h 120"/>
                <a:gd name="T32" fmla="*/ 12 w 101"/>
                <a:gd name="T33" fmla="*/ 62 h 120"/>
                <a:gd name="T34" fmla="*/ 22 w 101"/>
                <a:gd name="T35" fmla="*/ 56 h 120"/>
                <a:gd name="T36" fmla="*/ 28 w 101"/>
                <a:gd name="T37" fmla="*/ 45 h 120"/>
                <a:gd name="T38" fmla="*/ 21 w 101"/>
                <a:gd name="T39" fmla="*/ 42 h 120"/>
                <a:gd name="T40" fmla="*/ 24 w 101"/>
                <a:gd name="T41" fmla="*/ 35 h 120"/>
                <a:gd name="T42" fmla="*/ 35 w 101"/>
                <a:gd name="T43" fmla="*/ 30 h 120"/>
                <a:gd name="T44" fmla="*/ 87 w 101"/>
                <a:gd name="T45" fmla="*/ 9 h 120"/>
                <a:gd name="T46" fmla="*/ 88 w 101"/>
                <a:gd name="T47" fmla="*/ 22 h 120"/>
                <a:gd name="T48" fmla="*/ 84 w 101"/>
                <a:gd name="T49" fmla="*/ 36 h 120"/>
                <a:gd name="T50" fmla="*/ 91 w 101"/>
                <a:gd name="T51" fmla="*/ 39 h 120"/>
                <a:gd name="T52" fmla="*/ 94 w 101"/>
                <a:gd name="T53" fmla="*/ 27 h 120"/>
                <a:gd name="T54" fmla="*/ 99 w 101"/>
                <a:gd name="T55" fmla="*/ 27 h 120"/>
                <a:gd name="T56" fmla="*/ 97 w 101"/>
                <a:gd name="T57" fmla="*/ 43 h 120"/>
                <a:gd name="T58" fmla="*/ 92 w 101"/>
                <a:gd name="T59" fmla="*/ 47 h 120"/>
                <a:gd name="T60" fmla="*/ 83 w 101"/>
                <a:gd name="T61" fmla="*/ 52 h 120"/>
                <a:gd name="T62" fmla="*/ 76 w 101"/>
                <a:gd name="T63" fmla="*/ 65 h 120"/>
                <a:gd name="T64" fmla="*/ 77 w 101"/>
                <a:gd name="T65" fmla="*/ 76 h 120"/>
                <a:gd name="T66" fmla="*/ 75 w 101"/>
                <a:gd name="T67" fmla="*/ 87 h 120"/>
                <a:gd name="T68" fmla="*/ 73 w 101"/>
                <a:gd name="T69" fmla="*/ 94 h 120"/>
                <a:gd name="T70" fmla="*/ 72 w 101"/>
                <a:gd name="T71" fmla="*/ 101 h 120"/>
                <a:gd name="T72" fmla="*/ 72 w 101"/>
                <a:gd name="T73" fmla="*/ 113 h 120"/>
                <a:gd name="T74" fmla="*/ 64 w 101"/>
                <a:gd name="T75" fmla="*/ 120 h 120"/>
                <a:gd name="T76" fmla="*/ 59 w 101"/>
                <a:gd name="T77" fmla="*/ 114 h 120"/>
                <a:gd name="T78" fmla="*/ 62 w 101"/>
                <a:gd name="T79" fmla="*/ 97 h 120"/>
                <a:gd name="T80" fmla="*/ 64 w 101"/>
                <a:gd name="T81" fmla="*/ 88 h 120"/>
                <a:gd name="T82" fmla="*/ 67 w 101"/>
                <a:gd name="T83" fmla="*/ 75 h 120"/>
                <a:gd name="T84" fmla="*/ 69 w 101"/>
                <a:gd name="T85" fmla="*/ 60 h 120"/>
                <a:gd name="T86" fmla="*/ 57 w 101"/>
                <a:gd name="T87" fmla="*/ 68 h 120"/>
                <a:gd name="T88" fmla="*/ 53 w 101"/>
                <a:gd name="T89" fmla="*/ 64 h 120"/>
                <a:gd name="T90" fmla="*/ 65 w 101"/>
                <a:gd name="T91" fmla="*/ 55 h 120"/>
                <a:gd name="T92" fmla="*/ 57 w 101"/>
                <a:gd name="T93" fmla="*/ 45 h 120"/>
                <a:gd name="T94" fmla="*/ 58 w 101"/>
                <a:gd name="T95" fmla="*/ 33 h 120"/>
                <a:gd name="T96" fmla="*/ 64 w 101"/>
                <a:gd name="T97" fmla="*/ 25 h 120"/>
                <a:gd name="T98" fmla="*/ 61 w 101"/>
                <a:gd name="T99" fmla="*/ 38 h 120"/>
                <a:gd name="T100" fmla="*/ 73 w 101"/>
                <a:gd name="T101" fmla="*/ 41 h 120"/>
                <a:gd name="T102" fmla="*/ 79 w 101"/>
                <a:gd name="T103" fmla="*/ 24 h 120"/>
                <a:gd name="T104" fmla="*/ 81 w 101"/>
                <a:gd name="T105" fmla="*/ 15 h 120"/>
                <a:gd name="T106" fmla="*/ 56 w 101"/>
                <a:gd name="T107" fmla="*/ 0 h 120"/>
                <a:gd name="T108" fmla="*/ 55 w 101"/>
                <a:gd name="T109" fmla="*/ 11 h 120"/>
                <a:gd name="T110" fmla="*/ 46 w 101"/>
                <a:gd name="T111" fmla="*/ 18 h 120"/>
                <a:gd name="T112" fmla="*/ 36 w 101"/>
                <a:gd name="T113" fmla="*/ 22 h 120"/>
                <a:gd name="T114" fmla="*/ 27 w 101"/>
                <a:gd name="T115" fmla="*/ 27 h 120"/>
                <a:gd name="T116" fmla="*/ 25 w 101"/>
                <a:gd name="T117" fmla="*/ 26 h 120"/>
                <a:gd name="T118" fmla="*/ 36 w 101"/>
                <a:gd name="T119" fmla="*/ 15 h 120"/>
                <a:gd name="T120" fmla="*/ 46 w 101"/>
                <a:gd name="T121" fmla="*/ 8 h 120"/>
                <a:gd name="T122" fmla="*/ 54 w 101"/>
                <a:gd name="T123" fmla="*/ 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" h="120">
                  <a:moveTo>
                    <a:pt x="70" y="50"/>
                  </a:moveTo>
                  <a:cubicBezTo>
                    <a:pt x="70" y="50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3"/>
                    <a:pt x="67" y="54"/>
                    <a:pt x="67" y="54"/>
                  </a:cubicBezTo>
                  <a:cubicBezTo>
                    <a:pt x="67" y="54"/>
                    <a:pt x="67" y="53"/>
                    <a:pt x="67" y="53"/>
                  </a:cubicBezTo>
                  <a:cubicBezTo>
                    <a:pt x="68" y="53"/>
                    <a:pt x="69" y="53"/>
                    <a:pt x="69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52"/>
                    <a:pt x="71" y="51"/>
                    <a:pt x="71" y="50"/>
                  </a:cubicBezTo>
                  <a:cubicBezTo>
                    <a:pt x="71" y="50"/>
                    <a:pt x="71" y="50"/>
                    <a:pt x="71" y="50"/>
                  </a:cubicBezTo>
                  <a:cubicBezTo>
                    <a:pt x="71" y="50"/>
                    <a:pt x="70" y="50"/>
                    <a:pt x="70" y="50"/>
                  </a:cubicBezTo>
                  <a:close/>
                  <a:moveTo>
                    <a:pt x="47" y="25"/>
                  </a:moveTo>
                  <a:cubicBezTo>
                    <a:pt x="47" y="25"/>
                    <a:pt x="48" y="26"/>
                    <a:pt x="48" y="26"/>
                  </a:cubicBezTo>
                  <a:cubicBezTo>
                    <a:pt x="49" y="26"/>
                    <a:pt x="49" y="27"/>
                    <a:pt x="49" y="27"/>
                  </a:cubicBezTo>
                  <a:cubicBezTo>
                    <a:pt x="49" y="27"/>
                    <a:pt x="50" y="28"/>
                    <a:pt x="50" y="28"/>
                  </a:cubicBezTo>
                  <a:cubicBezTo>
                    <a:pt x="50" y="28"/>
                    <a:pt x="50" y="29"/>
                    <a:pt x="50" y="29"/>
                  </a:cubicBezTo>
                  <a:cubicBezTo>
                    <a:pt x="50" y="29"/>
                    <a:pt x="50" y="30"/>
                    <a:pt x="50" y="31"/>
                  </a:cubicBezTo>
                  <a:cubicBezTo>
                    <a:pt x="50" y="33"/>
                    <a:pt x="49" y="33"/>
                    <a:pt x="48" y="34"/>
                  </a:cubicBezTo>
                  <a:cubicBezTo>
                    <a:pt x="48" y="35"/>
                    <a:pt x="47" y="35"/>
                    <a:pt x="47" y="35"/>
                  </a:cubicBezTo>
                  <a:cubicBezTo>
                    <a:pt x="46" y="35"/>
                    <a:pt x="46" y="35"/>
                    <a:pt x="45" y="35"/>
                  </a:cubicBezTo>
                  <a:cubicBezTo>
                    <a:pt x="45" y="36"/>
                    <a:pt x="45" y="36"/>
                    <a:pt x="44" y="36"/>
                  </a:cubicBezTo>
                  <a:cubicBezTo>
                    <a:pt x="44" y="36"/>
                    <a:pt x="43" y="36"/>
                    <a:pt x="42" y="36"/>
                  </a:cubicBezTo>
                  <a:cubicBezTo>
                    <a:pt x="42" y="36"/>
                    <a:pt x="42" y="36"/>
                    <a:pt x="41" y="36"/>
                  </a:cubicBezTo>
                  <a:cubicBezTo>
                    <a:pt x="41" y="36"/>
                    <a:pt x="40" y="37"/>
                    <a:pt x="40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8" y="38"/>
                    <a:pt x="38" y="38"/>
                  </a:cubicBezTo>
                  <a:cubicBezTo>
                    <a:pt x="38" y="38"/>
                    <a:pt x="38" y="38"/>
                    <a:pt x="37" y="39"/>
                  </a:cubicBezTo>
                  <a:cubicBezTo>
                    <a:pt x="37" y="39"/>
                    <a:pt x="37" y="39"/>
                    <a:pt x="37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1"/>
                    <a:pt x="36" y="41"/>
                  </a:cubicBezTo>
                  <a:cubicBezTo>
                    <a:pt x="35" y="42"/>
                    <a:pt x="35" y="42"/>
                    <a:pt x="35" y="43"/>
                  </a:cubicBezTo>
                  <a:cubicBezTo>
                    <a:pt x="34" y="44"/>
                    <a:pt x="34" y="45"/>
                    <a:pt x="34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1" y="53"/>
                    <a:pt x="31" y="54"/>
                    <a:pt x="31" y="56"/>
                  </a:cubicBezTo>
                  <a:cubicBezTo>
                    <a:pt x="31" y="56"/>
                    <a:pt x="31" y="57"/>
                    <a:pt x="30" y="57"/>
                  </a:cubicBezTo>
                  <a:cubicBezTo>
                    <a:pt x="30" y="57"/>
                    <a:pt x="30" y="58"/>
                    <a:pt x="30" y="57"/>
                  </a:cubicBezTo>
                  <a:cubicBezTo>
                    <a:pt x="30" y="59"/>
                    <a:pt x="29" y="59"/>
                    <a:pt x="29" y="60"/>
                  </a:cubicBezTo>
                  <a:cubicBezTo>
                    <a:pt x="29" y="60"/>
                    <a:pt x="29" y="61"/>
                    <a:pt x="29" y="61"/>
                  </a:cubicBezTo>
                  <a:cubicBezTo>
                    <a:pt x="29" y="63"/>
                    <a:pt x="29" y="65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7" y="69"/>
                    <a:pt x="27" y="69"/>
                  </a:cubicBezTo>
                  <a:cubicBezTo>
                    <a:pt x="27" y="69"/>
                    <a:pt x="27" y="70"/>
                    <a:pt x="27" y="70"/>
                  </a:cubicBezTo>
                  <a:cubicBezTo>
                    <a:pt x="27" y="72"/>
                    <a:pt x="27" y="74"/>
                    <a:pt x="26" y="77"/>
                  </a:cubicBezTo>
                  <a:cubicBezTo>
                    <a:pt x="26" y="78"/>
                    <a:pt x="25" y="79"/>
                    <a:pt x="25" y="79"/>
                  </a:cubicBezTo>
                  <a:cubicBezTo>
                    <a:pt x="24" y="82"/>
                    <a:pt x="24" y="84"/>
                    <a:pt x="23" y="86"/>
                  </a:cubicBezTo>
                  <a:cubicBezTo>
                    <a:pt x="23" y="87"/>
                    <a:pt x="23" y="88"/>
                    <a:pt x="23" y="89"/>
                  </a:cubicBezTo>
                  <a:cubicBezTo>
                    <a:pt x="23" y="90"/>
                    <a:pt x="22" y="91"/>
                    <a:pt x="22" y="92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2" y="93"/>
                    <a:pt x="23" y="94"/>
                    <a:pt x="23" y="94"/>
                  </a:cubicBezTo>
                  <a:cubicBezTo>
                    <a:pt x="22" y="95"/>
                    <a:pt x="21" y="96"/>
                    <a:pt x="21" y="96"/>
                  </a:cubicBezTo>
                  <a:cubicBezTo>
                    <a:pt x="21" y="97"/>
                    <a:pt x="21" y="97"/>
                    <a:pt x="21" y="98"/>
                  </a:cubicBezTo>
                  <a:cubicBezTo>
                    <a:pt x="20" y="98"/>
                    <a:pt x="19" y="99"/>
                    <a:pt x="18" y="99"/>
                  </a:cubicBezTo>
                  <a:cubicBezTo>
                    <a:pt x="18" y="99"/>
                    <a:pt x="17" y="99"/>
                    <a:pt x="16" y="99"/>
                  </a:cubicBezTo>
                  <a:cubicBezTo>
                    <a:pt x="15" y="98"/>
                    <a:pt x="14" y="99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8"/>
                    <a:pt x="13" y="97"/>
                    <a:pt x="13" y="97"/>
                  </a:cubicBezTo>
                  <a:cubicBezTo>
                    <a:pt x="13" y="96"/>
                    <a:pt x="14" y="95"/>
                    <a:pt x="15" y="94"/>
                  </a:cubicBezTo>
                  <a:cubicBezTo>
                    <a:pt x="15" y="93"/>
                    <a:pt x="15" y="92"/>
                    <a:pt x="15" y="91"/>
                  </a:cubicBezTo>
                  <a:cubicBezTo>
                    <a:pt x="15" y="90"/>
                    <a:pt x="16" y="90"/>
                    <a:pt x="16" y="89"/>
                  </a:cubicBezTo>
                  <a:cubicBezTo>
                    <a:pt x="16" y="87"/>
                    <a:pt x="17" y="85"/>
                    <a:pt x="17" y="83"/>
                  </a:cubicBezTo>
                  <a:cubicBezTo>
                    <a:pt x="17" y="83"/>
                    <a:pt x="17" y="81"/>
                    <a:pt x="18" y="81"/>
                  </a:cubicBezTo>
                  <a:cubicBezTo>
                    <a:pt x="17" y="80"/>
                    <a:pt x="18" y="78"/>
                    <a:pt x="18" y="77"/>
                  </a:cubicBezTo>
                  <a:cubicBezTo>
                    <a:pt x="19" y="77"/>
                    <a:pt x="19" y="76"/>
                    <a:pt x="19" y="76"/>
                  </a:cubicBezTo>
                  <a:cubicBezTo>
                    <a:pt x="20" y="74"/>
                    <a:pt x="20" y="71"/>
                    <a:pt x="21" y="69"/>
                  </a:cubicBezTo>
                  <a:cubicBezTo>
                    <a:pt x="21" y="69"/>
                    <a:pt x="21" y="68"/>
                    <a:pt x="21" y="68"/>
                  </a:cubicBezTo>
                  <a:cubicBezTo>
                    <a:pt x="21" y="67"/>
                    <a:pt x="21" y="67"/>
                    <a:pt x="21" y="66"/>
                  </a:cubicBezTo>
                  <a:cubicBezTo>
                    <a:pt x="22" y="65"/>
                    <a:pt x="22" y="65"/>
                    <a:pt x="23" y="64"/>
                  </a:cubicBezTo>
                  <a:cubicBezTo>
                    <a:pt x="23" y="64"/>
                    <a:pt x="23" y="63"/>
                    <a:pt x="23" y="63"/>
                  </a:cubicBezTo>
                  <a:cubicBezTo>
                    <a:pt x="23" y="62"/>
                    <a:pt x="23" y="62"/>
                    <a:pt x="23" y="61"/>
                  </a:cubicBezTo>
                  <a:cubicBezTo>
                    <a:pt x="23" y="61"/>
                    <a:pt x="23" y="60"/>
                    <a:pt x="23" y="60"/>
                  </a:cubicBezTo>
                  <a:cubicBezTo>
                    <a:pt x="24" y="60"/>
                    <a:pt x="24" y="59"/>
                    <a:pt x="24" y="58"/>
                  </a:cubicBezTo>
                  <a:cubicBezTo>
                    <a:pt x="24" y="58"/>
                    <a:pt x="24" y="58"/>
                    <a:pt x="24" y="57"/>
                  </a:cubicBezTo>
                  <a:cubicBezTo>
                    <a:pt x="24" y="56"/>
                    <a:pt x="24" y="57"/>
                    <a:pt x="23" y="57"/>
                  </a:cubicBezTo>
                  <a:cubicBezTo>
                    <a:pt x="22" y="57"/>
                    <a:pt x="21" y="59"/>
                    <a:pt x="20" y="59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1"/>
                    <a:pt x="19" y="61"/>
                    <a:pt x="19" y="61"/>
                  </a:cubicBezTo>
                  <a:cubicBezTo>
                    <a:pt x="19" y="62"/>
                    <a:pt x="19" y="62"/>
                    <a:pt x="19" y="63"/>
                  </a:cubicBezTo>
                  <a:cubicBezTo>
                    <a:pt x="19" y="63"/>
                    <a:pt x="18" y="64"/>
                    <a:pt x="18" y="64"/>
                  </a:cubicBezTo>
                  <a:cubicBezTo>
                    <a:pt x="18" y="65"/>
                    <a:pt x="17" y="65"/>
                    <a:pt x="17" y="66"/>
                  </a:cubicBezTo>
                  <a:cubicBezTo>
                    <a:pt x="17" y="66"/>
                    <a:pt x="17" y="68"/>
                    <a:pt x="17" y="68"/>
                  </a:cubicBezTo>
                  <a:cubicBezTo>
                    <a:pt x="16" y="69"/>
                    <a:pt x="16" y="70"/>
                    <a:pt x="15" y="71"/>
                  </a:cubicBezTo>
                  <a:cubicBezTo>
                    <a:pt x="15" y="72"/>
                    <a:pt x="15" y="74"/>
                    <a:pt x="15" y="75"/>
                  </a:cubicBezTo>
                  <a:cubicBezTo>
                    <a:pt x="14" y="76"/>
                    <a:pt x="15" y="76"/>
                    <a:pt x="14" y="76"/>
                  </a:cubicBezTo>
                  <a:cubicBezTo>
                    <a:pt x="14" y="76"/>
                    <a:pt x="14" y="76"/>
                    <a:pt x="13" y="77"/>
                  </a:cubicBezTo>
                  <a:cubicBezTo>
                    <a:pt x="13" y="77"/>
                    <a:pt x="12" y="78"/>
                    <a:pt x="11" y="78"/>
                  </a:cubicBezTo>
                  <a:cubicBezTo>
                    <a:pt x="10" y="79"/>
                    <a:pt x="9" y="80"/>
                    <a:pt x="8" y="80"/>
                  </a:cubicBezTo>
                  <a:cubicBezTo>
                    <a:pt x="7" y="80"/>
                    <a:pt x="5" y="80"/>
                    <a:pt x="5" y="80"/>
                  </a:cubicBezTo>
                  <a:cubicBezTo>
                    <a:pt x="4" y="79"/>
                    <a:pt x="3" y="78"/>
                    <a:pt x="3" y="77"/>
                  </a:cubicBezTo>
                  <a:cubicBezTo>
                    <a:pt x="2" y="76"/>
                    <a:pt x="1" y="75"/>
                    <a:pt x="1" y="74"/>
                  </a:cubicBezTo>
                  <a:cubicBezTo>
                    <a:pt x="0" y="73"/>
                    <a:pt x="0" y="72"/>
                    <a:pt x="0" y="72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" y="67"/>
                    <a:pt x="3" y="65"/>
                    <a:pt x="4" y="65"/>
                  </a:cubicBezTo>
                  <a:cubicBezTo>
                    <a:pt x="4" y="65"/>
                    <a:pt x="5" y="65"/>
                    <a:pt x="5" y="65"/>
                  </a:cubicBezTo>
                  <a:cubicBezTo>
                    <a:pt x="6" y="65"/>
                    <a:pt x="6" y="64"/>
                    <a:pt x="6" y="64"/>
                  </a:cubicBezTo>
                  <a:cubicBezTo>
                    <a:pt x="8" y="64"/>
                    <a:pt x="9" y="64"/>
                    <a:pt x="10" y="63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2" y="61"/>
                    <a:pt x="13" y="61"/>
                    <a:pt x="14" y="61"/>
                  </a:cubicBezTo>
                  <a:cubicBezTo>
                    <a:pt x="14" y="60"/>
                    <a:pt x="15" y="60"/>
                    <a:pt x="15" y="60"/>
                  </a:cubicBezTo>
                  <a:cubicBezTo>
                    <a:pt x="16" y="59"/>
                    <a:pt x="17" y="59"/>
                    <a:pt x="17" y="58"/>
                  </a:cubicBezTo>
                  <a:cubicBezTo>
                    <a:pt x="19" y="57"/>
                    <a:pt x="20" y="56"/>
                    <a:pt x="21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5"/>
                    <a:pt x="23" y="55"/>
                    <a:pt x="23" y="54"/>
                  </a:cubicBezTo>
                  <a:cubicBezTo>
                    <a:pt x="24" y="54"/>
                    <a:pt x="25" y="53"/>
                    <a:pt x="25" y="52"/>
                  </a:cubicBezTo>
                  <a:cubicBezTo>
                    <a:pt x="26" y="52"/>
                    <a:pt x="26" y="51"/>
                    <a:pt x="27" y="51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7" y="49"/>
                    <a:pt x="28" y="48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29" y="43"/>
                    <a:pt x="30" y="40"/>
                    <a:pt x="30" y="40"/>
                  </a:cubicBezTo>
                  <a:cubicBezTo>
                    <a:pt x="30" y="40"/>
                    <a:pt x="29" y="40"/>
                    <a:pt x="29" y="40"/>
                  </a:cubicBezTo>
                  <a:cubicBezTo>
                    <a:pt x="28" y="40"/>
                    <a:pt x="27" y="41"/>
                    <a:pt x="25" y="41"/>
                  </a:cubicBezTo>
                  <a:cubicBezTo>
                    <a:pt x="25" y="41"/>
                    <a:pt x="24" y="40"/>
                    <a:pt x="24" y="41"/>
                  </a:cubicBezTo>
                  <a:cubicBezTo>
                    <a:pt x="24" y="41"/>
                    <a:pt x="22" y="42"/>
                    <a:pt x="21" y="42"/>
                  </a:cubicBezTo>
                  <a:cubicBezTo>
                    <a:pt x="20" y="42"/>
                    <a:pt x="20" y="41"/>
                    <a:pt x="19" y="41"/>
                  </a:cubicBezTo>
                  <a:cubicBezTo>
                    <a:pt x="19" y="40"/>
                    <a:pt x="18" y="39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6"/>
                    <a:pt x="21" y="36"/>
                    <a:pt x="21" y="36"/>
                  </a:cubicBezTo>
                  <a:cubicBezTo>
                    <a:pt x="22" y="36"/>
                    <a:pt x="23" y="35"/>
                    <a:pt x="24" y="35"/>
                  </a:cubicBezTo>
                  <a:cubicBezTo>
                    <a:pt x="24" y="35"/>
                    <a:pt x="25" y="34"/>
                    <a:pt x="25" y="34"/>
                  </a:cubicBezTo>
                  <a:cubicBezTo>
                    <a:pt x="26" y="34"/>
                    <a:pt x="27" y="34"/>
                    <a:pt x="27" y="33"/>
                  </a:cubicBezTo>
                  <a:cubicBezTo>
                    <a:pt x="28" y="33"/>
                    <a:pt x="29" y="32"/>
                    <a:pt x="29" y="32"/>
                  </a:cubicBezTo>
                  <a:cubicBezTo>
                    <a:pt x="30" y="32"/>
                    <a:pt x="31" y="32"/>
                    <a:pt x="31" y="31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3" y="31"/>
                    <a:pt x="34" y="30"/>
                    <a:pt x="35" y="30"/>
                  </a:cubicBezTo>
                  <a:cubicBezTo>
                    <a:pt x="36" y="28"/>
                    <a:pt x="36" y="26"/>
                    <a:pt x="38" y="26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1" y="28"/>
                    <a:pt x="42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26"/>
                    <a:pt x="45" y="25"/>
                    <a:pt x="47" y="25"/>
                  </a:cubicBezTo>
                  <a:close/>
                  <a:moveTo>
                    <a:pt x="87" y="9"/>
                  </a:moveTo>
                  <a:cubicBezTo>
                    <a:pt x="88" y="9"/>
                    <a:pt x="90" y="10"/>
                    <a:pt x="90" y="11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13"/>
                    <a:pt x="90" y="13"/>
                    <a:pt x="91" y="13"/>
                  </a:cubicBezTo>
                  <a:cubicBezTo>
                    <a:pt x="91" y="15"/>
                    <a:pt x="90" y="17"/>
                    <a:pt x="90" y="18"/>
                  </a:cubicBezTo>
                  <a:cubicBezTo>
                    <a:pt x="90" y="18"/>
                    <a:pt x="89" y="19"/>
                    <a:pt x="89" y="19"/>
                  </a:cubicBezTo>
                  <a:cubicBezTo>
                    <a:pt x="89" y="20"/>
                    <a:pt x="88" y="21"/>
                    <a:pt x="88" y="22"/>
                  </a:cubicBezTo>
                  <a:cubicBezTo>
                    <a:pt x="88" y="22"/>
                    <a:pt x="87" y="23"/>
                    <a:pt x="87" y="23"/>
                  </a:cubicBezTo>
                  <a:cubicBezTo>
                    <a:pt x="87" y="25"/>
                    <a:pt x="87" y="26"/>
                    <a:pt x="86" y="27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5" y="29"/>
                    <a:pt x="85" y="29"/>
                    <a:pt x="85" y="30"/>
                  </a:cubicBezTo>
                  <a:cubicBezTo>
                    <a:pt x="85" y="31"/>
                    <a:pt x="85" y="31"/>
                    <a:pt x="85" y="32"/>
                  </a:cubicBezTo>
                  <a:cubicBezTo>
                    <a:pt x="84" y="33"/>
                    <a:pt x="84" y="35"/>
                    <a:pt x="84" y="36"/>
                  </a:cubicBezTo>
                  <a:cubicBezTo>
                    <a:pt x="83" y="38"/>
                    <a:pt x="83" y="39"/>
                    <a:pt x="83" y="41"/>
                  </a:cubicBezTo>
                  <a:cubicBezTo>
                    <a:pt x="83" y="41"/>
                    <a:pt x="82" y="41"/>
                    <a:pt x="82" y="42"/>
                  </a:cubicBezTo>
                  <a:cubicBezTo>
                    <a:pt x="81" y="43"/>
                    <a:pt x="81" y="45"/>
                    <a:pt x="83" y="45"/>
                  </a:cubicBezTo>
                  <a:cubicBezTo>
                    <a:pt x="84" y="44"/>
                    <a:pt x="85" y="44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2"/>
                    <a:pt x="91" y="40"/>
                    <a:pt x="91" y="39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3" y="37"/>
                    <a:pt x="93" y="36"/>
                    <a:pt x="93" y="35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4" y="32"/>
                    <a:pt x="94" y="32"/>
                    <a:pt x="94" y="31"/>
                  </a:cubicBezTo>
                  <a:cubicBezTo>
                    <a:pt x="94" y="31"/>
                    <a:pt x="94" y="30"/>
                    <a:pt x="94" y="30"/>
                  </a:cubicBezTo>
                  <a:cubicBezTo>
                    <a:pt x="94" y="29"/>
                    <a:pt x="94" y="28"/>
                    <a:pt x="94" y="27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4" y="24"/>
                    <a:pt x="93" y="24"/>
                    <a:pt x="93" y="23"/>
                  </a:cubicBezTo>
                  <a:cubicBezTo>
                    <a:pt x="94" y="23"/>
                    <a:pt x="95" y="23"/>
                    <a:pt x="96" y="23"/>
                  </a:cubicBezTo>
                  <a:cubicBezTo>
                    <a:pt x="96" y="23"/>
                    <a:pt x="97" y="24"/>
                    <a:pt x="98" y="24"/>
                  </a:cubicBezTo>
                  <a:cubicBezTo>
                    <a:pt x="98" y="24"/>
                    <a:pt x="99" y="25"/>
                    <a:pt x="99" y="26"/>
                  </a:cubicBezTo>
                  <a:cubicBezTo>
                    <a:pt x="99" y="26"/>
                    <a:pt x="99" y="27"/>
                    <a:pt x="99" y="27"/>
                  </a:cubicBezTo>
                  <a:cubicBezTo>
                    <a:pt x="100" y="28"/>
                    <a:pt x="101" y="29"/>
                    <a:pt x="101" y="29"/>
                  </a:cubicBezTo>
                  <a:cubicBezTo>
                    <a:pt x="101" y="30"/>
                    <a:pt x="100" y="31"/>
                    <a:pt x="100" y="32"/>
                  </a:cubicBezTo>
                  <a:cubicBezTo>
                    <a:pt x="100" y="34"/>
                    <a:pt x="99" y="35"/>
                    <a:pt x="99" y="37"/>
                  </a:cubicBezTo>
                  <a:cubicBezTo>
                    <a:pt x="99" y="38"/>
                    <a:pt x="99" y="39"/>
                    <a:pt x="99" y="39"/>
                  </a:cubicBezTo>
                  <a:cubicBezTo>
                    <a:pt x="99" y="40"/>
                    <a:pt x="98" y="40"/>
                    <a:pt x="97" y="41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7" y="43"/>
                    <a:pt x="97" y="43"/>
                    <a:pt x="97" y="43"/>
                  </a:cubicBezTo>
                  <a:cubicBezTo>
                    <a:pt x="97" y="43"/>
                    <a:pt x="96" y="43"/>
                    <a:pt x="96" y="43"/>
                  </a:cubicBezTo>
                  <a:cubicBezTo>
                    <a:pt x="96" y="44"/>
                    <a:pt x="96" y="44"/>
                    <a:pt x="95" y="44"/>
                  </a:cubicBezTo>
                  <a:cubicBezTo>
                    <a:pt x="95" y="44"/>
                    <a:pt x="95" y="45"/>
                    <a:pt x="94" y="45"/>
                  </a:cubicBezTo>
                  <a:cubicBezTo>
                    <a:pt x="94" y="45"/>
                    <a:pt x="94" y="45"/>
                    <a:pt x="93" y="45"/>
                  </a:cubicBezTo>
                  <a:cubicBezTo>
                    <a:pt x="93" y="46"/>
                    <a:pt x="93" y="46"/>
                    <a:pt x="92" y="47"/>
                  </a:cubicBezTo>
                  <a:cubicBezTo>
                    <a:pt x="92" y="47"/>
                    <a:pt x="91" y="47"/>
                    <a:pt x="90" y="48"/>
                  </a:cubicBezTo>
                  <a:cubicBezTo>
                    <a:pt x="90" y="48"/>
                    <a:pt x="89" y="48"/>
                    <a:pt x="89" y="49"/>
                  </a:cubicBezTo>
                  <a:cubicBezTo>
                    <a:pt x="89" y="49"/>
                    <a:pt x="89" y="49"/>
                    <a:pt x="88" y="49"/>
                  </a:cubicBezTo>
                  <a:cubicBezTo>
                    <a:pt x="88" y="49"/>
                    <a:pt x="88" y="49"/>
                    <a:pt x="87" y="49"/>
                  </a:cubicBezTo>
                  <a:cubicBezTo>
                    <a:pt x="87" y="49"/>
                    <a:pt x="87" y="50"/>
                    <a:pt x="86" y="50"/>
                  </a:cubicBezTo>
                  <a:cubicBezTo>
                    <a:pt x="85" y="50"/>
                    <a:pt x="84" y="51"/>
                    <a:pt x="83" y="52"/>
                  </a:cubicBezTo>
                  <a:cubicBezTo>
                    <a:pt x="83" y="52"/>
                    <a:pt x="82" y="52"/>
                    <a:pt x="82" y="53"/>
                  </a:cubicBezTo>
                  <a:cubicBezTo>
                    <a:pt x="81" y="53"/>
                    <a:pt x="81" y="53"/>
                    <a:pt x="81" y="54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0" y="55"/>
                    <a:pt x="79" y="56"/>
                    <a:pt x="79" y="56"/>
                  </a:cubicBezTo>
                  <a:cubicBezTo>
                    <a:pt x="78" y="58"/>
                    <a:pt x="78" y="61"/>
                    <a:pt x="78" y="63"/>
                  </a:cubicBezTo>
                  <a:cubicBezTo>
                    <a:pt x="77" y="64"/>
                    <a:pt x="76" y="64"/>
                    <a:pt x="76" y="65"/>
                  </a:cubicBezTo>
                  <a:cubicBezTo>
                    <a:pt x="76" y="66"/>
                    <a:pt x="77" y="67"/>
                    <a:pt x="77" y="67"/>
                  </a:cubicBezTo>
                  <a:cubicBezTo>
                    <a:pt x="77" y="68"/>
                    <a:pt x="76" y="69"/>
                    <a:pt x="76" y="70"/>
                  </a:cubicBezTo>
                  <a:cubicBezTo>
                    <a:pt x="77" y="70"/>
                    <a:pt x="77" y="70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74"/>
                    <a:pt x="77" y="76"/>
                    <a:pt x="77" y="76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9"/>
                    <a:pt x="75" y="79"/>
                    <a:pt x="74" y="80"/>
                  </a:cubicBezTo>
                  <a:cubicBezTo>
                    <a:pt x="73" y="81"/>
                    <a:pt x="73" y="82"/>
                    <a:pt x="74" y="83"/>
                  </a:cubicBezTo>
                  <a:cubicBezTo>
                    <a:pt x="74" y="83"/>
                    <a:pt x="74" y="83"/>
                    <a:pt x="74" y="84"/>
                  </a:cubicBezTo>
                  <a:cubicBezTo>
                    <a:pt x="73" y="84"/>
                    <a:pt x="73" y="85"/>
                    <a:pt x="73" y="85"/>
                  </a:cubicBezTo>
                  <a:cubicBezTo>
                    <a:pt x="73" y="87"/>
                    <a:pt x="75" y="86"/>
                    <a:pt x="75" y="87"/>
                  </a:cubicBezTo>
                  <a:cubicBezTo>
                    <a:pt x="75" y="88"/>
                    <a:pt x="75" y="88"/>
                    <a:pt x="75" y="89"/>
                  </a:cubicBezTo>
                  <a:cubicBezTo>
                    <a:pt x="75" y="89"/>
                    <a:pt x="74" y="90"/>
                    <a:pt x="74" y="90"/>
                  </a:cubicBezTo>
                  <a:cubicBezTo>
                    <a:pt x="74" y="91"/>
                    <a:pt x="73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2" y="94"/>
                    <a:pt x="72" y="94"/>
                    <a:pt x="73" y="94"/>
                  </a:cubicBezTo>
                  <a:cubicBezTo>
                    <a:pt x="73" y="93"/>
                    <a:pt x="74" y="91"/>
                    <a:pt x="75" y="92"/>
                  </a:cubicBezTo>
                  <a:cubicBezTo>
                    <a:pt x="75" y="93"/>
                    <a:pt x="75" y="93"/>
                    <a:pt x="75" y="93"/>
                  </a:cubicBezTo>
                  <a:cubicBezTo>
                    <a:pt x="75" y="93"/>
                    <a:pt x="75" y="94"/>
                    <a:pt x="74" y="94"/>
                  </a:cubicBezTo>
                  <a:cubicBezTo>
                    <a:pt x="74" y="96"/>
                    <a:pt x="74" y="97"/>
                    <a:pt x="74" y="98"/>
                  </a:cubicBezTo>
                  <a:cubicBezTo>
                    <a:pt x="73" y="99"/>
                    <a:pt x="73" y="99"/>
                    <a:pt x="73" y="100"/>
                  </a:cubicBezTo>
                  <a:cubicBezTo>
                    <a:pt x="72" y="100"/>
                    <a:pt x="72" y="101"/>
                    <a:pt x="72" y="101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2" y="104"/>
                    <a:pt x="72" y="105"/>
                  </a:cubicBezTo>
                  <a:cubicBezTo>
                    <a:pt x="72" y="105"/>
                    <a:pt x="73" y="106"/>
                    <a:pt x="73" y="107"/>
                  </a:cubicBezTo>
                  <a:cubicBezTo>
                    <a:pt x="73" y="107"/>
                    <a:pt x="73" y="108"/>
                    <a:pt x="72" y="109"/>
                  </a:cubicBezTo>
                  <a:cubicBezTo>
                    <a:pt x="72" y="110"/>
                    <a:pt x="72" y="110"/>
                    <a:pt x="72" y="111"/>
                  </a:cubicBezTo>
                  <a:cubicBezTo>
                    <a:pt x="72" y="112"/>
                    <a:pt x="72" y="113"/>
                    <a:pt x="72" y="113"/>
                  </a:cubicBezTo>
                  <a:cubicBezTo>
                    <a:pt x="72" y="114"/>
                    <a:pt x="72" y="114"/>
                    <a:pt x="72" y="115"/>
                  </a:cubicBezTo>
                  <a:cubicBezTo>
                    <a:pt x="72" y="115"/>
                    <a:pt x="72" y="115"/>
                    <a:pt x="71" y="116"/>
                  </a:cubicBezTo>
                  <a:cubicBezTo>
                    <a:pt x="71" y="116"/>
                    <a:pt x="71" y="117"/>
                    <a:pt x="70" y="117"/>
                  </a:cubicBezTo>
                  <a:cubicBezTo>
                    <a:pt x="70" y="118"/>
                    <a:pt x="69" y="118"/>
                    <a:pt x="68" y="118"/>
                  </a:cubicBezTo>
                  <a:cubicBezTo>
                    <a:pt x="68" y="118"/>
                    <a:pt x="67" y="119"/>
                    <a:pt x="67" y="119"/>
                  </a:cubicBezTo>
                  <a:cubicBezTo>
                    <a:pt x="66" y="119"/>
                    <a:pt x="65" y="120"/>
                    <a:pt x="64" y="120"/>
                  </a:cubicBezTo>
                  <a:cubicBezTo>
                    <a:pt x="64" y="120"/>
                    <a:pt x="63" y="120"/>
                    <a:pt x="62" y="120"/>
                  </a:cubicBezTo>
                  <a:cubicBezTo>
                    <a:pt x="61" y="120"/>
                    <a:pt x="59" y="119"/>
                    <a:pt x="59" y="119"/>
                  </a:cubicBezTo>
                  <a:cubicBezTo>
                    <a:pt x="58" y="118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6"/>
                  </a:cubicBezTo>
                  <a:cubicBezTo>
                    <a:pt x="59" y="116"/>
                    <a:pt x="59" y="115"/>
                    <a:pt x="59" y="114"/>
                  </a:cubicBezTo>
                  <a:cubicBezTo>
                    <a:pt x="60" y="114"/>
                    <a:pt x="60" y="113"/>
                    <a:pt x="60" y="113"/>
                  </a:cubicBezTo>
                  <a:cubicBezTo>
                    <a:pt x="60" y="112"/>
                    <a:pt x="60" y="111"/>
                    <a:pt x="60" y="110"/>
                  </a:cubicBezTo>
                  <a:cubicBezTo>
                    <a:pt x="60" y="108"/>
                    <a:pt x="61" y="105"/>
                    <a:pt x="61" y="102"/>
                  </a:cubicBezTo>
                  <a:cubicBezTo>
                    <a:pt x="62" y="102"/>
                    <a:pt x="61" y="101"/>
                    <a:pt x="61" y="101"/>
                  </a:cubicBezTo>
                  <a:cubicBezTo>
                    <a:pt x="61" y="100"/>
                    <a:pt x="61" y="99"/>
                    <a:pt x="62" y="98"/>
                  </a:cubicBezTo>
                  <a:cubicBezTo>
                    <a:pt x="62" y="98"/>
                    <a:pt x="62" y="97"/>
                    <a:pt x="62" y="97"/>
                  </a:cubicBezTo>
                  <a:cubicBezTo>
                    <a:pt x="62" y="96"/>
                    <a:pt x="63" y="96"/>
                    <a:pt x="63" y="95"/>
                  </a:cubicBezTo>
                  <a:cubicBezTo>
                    <a:pt x="63" y="95"/>
                    <a:pt x="63" y="94"/>
                    <a:pt x="63" y="94"/>
                  </a:cubicBezTo>
                  <a:cubicBezTo>
                    <a:pt x="63" y="94"/>
                    <a:pt x="63" y="93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0"/>
                    <a:pt x="63" y="90"/>
                    <a:pt x="64" y="89"/>
                  </a:cubicBezTo>
                  <a:cubicBezTo>
                    <a:pt x="64" y="89"/>
                    <a:pt x="64" y="88"/>
                    <a:pt x="64" y="88"/>
                  </a:cubicBezTo>
                  <a:cubicBezTo>
                    <a:pt x="64" y="87"/>
                    <a:pt x="64" y="87"/>
                    <a:pt x="65" y="86"/>
                  </a:cubicBezTo>
                  <a:cubicBezTo>
                    <a:pt x="65" y="86"/>
                    <a:pt x="65" y="85"/>
                    <a:pt x="65" y="84"/>
                  </a:cubicBezTo>
                  <a:cubicBezTo>
                    <a:pt x="65" y="84"/>
                    <a:pt x="65" y="84"/>
                    <a:pt x="65" y="83"/>
                  </a:cubicBezTo>
                  <a:cubicBezTo>
                    <a:pt x="66" y="82"/>
                    <a:pt x="65" y="81"/>
                    <a:pt x="66" y="80"/>
                  </a:cubicBezTo>
                  <a:cubicBezTo>
                    <a:pt x="66" y="79"/>
                    <a:pt x="66" y="79"/>
                    <a:pt x="67" y="78"/>
                  </a:cubicBezTo>
                  <a:cubicBezTo>
                    <a:pt x="67" y="77"/>
                    <a:pt x="67" y="76"/>
                    <a:pt x="67" y="75"/>
                  </a:cubicBezTo>
                  <a:cubicBezTo>
                    <a:pt x="67" y="74"/>
                    <a:pt x="68" y="74"/>
                    <a:pt x="68" y="73"/>
                  </a:cubicBezTo>
                  <a:cubicBezTo>
                    <a:pt x="68" y="72"/>
                    <a:pt x="68" y="72"/>
                    <a:pt x="67" y="71"/>
                  </a:cubicBezTo>
                  <a:cubicBezTo>
                    <a:pt x="68" y="70"/>
                    <a:pt x="68" y="68"/>
                    <a:pt x="68" y="67"/>
                  </a:cubicBezTo>
                  <a:cubicBezTo>
                    <a:pt x="69" y="66"/>
                    <a:pt x="69" y="66"/>
                    <a:pt x="69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3"/>
                    <a:pt x="70" y="62"/>
                    <a:pt x="69" y="60"/>
                  </a:cubicBezTo>
                  <a:cubicBezTo>
                    <a:pt x="68" y="59"/>
                    <a:pt x="64" y="63"/>
                    <a:pt x="63" y="63"/>
                  </a:cubicBezTo>
                  <a:cubicBezTo>
                    <a:pt x="62" y="64"/>
                    <a:pt x="62" y="64"/>
                    <a:pt x="61" y="64"/>
                  </a:cubicBezTo>
                  <a:cubicBezTo>
                    <a:pt x="61" y="65"/>
                    <a:pt x="60" y="65"/>
                    <a:pt x="60" y="66"/>
                  </a:cubicBezTo>
                  <a:cubicBezTo>
                    <a:pt x="60" y="66"/>
                    <a:pt x="59" y="66"/>
                    <a:pt x="59" y="66"/>
                  </a:cubicBezTo>
                  <a:cubicBezTo>
                    <a:pt x="59" y="66"/>
                    <a:pt x="58" y="66"/>
                    <a:pt x="58" y="66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6" y="68"/>
                    <a:pt x="55" y="68"/>
                    <a:pt x="54" y="68"/>
                  </a:cubicBezTo>
                  <a:cubicBezTo>
                    <a:pt x="53" y="69"/>
                    <a:pt x="50" y="71"/>
                    <a:pt x="48" y="69"/>
                  </a:cubicBezTo>
                  <a:cubicBezTo>
                    <a:pt x="48" y="68"/>
                    <a:pt x="48" y="67"/>
                    <a:pt x="48" y="66"/>
                  </a:cubicBezTo>
                  <a:cubicBezTo>
                    <a:pt x="49" y="65"/>
                    <a:pt x="50" y="65"/>
                    <a:pt x="51" y="65"/>
                  </a:cubicBezTo>
                  <a:cubicBezTo>
                    <a:pt x="51" y="64"/>
                    <a:pt x="51" y="64"/>
                    <a:pt x="52" y="64"/>
                  </a:cubicBezTo>
                  <a:cubicBezTo>
                    <a:pt x="52" y="64"/>
                    <a:pt x="53" y="64"/>
                    <a:pt x="53" y="64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2"/>
                    <a:pt x="56" y="62"/>
                    <a:pt x="57" y="61"/>
                  </a:cubicBezTo>
                  <a:cubicBezTo>
                    <a:pt x="57" y="60"/>
                    <a:pt x="59" y="60"/>
                    <a:pt x="59" y="60"/>
                  </a:cubicBezTo>
                  <a:cubicBezTo>
                    <a:pt x="61" y="59"/>
                    <a:pt x="62" y="58"/>
                    <a:pt x="63" y="57"/>
                  </a:cubicBezTo>
                  <a:cubicBezTo>
                    <a:pt x="63" y="57"/>
                    <a:pt x="64" y="56"/>
                    <a:pt x="65" y="56"/>
                  </a:cubicBezTo>
                  <a:cubicBezTo>
                    <a:pt x="65" y="56"/>
                    <a:pt x="65" y="55"/>
                    <a:pt x="65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2" y="54"/>
                    <a:pt x="62" y="53"/>
                  </a:cubicBezTo>
                  <a:cubicBezTo>
                    <a:pt x="62" y="53"/>
                    <a:pt x="61" y="52"/>
                    <a:pt x="61" y="52"/>
                  </a:cubicBezTo>
                  <a:cubicBezTo>
                    <a:pt x="61" y="50"/>
                    <a:pt x="63" y="49"/>
                    <a:pt x="62" y="48"/>
                  </a:cubicBezTo>
                  <a:cubicBezTo>
                    <a:pt x="61" y="47"/>
                    <a:pt x="60" y="47"/>
                    <a:pt x="59" y="47"/>
                  </a:cubicBezTo>
                  <a:cubicBezTo>
                    <a:pt x="58" y="47"/>
                    <a:pt x="58" y="46"/>
                    <a:pt x="57" y="45"/>
                  </a:cubicBezTo>
                  <a:cubicBezTo>
                    <a:pt x="56" y="44"/>
                    <a:pt x="56" y="45"/>
                    <a:pt x="55" y="43"/>
                  </a:cubicBezTo>
                  <a:cubicBezTo>
                    <a:pt x="55" y="43"/>
                    <a:pt x="55" y="43"/>
                    <a:pt x="55" y="42"/>
                  </a:cubicBezTo>
                  <a:cubicBezTo>
                    <a:pt x="55" y="42"/>
                    <a:pt x="55" y="41"/>
                    <a:pt x="55" y="41"/>
                  </a:cubicBezTo>
                  <a:cubicBezTo>
                    <a:pt x="55" y="40"/>
                    <a:pt x="56" y="39"/>
                    <a:pt x="56" y="38"/>
                  </a:cubicBezTo>
                  <a:cubicBezTo>
                    <a:pt x="56" y="37"/>
                    <a:pt x="57" y="37"/>
                    <a:pt x="57" y="35"/>
                  </a:cubicBezTo>
                  <a:cubicBezTo>
                    <a:pt x="57" y="35"/>
                    <a:pt x="58" y="34"/>
                    <a:pt x="58" y="33"/>
                  </a:cubicBezTo>
                  <a:cubicBezTo>
                    <a:pt x="57" y="32"/>
                    <a:pt x="56" y="32"/>
                    <a:pt x="56" y="31"/>
                  </a:cubicBezTo>
                  <a:cubicBezTo>
                    <a:pt x="56" y="30"/>
                    <a:pt x="57" y="29"/>
                    <a:pt x="57" y="28"/>
                  </a:cubicBezTo>
                  <a:cubicBezTo>
                    <a:pt x="57" y="28"/>
                    <a:pt x="57" y="28"/>
                    <a:pt x="58" y="28"/>
                  </a:cubicBezTo>
                  <a:cubicBezTo>
                    <a:pt x="58" y="28"/>
                    <a:pt x="58" y="27"/>
                    <a:pt x="58" y="27"/>
                  </a:cubicBezTo>
                  <a:cubicBezTo>
                    <a:pt x="59" y="26"/>
                    <a:pt x="61" y="25"/>
                    <a:pt x="62" y="25"/>
                  </a:cubicBezTo>
                  <a:cubicBezTo>
                    <a:pt x="63" y="25"/>
                    <a:pt x="63" y="24"/>
                    <a:pt x="64" y="25"/>
                  </a:cubicBezTo>
                  <a:cubicBezTo>
                    <a:pt x="67" y="24"/>
                    <a:pt x="69" y="26"/>
                    <a:pt x="70" y="29"/>
                  </a:cubicBezTo>
                  <a:cubicBezTo>
                    <a:pt x="70" y="29"/>
                    <a:pt x="71" y="30"/>
                    <a:pt x="70" y="30"/>
                  </a:cubicBezTo>
                  <a:cubicBezTo>
                    <a:pt x="70" y="30"/>
                    <a:pt x="69" y="31"/>
                    <a:pt x="69" y="31"/>
                  </a:cubicBezTo>
                  <a:cubicBezTo>
                    <a:pt x="69" y="32"/>
                    <a:pt x="69" y="33"/>
                    <a:pt x="68" y="33"/>
                  </a:cubicBezTo>
                  <a:cubicBezTo>
                    <a:pt x="67" y="35"/>
                    <a:pt x="64" y="36"/>
                    <a:pt x="62" y="37"/>
                  </a:cubicBezTo>
                  <a:cubicBezTo>
                    <a:pt x="62" y="37"/>
                    <a:pt x="62" y="38"/>
                    <a:pt x="61" y="38"/>
                  </a:cubicBezTo>
                  <a:cubicBezTo>
                    <a:pt x="61" y="39"/>
                    <a:pt x="60" y="39"/>
                    <a:pt x="61" y="40"/>
                  </a:cubicBezTo>
                  <a:cubicBezTo>
                    <a:pt x="61" y="41"/>
                    <a:pt x="62" y="41"/>
                    <a:pt x="63" y="41"/>
                  </a:cubicBezTo>
                  <a:cubicBezTo>
                    <a:pt x="64" y="41"/>
                    <a:pt x="64" y="41"/>
                    <a:pt x="65" y="41"/>
                  </a:cubicBezTo>
                  <a:cubicBezTo>
                    <a:pt x="65" y="41"/>
                    <a:pt x="66" y="41"/>
                    <a:pt x="66" y="41"/>
                  </a:cubicBezTo>
                  <a:cubicBezTo>
                    <a:pt x="67" y="40"/>
                    <a:pt x="68" y="40"/>
                    <a:pt x="69" y="40"/>
                  </a:cubicBezTo>
                  <a:cubicBezTo>
                    <a:pt x="70" y="40"/>
                    <a:pt x="72" y="41"/>
                    <a:pt x="73" y="41"/>
                  </a:cubicBezTo>
                  <a:cubicBezTo>
                    <a:pt x="75" y="39"/>
                    <a:pt x="75" y="35"/>
                    <a:pt x="76" y="3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8" y="29"/>
                    <a:pt x="78" y="27"/>
                    <a:pt x="78" y="26"/>
                  </a:cubicBezTo>
                  <a:cubicBezTo>
                    <a:pt x="78" y="26"/>
                    <a:pt x="78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3"/>
                    <a:pt x="79" y="22"/>
                    <a:pt x="79" y="22"/>
                  </a:cubicBezTo>
                  <a:cubicBezTo>
                    <a:pt x="79" y="22"/>
                    <a:pt x="80" y="21"/>
                    <a:pt x="80" y="21"/>
                  </a:cubicBezTo>
                  <a:cubicBezTo>
                    <a:pt x="80" y="21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8"/>
                    <a:pt x="81" y="16"/>
                    <a:pt x="81" y="15"/>
                  </a:cubicBezTo>
                  <a:cubicBezTo>
                    <a:pt x="81" y="15"/>
                    <a:pt x="81" y="13"/>
                    <a:pt x="81" y="13"/>
                  </a:cubicBezTo>
                  <a:cubicBezTo>
                    <a:pt x="81" y="12"/>
                    <a:pt x="82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3" y="10"/>
                    <a:pt x="84" y="10"/>
                    <a:pt x="85" y="9"/>
                  </a:cubicBezTo>
                  <a:cubicBezTo>
                    <a:pt x="85" y="9"/>
                    <a:pt x="86" y="9"/>
                    <a:pt x="87" y="9"/>
                  </a:cubicBezTo>
                  <a:close/>
                  <a:moveTo>
                    <a:pt x="56" y="0"/>
                  </a:moveTo>
                  <a:cubicBezTo>
                    <a:pt x="57" y="1"/>
                    <a:pt x="58" y="3"/>
                    <a:pt x="59" y="4"/>
                  </a:cubicBezTo>
                  <a:cubicBezTo>
                    <a:pt x="59" y="5"/>
                    <a:pt x="59" y="6"/>
                    <a:pt x="58" y="7"/>
                  </a:cubicBezTo>
                  <a:cubicBezTo>
                    <a:pt x="58" y="7"/>
                    <a:pt x="58" y="7"/>
                    <a:pt x="57" y="8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7" y="9"/>
                    <a:pt x="56" y="10"/>
                    <a:pt x="56" y="10"/>
                  </a:cubicBezTo>
                  <a:cubicBezTo>
                    <a:pt x="56" y="10"/>
                    <a:pt x="56" y="11"/>
                    <a:pt x="55" y="11"/>
                  </a:cubicBezTo>
                  <a:cubicBezTo>
                    <a:pt x="55" y="11"/>
                    <a:pt x="55" y="12"/>
                    <a:pt x="55" y="12"/>
                  </a:cubicBezTo>
                  <a:cubicBezTo>
                    <a:pt x="55" y="12"/>
                    <a:pt x="55" y="13"/>
                    <a:pt x="54" y="13"/>
                  </a:cubicBezTo>
                  <a:cubicBezTo>
                    <a:pt x="54" y="13"/>
                    <a:pt x="53" y="14"/>
                    <a:pt x="53" y="14"/>
                  </a:cubicBezTo>
                  <a:cubicBezTo>
                    <a:pt x="52" y="15"/>
                    <a:pt x="52" y="15"/>
                    <a:pt x="51" y="16"/>
                  </a:cubicBezTo>
                  <a:cubicBezTo>
                    <a:pt x="50" y="16"/>
                    <a:pt x="50" y="16"/>
                    <a:pt x="49" y="16"/>
                  </a:cubicBezTo>
                  <a:cubicBezTo>
                    <a:pt x="48" y="17"/>
                    <a:pt x="47" y="18"/>
                    <a:pt x="46" y="18"/>
                  </a:cubicBezTo>
                  <a:cubicBezTo>
                    <a:pt x="44" y="19"/>
                    <a:pt x="43" y="19"/>
                    <a:pt x="42" y="20"/>
                  </a:cubicBezTo>
                  <a:cubicBezTo>
                    <a:pt x="42" y="20"/>
                    <a:pt x="41" y="20"/>
                    <a:pt x="4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7" y="22"/>
                    <a:pt x="37" y="22"/>
                  </a:cubicBezTo>
                  <a:cubicBezTo>
                    <a:pt x="37" y="22"/>
                    <a:pt x="36" y="22"/>
                    <a:pt x="36" y="22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4" y="23"/>
                    <a:pt x="33" y="24"/>
                    <a:pt x="32" y="24"/>
                  </a:cubicBezTo>
                  <a:cubicBezTo>
                    <a:pt x="32" y="25"/>
                    <a:pt x="31" y="25"/>
                    <a:pt x="31" y="25"/>
                  </a:cubicBezTo>
                  <a:cubicBezTo>
                    <a:pt x="30" y="26"/>
                    <a:pt x="29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8"/>
                    <a:pt x="22" y="32"/>
                    <a:pt x="21" y="31"/>
                  </a:cubicBezTo>
                  <a:cubicBezTo>
                    <a:pt x="21" y="31"/>
                    <a:pt x="21" y="31"/>
                    <a:pt x="21" y="30"/>
                  </a:cubicBezTo>
                  <a:cubicBezTo>
                    <a:pt x="21" y="29"/>
                    <a:pt x="22" y="29"/>
                    <a:pt x="23" y="29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6"/>
                    <a:pt x="25" y="26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8" y="23"/>
                    <a:pt x="29" y="22"/>
                    <a:pt x="30" y="21"/>
                  </a:cubicBezTo>
                  <a:cubicBezTo>
                    <a:pt x="31" y="20"/>
                    <a:pt x="33" y="19"/>
                    <a:pt x="34" y="18"/>
                  </a:cubicBezTo>
                  <a:cubicBezTo>
                    <a:pt x="34" y="17"/>
                    <a:pt x="35" y="17"/>
                    <a:pt x="35" y="16"/>
                  </a:cubicBezTo>
                  <a:cubicBezTo>
                    <a:pt x="35" y="16"/>
                    <a:pt x="36" y="16"/>
                    <a:pt x="36" y="15"/>
                  </a:cubicBezTo>
                  <a:cubicBezTo>
                    <a:pt x="37" y="14"/>
                    <a:pt x="39" y="14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2" y="10"/>
                    <a:pt x="43" y="10"/>
                  </a:cubicBezTo>
                  <a:cubicBezTo>
                    <a:pt x="43" y="10"/>
                    <a:pt x="44" y="9"/>
                    <a:pt x="44" y="9"/>
                  </a:cubicBezTo>
                  <a:cubicBezTo>
                    <a:pt x="44" y="9"/>
                    <a:pt x="44" y="9"/>
                    <a:pt x="45" y="8"/>
                  </a:cubicBezTo>
                  <a:cubicBezTo>
                    <a:pt x="45" y="8"/>
                    <a:pt x="46" y="8"/>
                    <a:pt x="46" y="8"/>
                  </a:cubicBezTo>
                  <a:cubicBezTo>
                    <a:pt x="46" y="7"/>
                    <a:pt x="46" y="7"/>
                    <a:pt x="47" y="7"/>
                  </a:cubicBezTo>
                  <a:cubicBezTo>
                    <a:pt x="48" y="6"/>
                    <a:pt x="49" y="6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1" y="3"/>
                    <a:pt x="51" y="3"/>
                    <a:pt x="52" y="2"/>
                  </a:cubicBezTo>
                  <a:cubicBezTo>
                    <a:pt x="53" y="2"/>
                    <a:pt x="54" y="1"/>
                    <a:pt x="54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761038" y="2216150"/>
              <a:ext cx="174625" cy="239713"/>
            </a:xfrm>
            <a:custGeom>
              <a:avLst/>
              <a:gdLst>
                <a:gd name="T0" fmla="*/ 59 w 64"/>
                <a:gd name="T1" fmla="*/ 0 h 88"/>
                <a:gd name="T2" fmla="*/ 58 w 64"/>
                <a:gd name="T3" fmla="*/ 11 h 88"/>
                <a:gd name="T4" fmla="*/ 50 w 64"/>
                <a:gd name="T5" fmla="*/ 19 h 88"/>
                <a:gd name="T6" fmla="*/ 46 w 64"/>
                <a:gd name="T7" fmla="*/ 21 h 88"/>
                <a:gd name="T8" fmla="*/ 42 w 64"/>
                <a:gd name="T9" fmla="*/ 25 h 88"/>
                <a:gd name="T10" fmla="*/ 37 w 64"/>
                <a:gd name="T11" fmla="*/ 30 h 88"/>
                <a:gd name="T12" fmla="*/ 38 w 64"/>
                <a:gd name="T13" fmla="*/ 45 h 88"/>
                <a:gd name="T14" fmla="*/ 41 w 64"/>
                <a:gd name="T15" fmla="*/ 48 h 88"/>
                <a:gd name="T16" fmla="*/ 52 w 64"/>
                <a:gd name="T17" fmla="*/ 44 h 88"/>
                <a:gd name="T18" fmla="*/ 56 w 64"/>
                <a:gd name="T19" fmla="*/ 42 h 88"/>
                <a:gd name="T20" fmla="*/ 59 w 64"/>
                <a:gd name="T21" fmla="*/ 42 h 88"/>
                <a:gd name="T22" fmla="*/ 61 w 64"/>
                <a:gd name="T23" fmla="*/ 51 h 88"/>
                <a:gd name="T24" fmla="*/ 57 w 64"/>
                <a:gd name="T25" fmla="*/ 54 h 88"/>
                <a:gd name="T26" fmla="*/ 58 w 64"/>
                <a:gd name="T27" fmla="*/ 48 h 88"/>
                <a:gd name="T28" fmla="*/ 53 w 64"/>
                <a:gd name="T29" fmla="*/ 50 h 88"/>
                <a:gd name="T30" fmla="*/ 50 w 64"/>
                <a:gd name="T31" fmla="*/ 52 h 88"/>
                <a:gd name="T32" fmla="*/ 40 w 64"/>
                <a:gd name="T33" fmla="*/ 58 h 88"/>
                <a:gd name="T34" fmla="*/ 41 w 64"/>
                <a:gd name="T35" fmla="*/ 66 h 88"/>
                <a:gd name="T36" fmla="*/ 42 w 64"/>
                <a:gd name="T37" fmla="*/ 73 h 88"/>
                <a:gd name="T38" fmla="*/ 44 w 64"/>
                <a:gd name="T39" fmla="*/ 80 h 88"/>
                <a:gd name="T40" fmla="*/ 42 w 64"/>
                <a:gd name="T41" fmla="*/ 86 h 88"/>
                <a:gd name="T42" fmla="*/ 33 w 64"/>
                <a:gd name="T43" fmla="*/ 87 h 88"/>
                <a:gd name="T44" fmla="*/ 27 w 64"/>
                <a:gd name="T45" fmla="*/ 85 h 88"/>
                <a:gd name="T46" fmla="*/ 32 w 64"/>
                <a:gd name="T47" fmla="*/ 81 h 88"/>
                <a:gd name="T48" fmla="*/ 35 w 64"/>
                <a:gd name="T49" fmla="*/ 79 h 88"/>
                <a:gd name="T50" fmla="*/ 34 w 64"/>
                <a:gd name="T51" fmla="*/ 66 h 88"/>
                <a:gd name="T52" fmla="*/ 31 w 64"/>
                <a:gd name="T53" fmla="*/ 61 h 88"/>
                <a:gd name="T54" fmla="*/ 32 w 64"/>
                <a:gd name="T55" fmla="*/ 62 h 88"/>
                <a:gd name="T56" fmla="*/ 23 w 64"/>
                <a:gd name="T57" fmla="*/ 68 h 88"/>
                <a:gd name="T58" fmla="*/ 17 w 64"/>
                <a:gd name="T59" fmla="*/ 71 h 88"/>
                <a:gd name="T60" fmla="*/ 14 w 64"/>
                <a:gd name="T61" fmla="*/ 73 h 88"/>
                <a:gd name="T62" fmla="*/ 13 w 64"/>
                <a:gd name="T63" fmla="*/ 63 h 88"/>
                <a:gd name="T64" fmla="*/ 18 w 64"/>
                <a:gd name="T65" fmla="*/ 60 h 88"/>
                <a:gd name="T66" fmla="*/ 26 w 64"/>
                <a:gd name="T67" fmla="*/ 56 h 88"/>
                <a:gd name="T68" fmla="*/ 28 w 64"/>
                <a:gd name="T69" fmla="*/ 55 h 88"/>
                <a:gd name="T70" fmla="*/ 32 w 64"/>
                <a:gd name="T71" fmla="*/ 51 h 88"/>
                <a:gd name="T72" fmla="*/ 31 w 64"/>
                <a:gd name="T73" fmla="*/ 46 h 88"/>
                <a:gd name="T74" fmla="*/ 32 w 64"/>
                <a:gd name="T75" fmla="*/ 39 h 88"/>
                <a:gd name="T76" fmla="*/ 32 w 64"/>
                <a:gd name="T77" fmla="*/ 32 h 88"/>
                <a:gd name="T78" fmla="*/ 33 w 64"/>
                <a:gd name="T79" fmla="*/ 28 h 88"/>
                <a:gd name="T80" fmla="*/ 40 w 64"/>
                <a:gd name="T81" fmla="*/ 19 h 88"/>
                <a:gd name="T82" fmla="*/ 50 w 64"/>
                <a:gd name="T83" fmla="*/ 8 h 88"/>
                <a:gd name="T84" fmla="*/ 49 w 64"/>
                <a:gd name="T85" fmla="*/ 6 h 88"/>
                <a:gd name="T86" fmla="*/ 44 w 64"/>
                <a:gd name="T87" fmla="*/ 6 h 88"/>
                <a:gd name="T88" fmla="*/ 41 w 64"/>
                <a:gd name="T89" fmla="*/ 9 h 88"/>
                <a:gd name="T90" fmla="*/ 36 w 64"/>
                <a:gd name="T91" fmla="*/ 12 h 88"/>
                <a:gd name="T92" fmla="*/ 29 w 64"/>
                <a:gd name="T93" fmla="*/ 16 h 88"/>
                <a:gd name="T94" fmla="*/ 21 w 64"/>
                <a:gd name="T95" fmla="*/ 22 h 88"/>
                <a:gd name="T96" fmla="*/ 13 w 64"/>
                <a:gd name="T97" fmla="*/ 27 h 88"/>
                <a:gd name="T98" fmla="*/ 9 w 64"/>
                <a:gd name="T99" fmla="*/ 28 h 88"/>
                <a:gd name="T100" fmla="*/ 1 w 64"/>
                <a:gd name="T101" fmla="*/ 26 h 88"/>
                <a:gd name="T102" fmla="*/ 5 w 64"/>
                <a:gd name="T103" fmla="*/ 20 h 88"/>
                <a:gd name="T104" fmla="*/ 12 w 64"/>
                <a:gd name="T105" fmla="*/ 17 h 88"/>
                <a:gd name="T106" fmla="*/ 19 w 64"/>
                <a:gd name="T107" fmla="*/ 14 h 88"/>
                <a:gd name="T108" fmla="*/ 27 w 64"/>
                <a:gd name="T109" fmla="*/ 10 h 88"/>
                <a:gd name="T110" fmla="*/ 34 w 64"/>
                <a:gd name="T111" fmla="*/ 7 h 88"/>
                <a:gd name="T112" fmla="*/ 45 w 64"/>
                <a:gd name="T113" fmla="*/ 3 h 88"/>
                <a:gd name="T114" fmla="*/ 51 w 64"/>
                <a:gd name="T115" fmla="*/ 1 h 88"/>
                <a:gd name="T116" fmla="*/ 53 w 64"/>
                <a:gd name="T1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" h="88">
                  <a:moveTo>
                    <a:pt x="53" y="0"/>
                  </a:moveTo>
                  <a:cubicBezTo>
                    <a:pt x="54" y="0"/>
                    <a:pt x="55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61" y="0"/>
                    <a:pt x="62" y="3"/>
                    <a:pt x="62" y="5"/>
                  </a:cubicBezTo>
                  <a:cubicBezTo>
                    <a:pt x="62" y="6"/>
                    <a:pt x="62" y="6"/>
                    <a:pt x="61" y="7"/>
                  </a:cubicBezTo>
                  <a:cubicBezTo>
                    <a:pt x="61" y="9"/>
                    <a:pt x="59" y="9"/>
                    <a:pt x="58" y="11"/>
                  </a:cubicBezTo>
                  <a:cubicBezTo>
                    <a:pt x="57" y="12"/>
                    <a:pt x="56" y="14"/>
                    <a:pt x="55" y="15"/>
                  </a:cubicBezTo>
                  <a:cubicBezTo>
                    <a:pt x="54" y="16"/>
                    <a:pt x="54" y="16"/>
                    <a:pt x="53" y="17"/>
                  </a:cubicBezTo>
                  <a:cubicBezTo>
                    <a:pt x="52" y="18"/>
                    <a:pt x="51" y="19"/>
                    <a:pt x="50" y="19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0"/>
                    <a:pt x="47" y="21"/>
                  </a:cubicBezTo>
                  <a:cubicBezTo>
                    <a:pt x="47" y="21"/>
                    <a:pt x="47" y="21"/>
                    <a:pt x="46" y="21"/>
                  </a:cubicBezTo>
                  <a:cubicBezTo>
                    <a:pt x="46" y="22"/>
                    <a:pt x="45" y="22"/>
                    <a:pt x="44" y="23"/>
                  </a:cubicBezTo>
                  <a:cubicBezTo>
                    <a:pt x="44" y="23"/>
                    <a:pt x="43" y="23"/>
                    <a:pt x="43" y="24"/>
                  </a:cubicBezTo>
                  <a:cubicBezTo>
                    <a:pt x="43" y="24"/>
                    <a:pt x="42" y="24"/>
                    <a:pt x="42" y="25"/>
                  </a:cubicBezTo>
                  <a:cubicBezTo>
                    <a:pt x="41" y="25"/>
                    <a:pt x="41" y="26"/>
                    <a:pt x="40" y="26"/>
                  </a:cubicBezTo>
                  <a:cubicBezTo>
                    <a:pt x="40" y="27"/>
                    <a:pt x="38" y="27"/>
                    <a:pt x="38" y="28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7" y="31"/>
                    <a:pt x="37" y="32"/>
                    <a:pt x="37" y="32"/>
                  </a:cubicBezTo>
                  <a:cubicBezTo>
                    <a:pt x="37" y="33"/>
                    <a:pt x="37" y="35"/>
                    <a:pt x="37" y="36"/>
                  </a:cubicBezTo>
                  <a:cubicBezTo>
                    <a:pt x="37" y="39"/>
                    <a:pt x="37" y="42"/>
                    <a:pt x="38" y="45"/>
                  </a:cubicBezTo>
                  <a:cubicBezTo>
                    <a:pt x="38" y="46"/>
                    <a:pt x="37" y="47"/>
                    <a:pt x="38" y="48"/>
                  </a:cubicBezTo>
                  <a:cubicBezTo>
                    <a:pt x="38" y="49"/>
                    <a:pt x="39" y="49"/>
                    <a:pt x="39" y="49"/>
                  </a:cubicBezTo>
                  <a:cubicBezTo>
                    <a:pt x="40" y="49"/>
                    <a:pt x="40" y="48"/>
                    <a:pt x="41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7"/>
                    <a:pt x="46" y="46"/>
                    <a:pt x="48" y="45"/>
                  </a:cubicBezTo>
                  <a:cubicBezTo>
                    <a:pt x="49" y="45"/>
                    <a:pt x="50" y="44"/>
                    <a:pt x="52" y="44"/>
                  </a:cubicBezTo>
                  <a:cubicBezTo>
                    <a:pt x="52" y="43"/>
                    <a:pt x="54" y="43"/>
                    <a:pt x="54" y="43"/>
                  </a:cubicBezTo>
                  <a:cubicBezTo>
                    <a:pt x="55" y="43"/>
                    <a:pt x="55" y="43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7" y="42"/>
                    <a:pt x="57" y="42"/>
                  </a:cubicBezTo>
                  <a:cubicBezTo>
                    <a:pt x="57" y="42"/>
                    <a:pt x="57" y="42"/>
                    <a:pt x="58" y="42"/>
                  </a:cubicBezTo>
                  <a:cubicBezTo>
                    <a:pt x="58" y="42"/>
                    <a:pt x="59" y="42"/>
                    <a:pt x="59" y="42"/>
                  </a:cubicBezTo>
                  <a:cubicBezTo>
                    <a:pt x="62" y="40"/>
                    <a:pt x="64" y="45"/>
                    <a:pt x="64" y="47"/>
                  </a:cubicBezTo>
                  <a:cubicBezTo>
                    <a:pt x="63" y="48"/>
                    <a:pt x="63" y="48"/>
                    <a:pt x="62" y="49"/>
                  </a:cubicBezTo>
                  <a:cubicBezTo>
                    <a:pt x="62" y="50"/>
                    <a:pt x="62" y="50"/>
                    <a:pt x="61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4"/>
                    <a:pt x="57" y="55"/>
                    <a:pt x="57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53"/>
                    <a:pt x="56" y="53"/>
                    <a:pt x="56" y="52"/>
                  </a:cubicBezTo>
                  <a:cubicBezTo>
                    <a:pt x="57" y="51"/>
                    <a:pt x="61" y="49"/>
                    <a:pt x="58" y="48"/>
                  </a:cubicBezTo>
                  <a:cubicBezTo>
                    <a:pt x="58" y="47"/>
                    <a:pt x="57" y="48"/>
                    <a:pt x="57" y="48"/>
                  </a:cubicBezTo>
                  <a:cubicBezTo>
                    <a:pt x="56" y="48"/>
                    <a:pt x="56" y="49"/>
                    <a:pt x="55" y="49"/>
                  </a:cubicBezTo>
                  <a:cubicBezTo>
                    <a:pt x="55" y="49"/>
                    <a:pt x="54" y="50"/>
                    <a:pt x="53" y="50"/>
                  </a:cubicBezTo>
                  <a:cubicBezTo>
                    <a:pt x="53" y="50"/>
                    <a:pt x="52" y="50"/>
                    <a:pt x="52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9" y="52"/>
                    <a:pt x="48" y="53"/>
                    <a:pt x="48" y="53"/>
                  </a:cubicBezTo>
                  <a:cubicBezTo>
                    <a:pt x="47" y="53"/>
                    <a:pt x="47" y="54"/>
                    <a:pt x="47" y="54"/>
                  </a:cubicBezTo>
                  <a:cubicBezTo>
                    <a:pt x="45" y="55"/>
                    <a:pt x="41" y="56"/>
                    <a:pt x="40" y="58"/>
                  </a:cubicBezTo>
                  <a:cubicBezTo>
                    <a:pt x="40" y="59"/>
                    <a:pt x="40" y="59"/>
                    <a:pt x="40" y="60"/>
                  </a:cubicBezTo>
                  <a:cubicBezTo>
                    <a:pt x="40" y="61"/>
                    <a:pt x="40" y="62"/>
                    <a:pt x="40" y="63"/>
                  </a:cubicBezTo>
                  <a:cubicBezTo>
                    <a:pt x="41" y="64"/>
                    <a:pt x="41" y="65"/>
                    <a:pt x="41" y="66"/>
                  </a:cubicBezTo>
                  <a:cubicBezTo>
                    <a:pt x="42" y="67"/>
                    <a:pt x="42" y="68"/>
                    <a:pt x="42" y="69"/>
                  </a:cubicBezTo>
                  <a:cubicBezTo>
                    <a:pt x="42" y="69"/>
                    <a:pt x="42" y="70"/>
                    <a:pt x="42" y="71"/>
                  </a:cubicBezTo>
                  <a:cubicBezTo>
                    <a:pt x="42" y="72"/>
                    <a:pt x="42" y="72"/>
                    <a:pt x="42" y="73"/>
                  </a:cubicBezTo>
                  <a:cubicBezTo>
                    <a:pt x="43" y="74"/>
                    <a:pt x="43" y="76"/>
                    <a:pt x="43" y="77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44" y="78"/>
                    <a:pt x="44" y="79"/>
                    <a:pt x="44" y="80"/>
                  </a:cubicBezTo>
                  <a:cubicBezTo>
                    <a:pt x="44" y="81"/>
                    <a:pt x="43" y="82"/>
                    <a:pt x="43" y="82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43" y="84"/>
                    <a:pt x="43" y="85"/>
                    <a:pt x="42" y="86"/>
                  </a:cubicBezTo>
                  <a:cubicBezTo>
                    <a:pt x="41" y="86"/>
                    <a:pt x="40" y="87"/>
                    <a:pt x="39" y="87"/>
                  </a:cubicBezTo>
                  <a:cubicBezTo>
                    <a:pt x="38" y="87"/>
                    <a:pt x="38" y="87"/>
                    <a:pt x="37" y="87"/>
                  </a:cubicBezTo>
                  <a:cubicBezTo>
                    <a:pt x="36" y="87"/>
                    <a:pt x="34" y="88"/>
                    <a:pt x="33" y="87"/>
                  </a:cubicBezTo>
                  <a:cubicBezTo>
                    <a:pt x="32" y="87"/>
                    <a:pt x="31" y="86"/>
                    <a:pt x="30" y="86"/>
                  </a:cubicBezTo>
                  <a:cubicBezTo>
                    <a:pt x="29" y="86"/>
                    <a:pt x="29" y="86"/>
                    <a:pt x="28" y="86"/>
                  </a:cubicBezTo>
                  <a:cubicBezTo>
                    <a:pt x="28" y="86"/>
                    <a:pt x="27" y="86"/>
                    <a:pt x="27" y="85"/>
                  </a:cubicBezTo>
                  <a:cubicBezTo>
                    <a:pt x="27" y="85"/>
                    <a:pt x="26" y="85"/>
                    <a:pt x="26" y="85"/>
                  </a:cubicBezTo>
                  <a:cubicBezTo>
                    <a:pt x="26" y="85"/>
                    <a:pt x="26" y="84"/>
                    <a:pt x="26" y="84"/>
                  </a:cubicBezTo>
                  <a:cubicBezTo>
                    <a:pt x="27" y="83"/>
                    <a:pt x="31" y="81"/>
                    <a:pt x="32" y="81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3" y="80"/>
                    <a:pt x="34" y="80"/>
                  </a:cubicBezTo>
                  <a:cubicBezTo>
                    <a:pt x="34" y="80"/>
                    <a:pt x="34" y="79"/>
                    <a:pt x="35" y="79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77"/>
                    <a:pt x="35" y="76"/>
                    <a:pt x="35" y="76"/>
                  </a:cubicBezTo>
                  <a:cubicBezTo>
                    <a:pt x="35" y="73"/>
                    <a:pt x="34" y="69"/>
                    <a:pt x="34" y="66"/>
                  </a:cubicBezTo>
                  <a:cubicBezTo>
                    <a:pt x="34" y="65"/>
                    <a:pt x="34" y="65"/>
                    <a:pt x="33" y="64"/>
                  </a:cubicBezTo>
                  <a:cubicBezTo>
                    <a:pt x="33" y="64"/>
                    <a:pt x="33" y="63"/>
                    <a:pt x="32" y="63"/>
                  </a:cubicBezTo>
                  <a:cubicBezTo>
                    <a:pt x="32" y="62"/>
                    <a:pt x="32" y="61"/>
                    <a:pt x="3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1" y="61"/>
                    <a:pt x="31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0" y="64"/>
                    <a:pt x="29" y="65"/>
                    <a:pt x="27" y="66"/>
                  </a:cubicBezTo>
                  <a:cubicBezTo>
                    <a:pt x="26" y="66"/>
                    <a:pt x="26" y="67"/>
                    <a:pt x="26" y="67"/>
                  </a:cubicBezTo>
                  <a:cubicBezTo>
                    <a:pt x="25" y="68"/>
                    <a:pt x="24" y="68"/>
                    <a:pt x="23" y="68"/>
                  </a:cubicBezTo>
                  <a:cubicBezTo>
                    <a:pt x="23" y="68"/>
                    <a:pt x="22" y="69"/>
                    <a:pt x="22" y="69"/>
                  </a:cubicBezTo>
                  <a:cubicBezTo>
                    <a:pt x="21" y="70"/>
                    <a:pt x="20" y="70"/>
                    <a:pt x="19" y="70"/>
                  </a:cubicBezTo>
                  <a:cubicBezTo>
                    <a:pt x="19" y="71"/>
                    <a:pt x="18" y="71"/>
                    <a:pt x="17" y="71"/>
                  </a:cubicBezTo>
                  <a:cubicBezTo>
                    <a:pt x="17" y="71"/>
                    <a:pt x="17" y="71"/>
                    <a:pt x="16" y="72"/>
                  </a:cubicBezTo>
                  <a:cubicBezTo>
                    <a:pt x="15" y="72"/>
                    <a:pt x="15" y="72"/>
                    <a:pt x="14" y="72"/>
                  </a:cubicBezTo>
                  <a:cubicBezTo>
                    <a:pt x="14" y="72"/>
                    <a:pt x="14" y="72"/>
                    <a:pt x="14" y="73"/>
                  </a:cubicBezTo>
                  <a:cubicBezTo>
                    <a:pt x="13" y="72"/>
                    <a:pt x="13" y="71"/>
                    <a:pt x="12" y="71"/>
                  </a:cubicBezTo>
                  <a:cubicBezTo>
                    <a:pt x="11" y="70"/>
                    <a:pt x="9" y="72"/>
                    <a:pt x="8" y="70"/>
                  </a:cubicBezTo>
                  <a:cubicBezTo>
                    <a:pt x="6" y="68"/>
                    <a:pt x="11" y="64"/>
                    <a:pt x="13" y="63"/>
                  </a:cubicBezTo>
                  <a:cubicBezTo>
                    <a:pt x="13" y="63"/>
                    <a:pt x="13" y="63"/>
                    <a:pt x="14" y="63"/>
                  </a:cubicBezTo>
                  <a:cubicBezTo>
                    <a:pt x="15" y="62"/>
                    <a:pt x="16" y="61"/>
                    <a:pt x="17" y="61"/>
                  </a:cubicBezTo>
                  <a:cubicBezTo>
                    <a:pt x="17" y="61"/>
                    <a:pt x="18" y="60"/>
                    <a:pt x="18" y="60"/>
                  </a:cubicBezTo>
                  <a:cubicBezTo>
                    <a:pt x="19" y="59"/>
                    <a:pt x="20" y="59"/>
                    <a:pt x="21" y="59"/>
                  </a:cubicBezTo>
                  <a:cubicBezTo>
                    <a:pt x="21" y="58"/>
                    <a:pt x="22" y="58"/>
                    <a:pt x="23" y="57"/>
                  </a:cubicBezTo>
                  <a:cubicBezTo>
                    <a:pt x="24" y="57"/>
                    <a:pt x="25" y="56"/>
                    <a:pt x="26" y="56"/>
                  </a:cubicBezTo>
                  <a:cubicBezTo>
                    <a:pt x="26" y="56"/>
                    <a:pt x="27" y="56"/>
                    <a:pt x="28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55"/>
                    <a:pt x="30" y="54"/>
                    <a:pt x="31" y="54"/>
                  </a:cubicBezTo>
                  <a:cubicBezTo>
                    <a:pt x="31" y="53"/>
                    <a:pt x="31" y="52"/>
                    <a:pt x="32" y="51"/>
                  </a:cubicBezTo>
                  <a:cubicBezTo>
                    <a:pt x="31" y="50"/>
                    <a:pt x="31" y="50"/>
                    <a:pt x="31" y="49"/>
                  </a:cubicBezTo>
                  <a:cubicBezTo>
                    <a:pt x="31" y="49"/>
                    <a:pt x="32" y="48"/>
                    <a:pt x="32" y="48"/>
                  </a:cubicBezTo>
                  <a:cubicBezTo>
                    <a:pt x="32" y="47"/>
                    <a:pt x="31" y="46"/>
                    <a:pt x="31" y="46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2"/>
                    <a:pt x="31" y="41"/>
                    <a:pt x="32" y="41"/>
                  </a:cubicBezTo>
                  <a:cubicBezTo>
                    <a:pt x="32" y="40"/>
                    <a:pt x="32" y="40"/>
                    <a:pt x="32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2" y="36"/>
                    <a:pt x="32" y="35"/>
                    <a:pt x="32" y="33"/>
                  </a:cubicBezTo>
                  <a:cubicBezTo>
                    <a:pt x="32" y="33"/>
                    <a:pt x="32" y="32"/>
                    <a:pt x="32" y="32"/>
                  </a:cubicBezTo>
                  <a:cubicBezTo>
                    <a:pt x="32" y="32"/>
                    <a:pt x="32" y="31"/>
                    <a:pt x="33" y="31"/>
                  </a:cubicBezTo>
                  <a:cubicBezTo>
                    <a:pt x="33" y="30"/>
                    <a:pt x="33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6"/>
                    <a:pt x="35" y="25"/>
                  </a:cubicBezTo>
                  <a:cubicBezTo>
                    <a:pt x="35" y="23"/>
                    <a:pt x="37" y="22"/>
                    <a:pt x="38" y="21"/>
                  </a:cubicBezTo>
                  <a:cubicBezTo>
                    <a:pt x="39" y="20"/>
                    <a:pt x="39" y="20"/>
                    <a:pt x="40" y="19"/>
                  </a:cubicBezTo>
                  <a:cubicBezTo>
                    <a:pt x="41" y="18"/>
                    <a:pt x="42" y="16"/>
                    <a:pt x="43" y="15"/>
                  </a:cubicBezTo>
                  <a:cubicBezTo>
                    <a:pt x="44" y="14"/>
                    <a:pt x="44" y="13"/>
                    <a:pt x="45" y="13"/>
                  </a:cubicBezTo>
                  <a:cubicBezTo>
                    <a:pt x="47" y="11"/>
                    <a:pt x="49" y="10"/>
                    <a:pt x="50" y="8"/>
                  </a:cubicBezTo>
                  <a:cubicBezTo>
                    <a:pt x="50" y="8"/>
                    <a:pt x="51" y="5"/>
                    <a:pt x="51" y="5"/>
                  </a:cubicBezTo>
                  <a:cubicBezTo>
                    <a:pt x="51" y="3"/>
                    <a:pt x="48" y="4"/>
                    <a:pt x="48" y="4"/>
                  </a:cubicBezTo>
                  <a:cubicBezTo>
                    <a:pt x="48" y="5"/>
                    <a:pt x="49" y="5"/>
                    <a:pt x="49" y="6"/>
                  </a:cubicBezTo>
                  <a:cubicBezTo>
                    <a:pt x="50" y="6"/>
                    <a:pt x="50" y="6"/>
                    <a:pt x="49" y="7"/>
                  </a:cubicBezTo>
                  <a:cubicBezTo>
                    <a:pt x="48" y="7"/>
                    <a:pt x="45" y="6"/>
                    <a:pt x="45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10"/>
                    <a:pt x="39" y="11"/>
                    <a:pt x="38" y="11"/>
                  </a:cubicBezTo>
                  <a:cubicBezTo>
                    <a:pt x="38" y="11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5" y="13"/>
                    <a:pt x="35" y="13"/>
                    <a:pt x="34" y="13"/>
                  </a:cubicBezTo>
                  <a:cubicBezTo>
                    <a:pt x="33" y="13"/>
                    <a:pt x="33" y="14"/>
                    <a:pt x="32" y="15"/>
                  </a:cubicBezTo>
                  <a:cubicBezTo>
                    <a:pt x="31" y="15"/>
                    <a:pt x="30" y="16"/>
                    <a:pt x="29" y="16"/>
                  </a:cubicBezTo>
                  <a:cubicBezTo>
                    <a:pt x="29" y="17"/>
                    <a:pt x="28" y="17"/>
                    <a:pt x="28" y="17"/>
                  </a:cubicBezTo>
                  <a:cubicBezTo>
                    <a:pt x="27" y="18"/>
                    <a:pt x="26" y="18"/>
                    <a:pt x="25" y="19"/>
                  </a:cubicBezTo>
                  <a:cubicBezTo>
                    <a:pt x="23" y="20"/>
                    <a:pt x="23" y="21"/>
                    <a:pt x="21" y="22"/>
                  </a:cubicBezTo>
                  <a:cubicBezTo>
                    <a:pt x="21" y="23"/>
                    <a:pt x="20" y="23"/>
                    <a:pt x="20" y="24"/>
                  </a:cubicBezTo>
                  <a:cubicBezTo>
                    <a:pt x="19" y="25"/>
                    <a:pt x="18" y="25"/>
                    <a:pt x="17" y="26"/>
                  </a:cubicBezTo>
                  <a:cubicBezTo>
                    <a:pt x="16" y="26"/>
                    <a:pt x="15" y="27"/>
                    <a:pt x="13" y="27"/>
                  </a:cubicBezTo>
                  <a:cubicBezTo>
                    <a:pt x="13" y="27"/>
                    <a:pt x="12" y="27"/>
                    <a:pt x="12" y="28"/>
                  </a:cubicBezTo>
                  <a:cubicBezTo>
                    <a:pt x="11" y="28"/>
                    <a:pt x="11" y="28"/>
                    <a:pt x="10" y="28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8" y="28"/>
                    <a:pt x="6" y="28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2" y="27"/>
                    <a:pt x="1" y="26"/>
                    <a:pt x="1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2"/>
                    <a:pt x="1" y="21"/>
                    <a:pt x="3" y="20"/>
                  </a:cubicBezTo>
                  <a:cubicBezTo>
                    <a:pt x="4" y="20"/>
                    <a:pt x="4" y="20"/>
                    <a:pt x="5" y="20"/>
                  </a:cubicBezTo>
                  <a:cubicBezTo>
                    <a:pt x="6" y="20"/>
                    <a:pt x="6" y="19"/>
                    <a:pt x="8" y="19"/>
                  </a:cubicBezTo>
                  <a:cubicBezTo>
                    <a:pt x="8" y="19"/>
                    <a:pt x="8" y="18"/>
                    <a:pt x="8" y="18"/>
                  </a:cubicBezTo>
                  <a:cubicBezTo>
                    <a:pt x="9" y="18"/>
                    <a:pt x="10" y="17"/>
                    <a:pt x="12" y="17"/>
                  </a:cubicBezTo>
                  <a:cubicBezTo>
                    <a:pt x="12" y="17"/>
                    <a:pt x="13" y="16"/>
                    <a:pt x="14" y="16"/>
                  </a:cubicBezTo>
                  <a:cubicBezTo>
                    <a:pt x="15" y="16"/>
                    <a:pt x="15" y="15"/>
                    <a:pt x="16" y="15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1" y="12"/>
                    <a:pt x="22" y="12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1"/>
                    <a:pt x="26" y="10"/>
                    <a:pt x="27" y="10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30" y="9"/>
                    <a:pt x="31" y="8"/>
                    <a:pt x="32" y="8"/>
                  </a:cubicBezTo>
                  <a:cubicBezTo>
                    <a:pt x="33" y="7"/>
                    <a:pt x="33" y="7"/>
                    <a:pt x="34" y="7"/>
                  </a:cubicBezTo>
                  <a:cubicBezTo>
                    <a:pt x="34" y="7"/>
                    <a:pt x="35" y="7"/>
                    <a:pt x="35" y="6"/>
                  </a:cubicBezTo>
                  <a:cubicBezTo>
                    <a:pt x="37" y="6"/>
                    <a:pt x="38" y="5"/>
                    <a:pt x="40" y="4"/>
                  </a:cubicBezTo>
                  <a:cubicBezTo>
                    <a:pt x="41" y="3"/>
                    <a:pt x="43" y="3"/>
                    <a:pt x="45" y="3"/>
                  </a:cubicBezTo>
                  <a:cubicBezTo>
                    <a:pt x="45" y="2"/>
                    <a:pt x="47" y="2"/>
                    <a:pt x="48" y="2"/>
                  </a:cubicBezTo>
                  <a:cubicBezTo>
                    <a:pt x="48" y="2"/>
                    <a:pt x="49" y="2"/>
                    <a:pt x="49" y="1"/>
                  </a:cubicBezTo>
                  <a:cubicBezTo>
                    <a:pt x="50" y="1"/>
                    <a:pt x="51" y="1"/>
                    <a:pt x="51" y="1"/>
                  </a:cubicBezTo>
                  <a:cubicBezTo>
                    <a:pt x="52" y="1"/>
                    <a:pt x="52" y="1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4862513" y="3144838"/>
              <a:ext cx="236538" cy="306388"/>
            </a:xfrm>
            <a:custGeom>
              <a:avLst/>
              <a:gdLst>
                <a:gd name="T0" fmla="*/ 32 w 87"/>
                <a:gd name="T1" fmla="*/ 24 h 112"/>
                <a:gd name="T2" fmla="*/ 38 w 87"/>
                <a:gd name="T3" fmla="*/ 36 h 112"/>
                <a:gd name="T4" fmla="*/ 46 w 87"/>
                <a:gd name="T5" fmla="*/ 46 h 112"/>
                <a:gd name="T6" fmla="*/ 56 w 87"/>
                <a:gd name="T7" fmla="*/ 56 h 112"/>
                <a:gd name="T8" fmla="*/ 63 w 87"/>
                <a:gd name="T9" fmla="*/ 65 h 112"/>
                <a:gd name="T10" fmla="*/ 69 w 87"/>
                <a:gd name="T11" fmla="*/ 68 h 112"/>
                <a:gd name="T12" fmla="*/ 74 w 87"/>
                <a:gd name="T13" fmla="*/ 56 h 112"/>
                <a:gd name="T14" fmla="*/ 80 w 87"/>
                <a:gd name="T15" fmla="*/ 56 h 112"/>
                <a:gd name="T16" fmla="*/ 73 w 87"/>
                <a:gd name="T17" fmla="*/ 48 h 112"/>
                <a:gd name="T18" fmla="*/ 64 w 87"/>
                <a:gd name="T19" fmla="*/ 41 h 112"/>
                <a:gd name="T20" fmla="*/ 51 w 87"/>
                <a:gd name="T21" fmla="*/ 29 h 112"/>
                <a:gd name="T22" fmla="*/ 41 w 87"/>
                <a:gd name="T23" fmla="*/ 19 h 112"/>
                <a:gd name="T24" fmla="*/ 14 w 87"/>
                <a:gd name="T25" fmla="*/ 49 h 112"/>
                <a:gd name="T26" fmla="*/ 18 w 87"/>
                <a:gd name="T27" fmla="*/ 65 h 112"/>
                <a:gd name="T28" fmla="*/ 29 w 87"/>
                <a:gd name="T29" fmla="*/ 68 h 112"/>
                <a:gd name="T30" fmla="*/ 30 w 87"/>
                <a:gd name="T31" fmla="*/ 62 h 112"/>
                <a:gd name="T32" fmla="*/ 30 w 87"/>
                <a:gd name="T33" fmla="*/ 51 h 112"/>
                <a:gd name="T34" fmla="*/ 28 w 87"/>
                <a:gd name="T35" fmla="*/ 37 h 112"/>
                <a:gd name="T36" fmla="*/ 21 w 87"/>
                <a:gd name="T37" fmla="*/ 40 h 112"/>
                <a:gd name="T38" fmla="*/ 22 w 87"/>
                <a:gd name="T39" fmla="*/ 55 h 112"/>
                <a:gd name="T40" fmla="*/ 16 w 87"/>
                <a:gd name="T41" fmla="*/ 46 h 112"/>
                <a:gd name="T42" fmla="*/ 13 w 87"/>
                <a:gd name="T43" fmla="*/ 42 h 112"/>
                <a:gd name="T44" fmla="*/ 4 w 87"/>
                <a:gd name="T45" fmla="*/ 6 h 112"/>
                <a:gd name="T46" fmla="*/ 13 w 87"/>
                <a:gd name="T47" fmla="*/ 7 h 112"/>
                <a:gd name="T48" fmla="*/ 11 w 87"/>
                <a:gd name="T49" fmla="*/ 23 h 112"/>
                <a:gd name="T50" fmla="*/ 15 w 87"/>
                <a:gd name="T51" fmla="*/ 27 h 112"/>
                <a:gd name="T52" fmla="*/ 24 w 87"/>
                <a:gd name="T53" fmla="*/ 25 h 112"/>
                <a:gd name="T54" fmla="*/ 30 w 87"/>
                <a:gd name="T55" fmla="*/ 18 h 112"/>
                <a:gd name="T56" fmla="*/ 40 w 87"/>
                <a:gd name="T57" fmla="*/ 12 h 112"/>
                <a:gd name="T58" fmla="*/ 51 w 87"/>
                <a:gd name="T59" fmla="*/ 22 h 112"/>
                <a:gd name="T60" fmla="*/ 66 w 87"/>
                <a:gd name="T61" fmla="*/ 33 h 112"/>
                <a:gd name="T62" fmla="*/ 80 w 87"/>
                <a:gd name="T63" fmla="*/ 44 h 112"/>
                <a:gd name="T64" fmla="*/ 87 w 87"/>
                <a:gd name="T65" fmla="*/ 56 h 112"/>
                <a:gd name="T66" fmla="*/ 78 w 87"/>
                <a:gd name="T67" fmla="*/ 70 h 112"/>
                <a:gd name="T68" fmla="*/ 81 w 87"/>
                <a:gd name="T69" fmla="*/ 87 h 112"/>
                <a:gd name="T70" fmla="*/ 71 w 87"/>
                <a:gd name="T71" fmla="*/ 93 h 112"/>
                <a:gd name="T72" fmla="*/ 62 w 87"/>
                <a:gd name="T73" fmla="*/ 77 h 112"/>
                <a:gd name="T74" fmla="*/ 55 w 87"/>
                <a:gd name="T75" fmla="*/ 68 h 112"/>
                <a:gd name="T76" fmla="*/ 44 w 87"/>
                <a:gd name="T77" fmla="*/ 54 h 112"/>
                <a:gd name="T78" fmla="*/ 37 w 87"/>
                <a:gd name="T79" fmla="*/ 46 h 112"/>
                <a:gd name="T80" fmla="*/ 40 w 87"/>
                <a:gd name="T81" fmla="*/ 59 h 112"/>
                <a:gd name="T82" fmla="*/ 48 w 87"/>
                <a:gd name="T83" fmla="*/ 73 h 112"/>
                <a:gd name="T84" fmla="*/ 52 w 87"/>
                <a:gd name="T85" fmla="*/ 85 h 112"/>
                <a:gd name="T86" fmla="*/ 52 w 87"/>
                <a:gd name="T87" fmla="*/ 94 h 112"/>
                <a:gd name="T88" fmla="*/ 62 w 87"/>
                <a:gd name="T89" fmla="*/ 100 h 112"/>
                <a:gd name="T90" fmla="*/ 64 w 87"/>
                <a:gd name="T91" fmla="*/ 109 h 112"/>
                <a:gd name="T92" fmla="*/ 49 w 87"/>
                <a:gd name="T93" fmla="*/ 112 h 112"/>
                <a:gd name="T94" fmla="*/ 38 w 87"/>
                <a:gd name="T95" fmla="*/ 106 h 112"/>
                <a:gd name="T96" fmla="*/ 42 w 87"/>
                <a:gd name="T97" fmla="*/ 95 h 112"/>
                <a:gd name="T98" fmla="*/ 29 w 87"/>
                <a:gd name="T99" fmla="*/ 78 h 112"/>
                <a:gd name="T100" fmla="*/ 13 w 87"/>
                <a:gd name="T101" fmla="*/ 71 h 112"/>
                <a:gd name="T102" fmla="*/ 3 w 87"/>
                <a:gd name="T103" fmla="*/ 76 h 112"/>
                <a:gd name="T104" fmla="*/ 1 w 87"/>
                <a:gd name="T105" fmla="*/ 61 h 112"/>
                <a:gd name="T106" fmla="*/ 0 w 87"/>
                <a:gd name="T107" fmla="*/ 53 h 112"/>
                <a:gd name="T108" fmla="*/ 0 w 87"/>
                <a:gd name="T109" fmla="*/ 43 h 112"/>
                <a:gd name="T110" fmla="*/ 0 w 87"/>
                <a:gd name="T111" fmla="*/ 31 h 112"/>
                <a:gd name="T112" fmla="*/ 2 w 87"/>
                <a:gd name="T113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7" h="112">
                  <a:moveTo>
                    <a:pt x="33" y="15"/>
                  </a:moveTo>
                  <a:cubicBezTo>
                    <a:pt x="33" y="16"/>
                    <a:pt x="33" y="16"/>
                    <a:pt x="33" y="17"/>
                  </a:cubicBezTo>
                  <a:cubicBezTo>
                    <a:pt x="33" y="17"/>
                    <a:pt x="33" y="17"/>
                    <a:pt x="33" y="18"/>
                  </a:cubicBezTo>
                  <a:cubicBezTo>
                    <a:pt x="32" y="18"/>
                    <a:pt x="32" y="19"/>
                    <a:pt x="32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3"/>
                    <a:pt x="32" y="23"/>
                    <a:pt x="32" y="24"/>
                  </a:cubicBezTo>
                  <a:cubicBezTo>
                    <a:pt x="32" y="24"/>
                    <a:pt x="32" y="25"/>
                    <a:pt x="32" y="25"/>
                  </a:cubicBezTo>
                  <a:cubicBezTo>
                    <a:pt x="32" y="26"/>
                    <a:pt x="32" y="27"/>
                    <a:pt x="32" y="27"/>
                  </a:cubicBezTo>
                  <a:cubicBezTo>
                    <a:pt x="32" y="28"/>
                    <a:pt x="33" y="28"/>
                    <a:pt x="33" y="29"/>
                  </a:cubicBezTo>
                  <a:cubicBezTo>
                    <a:pt x="33" y="29"/>
                    <a:pt x="33" y="30"/>
                    <a:pt x="33" y="31"/>
                  </a:cubicBezTo>
                  <a:cubicBezTo>
                    <a:pt x="33" y="32"/>
                    <a:pt x="34" y="33"/>
                    <a:pt x="34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6" y="35"/>
                    <a:pt x="36" y="36"/>
                    <a:pt x="37" y="36"/>
                  </a:cubicBezTo>
                  <a:cubicBezTo>
                    <a:pt x="37" y="36"/>
                    <a:pt x="37" y="36"/>
                    <a:pt x="38" y="36"/>
                  </a:cubicBezTo>
                  <a:cubicBezTo>
                    <a:pt x="38" y="37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9"/>
                    <a:pt x="40" y="40"/>
                    <a:pt x="41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42"/>
                    <a:pt x="43" y="42"/>
                    <a:pt x="43" y="43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4"/>
                    <a:pt x="45" y="44"/>
                    <a:pt x="45" y="45"/>
                  </a:cubicBezTo>
                  <a:cubicBezTo>
                    <a:pt x="46" y="45"/>
                    <a:pt x="46" y="45"/>
                    <a:pt x="46" y="46"/>
                  </a:cubicBezTo>
                  <a:cubicBezTo>
                    <a:pt x="46" y="46"/>
                    <a:pt x="47" y="46"/>
                    <a:pt x="47" y="46"/>
                  </a:cubicBezTo>
                  <a:cubicBezTo>
                    <a:pt x="48" y="47"/>
                    <a:pt x="47" y="48"/>
                    <a:pt x="49" y="48"/>
                  </a:cubicBezTo>
                  <a:cubicBezTo>
                    <a:pt x="49" y="49"/>
                    <a:pt x="50" y="51"/>
                    <a:pt x="51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3"/>
                    <a:pt x="53" y="53"/>
                    <a:pt x="54" y="54"/>
                  </a:cubicBezTo>
                  <a:cubicBezTo>
                    <a:pt x="54" y="54"/>
                    <a:pt x="54" y="55"/>
                    <a:pt x="54" y="55"/>
                  </a:cubicBezTo>
                  <a:cubicBezTo>
                    <a:pt x="55" y="56"/>
                    <a:pt x="55" y="56"/>
                    <a:pt x="56" y="56"/>
                  </a:cubicBezTo>
                  <a:cubicBezTo>
                    <a:pt x="56" y="57"/>
                    <a:pt x="56" y="57"/>
                    <a:pt x="57" y="57"/>
                  </a:cubicBezTo>
                  <a:cubicBezTo>
                    <a:pt x="57" y="58"/>
                    <a:pt x="57" y="58"/>
                    <a:pt x="58" y="58"/>
                  </a:cubicBezTo>
                  <a:cubicBezTo>
                    <a:pt x="58" y="59"/>
                    <a:pt x="58" y="59"/>
                    <a:pt x="59" y="59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0" y="60"/>
                    <a:pt x="60" y="61"/>
                    <a:pt x="60" y="61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1" y="63"/>
                    <a:pt x="62" y="63"/>
                    <a:pt x="62" y="63"/>
                  </a:cubicBezTo>
                  <a:cubicBezTo>
                    <a:pt x="62" y="64"/>
                    <a:pt x="62" y="64"/>
                    <a:pt x="63" y="65"/>
                  </a:cubicBezTo>
                  <a:cubicBezTo>
                    <a:pt x="63" y="65"/>
                    <a:pt x="63" y="65"/>
                    <a:pt x="64" y="66"/>
                  </a:cubicBezTo>
                  <a:cubicBezTo>
                    <a:pt x="64" y="66"/>
                    <a:pt x="64" y="66"/>
                    <a:pt x="65" y="67"/>
                  </a:cubicBezTo>
                  <a:cubicBezTo>
                    <a:pt x="65" y="67"/>
                    <a:pt x="66" y="68"/>
                    <a:pt x="66" y="68"/>
                  </a:cubicBezTo>
                  <a:cubicBezTo>
                    <a:pt x="66" y="69"/>
                    <a:pt x="66" y="70"/>
                    <a:pt x="67" y="70"/>
                  </a:cubicBezTo>
                  <a:cubicBezTo>
                    <a:pt x="67" y="70"/>
                    <a:pt x="67" y="70"/>
                    <a:pt x="67" y="70"/>
                  </a:cubicBezTo>
                  <a:cubicBezTo>
                    <a:pt x="67" y="70"/>
                    <a:pt x="68" y="70"/>
                    <a:pt x="68" y="70"/>
                  </a:cubicBezTo>
                  <a:cubicBezTo>
                    <a:pt x="68" y="70"/>
                    <a:pt x="68" y="70"/>
                    <a:pt x="68" y="69"/>
                  </a:cubicBezTo>
                  <a:cubicBezTo>
                    <a:pt x="68" y="69"/>
                    <a:pt x="69" y="68"/>
                    <a:pt x="69" y="68"/>
                  </a:cubicBezTo>
                  <a:cubicBezTo>
                    <a:pt x="69" y="67"/>
                    <a:pt x="68" y="67"/>
                    <a:pt x="68" y="66"/>
                  </a:cubicBezTo>
                  <a:cubicBezTo>
                    <a:pt x="68" y="66"/>
                    <a:pt x="68" y="66"/>
                    <a:pt x="68" y="65"/>
                  </a:cubicBezTo>
                  <a:cubicBezTo>
                    <a:pt x="68" y="65"/>
                    <a:pt x="68" y="64"/>
                    <a:pt x="68" y="63"/>
                  </a:cubicBezTo>
                  <a:cubicBezTo>
                    <a:pt x="67" y="62"/>
                    <a:pt x="67" y="61"/>
                    <a:pt x="67" y="60"/>
                  </a:cubicBezTo>
                  <a:cubicBezTo>
                    <a:pt x="68" y="60"/>
                    <a:pt x="69" y="59"/>
                    <a:pt x="70" y="58"/>
                  </a:cubicBezTo>
                  <a:cubicBezTo>
                    <a:pt x="70" y="57"/>
                    <a:pt x="71" y="56"/>
                    <a:pt x="72" y="56"/>
                  </a:cubicBezTo>
                  <a:cubicBezTo>
                    <a:pt x="72" y="56"/>
                    <a:pt x="72" y="56"/>
                    <a:pt x="73" y="56"/>
                  </a:cubicBezTo>
                  <a:cubicBezTo>
                    <a:pt x="73" y="56"/>
                    <a:pt x="74" y="55"/>
                    <a:pt x="74" y="56"/>
                  </a:cubicBezTo>
                  <a:cubicBezTo>
                    <a:pt x="75" y="56"/>
                    <a:pt x="75" y="57"/>
                    <a:pt x="75" y="57"/>
                  </a:cubicBezTo>
                  <a:cubicBezTo>
                    <a:pt x="76" y="58"/>
                    <a:pt x="76" y="59"/>
                    <a:pt x="76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7" y="60"/>
                    <a:pt x="78" y="60"/>
                    <a:pt x="78" y="59"/>
                  </a:cubicBezTo>
                  <a:cubicBezTo>
                    <a:pt x="79" y="59"/>
                    <a:pt x="79" y="58"/>
                    <a:pt x="79" y="58"/>
                  </a:cubicBezTo>
                  <a:cubicBezTo>
                    <a:pt x="79" y="58"/>
                    <a:pt x="79" y="57"/>
                    <a:pt x="79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7"/>
                    <a:pt x="80" y="56"/>
                  </a:cubicBezTo>
                  <a:cubicBezTo>
                    <a:pt x="79" y="56"/>
                    <a:pt x="80" y="56"/>
                    <a:pt x="80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79" y="54"/>
                    <a:pt x="79" y="53"/>
                  </a:cubicBezTo>
                  <a:cubicBezTo>
                    <a:pt x="78" y="53"/>
                    <a:pt x="78" y="52"/>
                    <a:pt x="78" y="52"/>
                  </a:cubicBezTo>
                  <a:cubicBezTo>
                    <a:pt x="78" y="52"/>
                    <a:pt x="77" y="51"/>
                    <a:pt x="77" y="51"/>
                  </a:cubicBezTo>
                  <a:cubicBezTo>
                    <a:pt x="77" y="51"/>
                    <a:pt x="76" y="50"/>
                    <a:pt x="76" y="50"/>
                  </a:cubicBezTo>
                  <a:cubicBezTo>
                    <a:pt x="76" y="50"/>
                    <a:pt x="75" y="50"/>
                    <a:pt x="75" y="50"/>
                  </a:cubicBezTo>
                  <a:cubicBezTo>
                    <a:pt x="75" y="49"/>
                    <a:pt x="74" y="49"/>
                    <a:pt x="73" y="48"/>
                  </a:cubicBezTo>
                  <a:cubicBezTo>
                    <a:pt x="73" y="48"/>
                    <a:pt x="73" y="47"/>
                    <a:pt x="72" y="47"/>
                  </a:cubicBezTo>
                  <a:cubicBezTo>
                    <a:pt x="72" y="47"/>
                    <a:pt x="71" y="47"/>
                    <a:pt x="71" y="46"/>
                  </a:cubicBezTo>
                  <a:cubicBezTo>
                    <a:pt x="70" y="46"/>
                    <a:pt x="70" y="45"/>
                    <a:pt x="70" y="45"/>
                  </a:cubicBezTo>
                  <a:cubicBezTo>
                    <a:pt x="70" y="45"/>
                    <a:pt x="70" y="45"/>
                    <a:pt x="70" y="44"/>
                  </a:cubicBezTo>
                  <a:cubicBezTo>
                    <a:pt x="69" y="44"/>
                    <a:pt x="69" y="44"/>
                    <a:pt x="68" y="43"/>
                  </a:cubicBezTo>
                  <a:cubicBezTo>
                    <a:pt x="68" y="43"/>
                    <a:pt x="67" y="43"/>
                    <a:pt x="66" y="43"/>
                  </a:cubicBezTo>
                  <a:cubicBezTo>
                    <a:pt x="66" y="42"/>
                    <a:pt x="65" y="42"/>
                    <a:pt x="65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3" y="40"/>
                    <a:pt x="62" y="39"/>
                    <a:pt x="61" y="38"/>
                  </a:cubicBezTo>
                  <a:cubicBezTo>
                    <a:pt x="61" y="38"/>
                    <a:pt x="60" y="37"/>
                    <a:pt x="60" y="37"/>
                  </a:cubicBezTo>
                  <a:cubicBezTo>
                    <a:pt x="59" y="36"/>
                    <a:pt x="57" y="36"/>
                    <a:pt x="57" y="35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3"/>
                    <a:pt x="55" y="33"/>
                    <a:pt x="54" y="32"/>
                  </a:cubicBezTo>
                  <a:cubicBezTo>
                    <a:pt x="54" y="32"/>
                    <a:pt x="53" y="32"/>
                    <a:pt x="53" y="32"/>
                  </a:cubicBezTo>
                  <a:cubicBezTo>
                    <a:pt x="53" y="31"/>
                    <a:pt x="53" y="31"/>
                    <a:pt x="52" y="31"/>
                  </a:cubicBezTo>
                  <a:cubicBezTo>
                    <a:pt x="52" y="30"/>
                    <a:pt x="51" y="30"/>
                    <a:pt x="51" y="29"/>
                  </a:cubicBezTo>
                  <a:cubicBezTo>
                    <a:pt x="50" y="29"/>
                    <a:pt x="49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3"/>
                    <a:pt x="43" y="22"/>
                    <a:pt x="42" y="21"/>
                  </a:cubicBezTo>
                  <a:cubicBezTo>
                    <a:pt x="42" y="21"/>
                    <a:pt x="42" y="21"/>
                    <a:pt x="42" y="20"/>
                  </a:cubicBezTo>
                  <a:cubicBezTo>
                    <a:pt x="41" y="20"/>
                    <a:pt x="41" y="20"/>
                    <a:pt x="41" y="19"/>
                  </a:cubicBezTo>
                  <a:cubicBezTo>
                    <a:pt x="41" y="19"/>
                    <a:pt x="41" y="19"/>
                    <a:pt x="40" y="19"/>
                  </a:cubicBezTo>
                  <a:cubicBezTo>
                    <a:pt x="40" y="19"/>
                    <a:pt x="37" y="16"/>
                    <a:pt x="36" y="15"/>
                  </a:cubicBezTo>
                  <a:cubicBezTo>
                    <a:pt x="36" y="15"/>
                    <a:pt x="35" y="15"/>
                    <a:pt x="34" y="15"/>
                  </a:cubicBezTo>
                  <a:cubicBezTo>
                    <a:pt x="34" y="15"/>
                    <a:pt x="33" y="15"/>
                    <a:pt x="33" y="15"/>
                  </a:cubicBezTo>
                  <a:close/>
                  <a:moveTo>
                    <a:pt x="13" y="45"/>
                  </a:moveTo>
                  <a:cubicBezTo>
                    <a:pt x="13" y="46"/>
                    <a:pt x="13" y="46"/>
                    <a:pt x="13" y="47"/>
                  </a:cubicBezTo>
                  <a:cubicBezTo>
                    <a:pt x="13" y="47"/>
                    <a:pt x="13" y="47"/>
                    <a:pt x="13" y="48"/>
                  </a:cubicBezTo>
                  <a:cubicBezTo>
                    <a:pt x="14" y="48"/>
                    <a:pt x="14" y="49"/>
                    <a:pt x="14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2"/>
                    <a:pt x="14" y="52"/>
                  </a:cubicBezTo>
                  <a:cubicBezTo>
                    <a:pt x="14" y="54"/>
                    <a:pt x="14" y="55"/>
                    <a:pt x="13" y="57"/>
                  </a:cubicBezTo>
                  <a:cubicBezTo>
                    <a:pt x="13" y="58"/>
                    <a:pt x="14" y="58"/>
                    <a:pt x="14" y="59"/>
                  </a:cubicBezTo>
                  <a:cubicBezTo>
                    <a:pt x="13" y="60"/>
                    <a:pt x="13" y="61"/>
                    <a:pt x="14" y="62"/>
                  </a:cubicBezTo>
                  <a:cubicBezTo>
                    <a:pt x="14" y="63"/>
                    <a:pt x="16" y="63"/>
                    <a:pt x="16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4"/>
                    <a:pt x="18" y="65"/>
                    <a:pt x="18" y="65"/>
                  </a:cubicBezTo>
                  <a:cubicBezTo>
                    <a:pt x="19" y="65"/>
                    <a:pt x="21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6"/>
                    <a:pt x="23" y="66"/>
                    <a:pt x="23" y="66"/>
                  </a:cubicBezTo>
                  <a:cubicBezTo>
                    <a:pt x="23" y="66"/>
                    <a:pt x="24" y="66"/>
                    <a:pt x="24" y="66"/>
                  </a:cubicBezTo>
                  <a:cubicBezTo>
                    <a:pt x="24" y="66"/>
                    <a:pt x="25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8" y="67"/>
                  </a:cubicBezTo>
                  <a:cubicBezTo>
                    <a:pt x="28" y="67"/>
                    <a:pt x="29" y="67"/>
                    <a:pt x="29" y="68"/>
                  </a:cubicBezTo>
                  <a:cubicBezTo>
                    <a:pt x="29" y="68"/>
                    <a:pt x="30" y="68"/>
                    <a:pt x="30" y="68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6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4"/>
                    <a:pt x="30" y="64"/>
                    <a:pt x="30" y="63"/>
                  </a:cubicBezTo>
                  <a:cubicBezTo>
                    <a:pt x="30" y="63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1"/>
                    <a:pt x="29" y="60"/>
                    <a:pt x="29" y="59"/>
                  </a:cubicBezTo>
                  <a:cubicBezTo>
                    <a:pt x="29" y="58"/>
                    <a:pt x="29" y="58"/>
                    <a:pt x="29" y="57"/>
                  </a:cubicBezTo>
                  <a:cubicBezTo>
                    <a:pt x="29" y="57"/>
                    <a:pt x="29" y="56"/>
                    <a:pt x="29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6"/>
                    <a:pt x="30" y="56"/>
                    <a:pt x="30" y="56"/>
                  </a:cubicBezTo>
                  <a:cubicBezTo>
                    <a:pt x="29" y="56"/>
                    <a:pt x="29" y="55"/>
                    <a:pt x="30" y="55"/>
                  </a:cubicBezTo>
                  <a:cubicBezTo>
                    <a:pt x="29" y="53"/>
                    <a:pt x="29" y="52"/>
                    <a:pt x="30" y="51"/>
                  </a:cubicBezTo>
                  <a:cubicBezTo>
                    <a:pt x="30" y="51"/>
                    <a:pt x="30" y="51"/>
                    <a:pt x="29" y="51"/>
                  </a:cubicBezTo>
                  <a:cubicBezTo>
                    <a:pt x="29" y="50"/>
                    <a:pt x="29" y="48"/>
                    <a:pt x="29" y="47"/>
                  </a:cubicBezTo>
                  <a:cubicBezTo>
                    <a:pt x="29" y="47"/>
                    <a:pt x="29" y="46"/>
                    <a:pt x="29" y="46"/>
                  </a:cubicBezTo>
                  <a:cubicBezTo>
                    <a:pt x="29" y="45"/>
                    <a:pt x="30" y="42"/>
                    <a:pt x="29" y="42"/>
                  </a:cubicBezTo>
                  <a:cubicBezTo>
                    <a:pt x="29" y="41"/>
                    <a:pt x="29" y="40"/>
                    <a:pt x="30" y="39"/>
                  </a:cubicBezTo>
                  <a:cubicBezTo>
                    <a:pt x="29" y="39"/>
                    <a:pt x="29" y="3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6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3"/>
                    <a:pt x="23" y="33"/>
                    <a:pt x="23" y="33"/>
                  </a:cubicBezTo>
                  <a:cubicBezTo>
                    <a:pt x="22" y="33"/>
                    <a:pt x="21" y="32"/>
                    <a:pt x="21" y="33"/>
                  </a:cubicBezTo>
                  <a:cubicBezTo>
                    <a:pt x="21" y="33"/>
                    <a:pt x="21" y="34"/>
                    <a:pt x="21" y="34"/>
                  </a:cubicBezTo>
                  <a:cubicBezTo>
                    <a:pt x="20" y="36"/>
                    <a:pt x="21" y="36"/>
                    <a:pt x="21" y="37"/>
                  </a:cubicBezTo>
                  <a:cubicBezTo>
                    <a:pt x="21" y="38"/>
                    <a:pt x="20" y="38"/>
                    <a:pt x="20" y="39"/>
                  </a:cubicBezTo>
                  <a:cubicBezTo>
                    <a:pt x="20" y="40"/>
                    <a:pt x="21" y="40"/>
                    <a:pt x="21" y="40"/>
                  </a:cubicBezTo>
                  <a:cubicBezTo>
                    <a:pt x="21" y="41"/>
                    <a:pt x="21" y="42"/>
                    <a:pt x="21" y="42"/>
                  </a:cubicBezTo>
                  <a:cubicBezTo>
                    <a:pt x="21" y="44"/>
                    <a:pt x="21" y="45"/>
                    <a:pt x="21" y="46"/>
                  </a:cubicBezTo>
                  <a:cubicBezTo>
                    <a:pt x="21" y="47"/>
                    <a:pt x="21" y="47"/>
                    <a:pt x="22" y="48"/>
                  </a:cubicBezTo>
                  <a:cubicBezTo>
                    <a:pt x="22" y="48"/>
                    <a:pt x="22" y="49"/>
                    <a:pt x="22" y="49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2" y="51"/>
                    <a:pt x="22" y="52"/>
                    <a:pt x="22" y="52"/>
                  </a:cubicBezTo>
                  <a:cubicBezTo>
                    <a:pt x="22" y="53"/>
                    <a:pt x="22" y="53"/>
                    <a:pt x="22" y="54"/>
                  </a:cubicBezTo>
                  <a:cubicBezTo>
                    <a:pt x="22" y="54"/>
                    <a:pt x="22" y="55"/>
                    <a:pt x="22" y="55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21" y="56"/>
                    <a:pt x="21" y="56"/>
                    <a:pt x="20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3"/>
                    <a:pt x="18" y="52"/>
                    <a:pt x="18" y="52"/>
                  </a:cubicBezTo>
                  <a:cubicBezTo>
                    <a:pt x="18" y="52"/>
                    <a:pt x="17" y="50"/>
                    <a:pt x="17" y="50"/>
                  </a:cubicBezTo>
                  <a:cubicBezTo>
                    <a:pt x="17" y="50"/>
                    <a:pt x="16" y="49"/>
                    <a:pt x="16" y="49"/>
                  </a:cubicBezTo>
                  <a:cubicBezTo>
                    <a:pt x="16" y="48"/>
                    <a:pt x="16" y="47"/>
                    <a:pt x="16" y="46"/>
                  </a:cubicBezTo>
                  <a:cubicBezTo>
                    <a:pt x="15" y="46"/>
                    <a:pt x="15" y="46"/>
                    <a:pt x="15" y="45"/>
                  </a:cubicBezTo>
                  <a:cubicBezTo>
                    <a:pt x="15" y="44"/>
                    <a:pt x="15" y="44"/>
                    <a:pt x="14" y="43"/>
                  </a:cubicBezTo>
                  <a:cubicBezTo>
                    <a:pt x="14" y="43"/>
                    <a:pt x="14" y="43"/>
                    <a:pt x="14" y="44"/>
                  </a:cubicBezTo>
                  <a:cubicBezTo>
                    <a:pt x="14" y="44"/>
                    <a:pt x="14" y="44"/>
                    <a:pt x="14" y="43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39"/>
                  </a:moveTo>
                  <a:cubicBezTo>
                    <a:pt x="13" y="40"/>
                    <a:pt x="13" y="40"/>
                    <a:pt x="13" y="40"/>
                  </a:cubicBezTo>
                  <a:cubicBezTo>
                    <a:pt x="13" y="40"/>
                    <a:pt x="13" y="42"/>
                    <a:pt x="13" y="42"/>
                  </a:cubicBezTo>
                  <a:cubicBezTo>
                    <a:pt x="13" y="42"/>
                    <a:pt x="14" y="43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0"/>
                    <a:pt x="13" y="39"/>
                  </a:cubicBezTo>
                  <a:cubicBezTo>
                    <a:pt x="13" y="39"/>
                    <a:pt x="13" y="39"/>
                    <a:pt x="12" y="39"/>
                  </a:cubicBezTo>
                  <a:close/>
                  <a:moveTo>
                    <a:pt x="4" y="6"/>
                  </a:moveTo>
                  <a:cubicBezTo>
                    <a:pt x="4" y="5"/>
                    <a:pt x="4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1"/>
                    <a:pt x="8" y="1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2" y="0"/>
                    <a:pt x="13" y="1"/>
                    <a:pt x="14" y="1"/>
                  </a:cubicBezTo>
                  <a:cubicBezTo>
                    <a:pt x="14" y="2"/>
                    <a:pt x="14" y="2"/>
                    <a:pt x="14" y="3"/>
                  </a:cubicBezTo>
                  <a:cubicBezTo>
                    <a:pt x="14" y="3"/>
                    <a:pt x="14" y="6"/>
                    <a:pt x="13" y="7"/>
                  </a:cubicBezTo>
                  <a:cubicBezTo>
                    <a:pt x="13" y="7"/>
                    <a:pt x="13" y="7"/>
                    <a:pt x="12" y="8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10"/>
                    <a:pt x="12" y="11"/>
                    <a:pt x="12" y="11"/>
                  </a:cubicBezTo>
                  <a:cubicBezTo>
                    <a:pt x="11" y="12"/>
                    <a:pt x="11" y="14"/>
                    <a:pt x="11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1" y="17"/>
                    <a:pt x="11" y="18"/>
                    <a:pt x="11" y="19"/>
                  </a:cubicBezTo>
                  <a:cubicBezTo>
                    <a:pt x="11" y="20"/>
                    <a:pt x="11" y="21"/>
                    <a:pt x="11" y="22"/>
                  </a:cubicBezTo>
                  <a:cubicBezTo>
                    <a:pt x="11" y="22"/>
                    <a:pt x="11" y="23"/>
                    <a:pt x="11" y="23"/>
                  </a:cubicBezTo>
                  <a:cubicBezTo>
                    <a:pt x="11" y="24"/>
                    <a:pt x="11" y="25"/>
                    <a:pt x="11" y="25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1" y="27"/>
                    <a:pt x="11" y="28"/>
                    <a:pt x="11" y="28"/>
                  </a:cubicBezTo>
                  <a:cubicBezTo>
                    <a:pt x="11" y="30"/>
                    <a:pt x="11" y="32"/>
                    <a:pt x="11" y="33"/>
                  </a:cubicBezTo>
                  <a:cubicBezTo>
                    <a:pt x="11" y="34"/>
                    <a:pt x="12" y="34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4"/>
                    <a:pt x="12" y="32"/>
                    <a:pt x="13" y="30"/>
                  </a:cubicBezTo>
                  <a:cubicBezTo>
                    <a:pt x="13" y="29"/>
                    <a:pt x="15" y="27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5"/>
                    <a:pt x="17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3" y="24"/>
                  </a:cubicBezTo>
                  <a:cubicBezTo>
                    <a:pt x="23" y="24"/>
                    <a:pt x="24" y="25"/>
                    <a:pt x="24" y="25"/>
                  </a:cubicBezTo>
                  <a:cubicBezTo>
                    <a:pt x="25" y="26"/>
                    <a:pt x="26" y="26"/>
                    <a:pt x="26" y="26"/>
                  </a:cubicBezTo>
                  <a:cubicBezTo>
                    <a:pt x="27" y="26"/>
                    <a:pt x="27" y="27"/>
                    <a:pt x="27" y="27"/>
                  </a:cubicBezTo>
                  <a:cubicBezTo>
                    <a:pt x="27" y="27"/>
                    <a:pt x="29" y="28"/>
                    <a:pt x="29" y="28"/>
                  </a:cubicBezTo>
                  <a:cubicBezTo>
                    <a:pt x="29" y="28"/>
                    <a:pt x="30" y="28"/>
                    <a:pt x="30" y="27"/>
                  </a:cubicBezTo>
                  <a:cubicBezTo>
                    <a:pt x="30" y="26"/>
                    <a:pt x="29" y="25"/>
                    <a:pt x="30" y="24"/>
                  </a:cubicBezTo>
                  <a:cubicBezTo>
                    <a:pt x="30" y="24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8"/>
                    <a:pt x="30" y="18"/>
                  </a:cubicBezTo>
                  <a:cubicBezTo>
                    <a:pt x="30" y="17"/>
                    <a:pt x="30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1" y="14"/>
                    <a:pt x="31" y="14"/>
                    <a:pt x="31" y="13"/>
                  </a:cubicBez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32" y="11"/>
                    <a:pt x="32" y="11"/>
                  </a:cubicBezTo>
                  <a:cubicBezTo>
                    <a:pt x="33" y="10"/>
                    <a:pt x="33" y="9"/>
                    <a:pt x="34" y="9"/>
                  </a:cubicBezTo>
                  <a:cubicBezTo>
                    <a:pt x="35" y="9"/>
                    <a:pt x="35" y="9"/>
                    <a:pt x="36" y="9"/>
                  </a:cubicBezTo>
                  <a:cubicBezTo>
                    <a:pt x="38" y="10"/>
                    <a:pt x="39" y="11"/>
                    <a:pt x="40" y="12"/>
                  </a:cubicBezTo>
                  <a:cubicBezTo>
                    <a:pt x="40" y="12"/>
                    <a:pt x="41" y="13"/>
                    <a:pt x="41" y="13"/>
                  </a:cubicBezTo>
                  <a:cubicBezTo>
                    <a:pt x="42" y="13"/>
                    <a:pt x="42" y="13"/>
                    <a:pt x="42" y="14"/>
                  </a:cubicBezTo>
                  <a:cubicBezTo>
                    <a:pt x="43" y="14"/>
                    <a:pt x="44" y="15"/>
                    <a:pt x="44" y="15"/>
                  </a:cubicBezTo>
                  <a:cubicBezTo>
                    <a:pt x="45" y="16"/>
                    <a:pt x="45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8" y="20"/>
                    <a:pt x="48" y="20"/>
                  </a:cubicBezTo>
                  <a:cubicBezTo>
                    <a:pt x="49" y="20"/>
                    <a:pt x="50" y="21"/>
                    <a:pt x="51" y="22"/>
                  </a:cubicBezTo>
                  <a:cubicBezTo>
                    <a:pt x="51" y="22"/>
                    <a:pt x="52" y="22"/>
                    <a:pt x="52" y="23"/>
                  </a:cubicBezTo>
                  <a:cubicBezTo>
                    <a:pt x="53" y="23"/>
                    <a:pt x="53" y="24"/>
                    <a:pt x="54" y="24"/>
                  </a:cubicBezTo>
                  <a:cubicBezTo>
                    <a:pt x="55" y="25"/>
                    <a:pt x="56" y="26"/>
                    <a:pt x="57" y="26"/>
                  </a:cubicBezTo>
                  <a:cubicBezTo>
                    <a:pt x="58" y="27"/>
                    <a:pt x="58" y="27"/>
                    <a:pt x="59" y="27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0" y="29"/>
                    <a:pt x="61" y="30"/>
                  </a:cubicBezTo>
                  <a:cubicBezTo>
                    <a:pt x="62" y="30"/>
                    <a:pt x="63" y="31"/>
                    <a:pt x="64" y="32"/>
                  </a:cubicBezTo>
                  <a:cubicBezTo>
                    <a:pt x="65" y="33"/>
                    <a:pt x="66" y="33"/>
                    <a:pt x="66" y="33"/>
                  </a:cubicBezTo>
                  <a:cubicBezTo>
                    <a:pt x="67" y="34"/>
                    <a:pt x="68" y="35"/>
                    <a:pt x="69" y="35"/>
                  </a:cubicBezTo>
                  <a:cubicBezTo>
                    <a:pt x="70" y="36"/>
                    <a:pt x="71" y="36"/>
                    <a:pt x="72" y="37"/>
                  </a:cubicBezTo>
                  <a:cubicBezTo>
                    <a:pt x="72" y="37"/>
                    <a:pt x="72" y="38"/>
                    <a:pt x="73" y="38"/>
                  </a:cubicBezTo>
                  <a:cubicBezTo>
                    <a:pt x="73" y="39"/>
                    <a:pt x="74" y="39"/>
                    <a:pt x="75" y="39"/>
                  </a:cubicBezTo>
                  <a:cubicBezTo>
                    <a:pt x="75" y="40"/>
                    <a:pt x="76" y="40"/>
                    <a:pt x="76" y="41"/>
                  </a:cubicBezTo>
                  <a:cubicBezTo>
                    <a:pt x="77" y="41"/>
                    <a:pt x="77" y="41"/>
                    <a:pt x="78" y="41"/>
                  </a:cubicBezTo>
                  <a:cubicBezTo>
                    <a:pt x="78" y="42"/>
                    <a:pt x="79" y="43"/>
                    <a:pt x="80" y="44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1" y="44"/>
                    <a:pt x="81" y="45"/>
                    <a:pt x="81" y="45"/>
                  </a:cubicBezTo>
                  <a:cubicBezTo>
                    <a:pt x="82" y="46"/>
                    <a:pt x="82" y="46"/>
                    <a:pt x="83" y="47"/>
                  </a:cubicBezTo>
                  <a:cubicBezTo>
                    <a:pt x="83" y="47"/>
                    <a:pt x="83" y="47"/>
                    <a:pt x="83" y="48"/>
                  </a:cubicBezTo>
                  <a:cubicBezTo>
                    <a:pt x="83" y="48"/>
                    <a:pt x="84" y="48"/>
                    <a:pt x="84" y="49"/>
                  </a:cubicBezTo>
                  <a:cubicBezTo>
                    <a:pt x="84" y="49"/>
                    <a:pt x="84" y="49"/>
                    <a:pt x="84" y="50"/>
                  </a:cubicBezTo>
                  <a:cubicBezTo>
                    <a:pt x="84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3"/>
                    <a:pt x="87" y="54"/>
                    <a:pt x="87" y="56"/>
                  </a:cubicBezTo>
                  <a:cubicBezTo>
                    <a:pt x="87" y="57"/>
                    <a:pt x="87" y="58"/>
                    <a:pt x="87" y="59"/>
                  </a:cubicBezTo>
                  <a:cubicBezTo>
                    <a:pt x="87" y="62"/>
                    <a:pt x="85" y="65"/>
                    <a:pt x="82" y="66"/>
                  </a:cubicBezTo>
                  <a:cubicBezTo>
                    <a:pt x="82" y="66"/>
                    <a:pt x="81" y="66"/>
                    <a:pt x="81" y="66"/>
                  </a:cubicBezTo>
                  <a:cubicBezTo>
                    <a:pt x="80" y="66"/>
                    <a:pt x="79" y="67"/>
                    <a:pt x="79" y="67"/>
                  </a:cubicBezTo>
                  <a:cubicBezTo>
                    <a:pt x="78" y="67"/>
                    <a:pt x="78" y="68"/>
                    <a:pt x="78" y="68"/>
                  </a:cubicBezTo>
                  <a:cubicBezTo>
                    <a:pt x="78" y="68"/>
                    <a:pt x="78" y="68"/>
                    <a:pt x="78" y="69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78" y="69"/>
                    <a:pt x="78" y="70"/>
                    <a:pt x="78" y="70"/>
                  </a:cubicBezTo>
                  <a:cubicBezTo>
                    <a:pt x="78" y="72"/>
                    <a:pt x="79" y="73"/>
                    <a:pt x="79" y="74"/>
                  </a:cubicBezTo>
                  <a:cubicBezTo>
                    <a:pt x="79" y="74"/>
                    <a:pt x="79" y="75"/>
                    <a:pt x="78" y="75"/>
                  </a:cubicBezTo>
                  <a:cubicBezTo>
                    <a:pt x="79" y="76"/>
                    <a:pt x="79" y="77"/>
                    <a:pt x="79" y="77"/>
                  </a:cubicBezTo>
                  <a:cubicBezTo>
                    <a:pt x="79" y="78"/>
                    <a:pt x="79" y="78"/>
                    <a:pt x="79" y="79"/>
                  </a:cubicBezTo>
                  <a:cubicBezTo>
                    <a:pt x="79" y="80"/>
                    <a:pt x="79" y="81"/>
                    <a:pt x="79" y="81"/>
                  </a:cubicBezTo>
                  <a:cubicBezTo>
                    <a:pt x="80" y="82"/>
                    <a:pt x="80" y="83"/>
                    <a:pt x="80" y="84"/>
                  </a:cubicBezTo>
                  <a:cubicBezTo>
                    <a:pt x="80" y="84"/>
                    <a:pt x="80" y="84"/>
                    <a:pt x="80" y="85"/>
                  </a:cubicBezTo>
                  <a:cubicBezTo>
                    <a:pt x="81" y="85"/>
                    <a:pt x="81" y="86"/>
                    <a:pt x="81" y="87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8"/>
                    <a:pt x="81" y="89"/>
                    <a:pt x="81" y="89"/>
                  </a:cubicBezTo>
                  <a:cubicBezTo>
                    <a:pt x="80" y="91"/>
                    <a:pt x="79" y="92"/>
                    <a:pt x="79" y="94"/>
                  </a:cubicBezTo>
                  <a:cubicBezTo>
                    <a:pt x="79" y="95"/>
                    <a:pt x="79" y="95"/>
                    <a:pt x="78" y="96"/>
                  </a:cubicBezTo>
                  <a:cubicBezTo>
                    <a:pt x="78" y="96"/>
                    <a:pt x="76" y="96"/>
                    <a:pt x="76" y="96"/>
                  </a:cubicBezTo>
                  <a:cubicBezTo>
                    <a:pt x="75" y="96"/>
                    <a:pt x="75" y="96"/>
                    <a:pt x="74" y="96"/>
                  </a:cubicBezTo>
                  <a:cubicBezTo>
                    <a:pt x="73" y="96"/>
                    <a:pt x="73" y="94"/>
                    <a:pt x="73" y="94"/>
                  </a:cubicBezTo>
                  <a:cubicBezTo>
                    <a:pt x="72" y="93"/>
                    <a:pt x="71" y="94"/>
                    <a:pt x="71" y="93"/>
                  </a:cubicBezTo>
                  <a:cubicBezTo>
                    <a:pt x="70" y="93"/>
                    <a:pt x="69" y="91"/>
                    <a:pt x="69" y="90"/>
                  </a:cubicBezTo>
                  <a:cubicBezTo>
                    <a:pt x="69" y="89"/>
                    <a:pt x="70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0" y="87"/>
                    <a:pt x="68" y="86"/>
                    <a:pt x="67" y="84"/>
                  </a:cubicBezTo>
                  <a:cubicBezTo>
                    <a:pt x="67" y="83"/>
                    <a:pt x="66" y="83"/>
                    <a:pt x="66" y="82"/>
                  </a:cubicBezTo>
                  <a:cubicBezTo>
                    <a:pt x="66" y="82"/>
                    <a:pt x="65" y="81"/>
                    <a:pt x="65" y="81"/>
                  </a:cubicBezTo>
                  <a:cubicBezTo>
                    <a:pt x="65" y="80"/>
                    <a:pt x="64" y="79"/>
                    <a:pt x="64" y="79"/>
                  </a:cubicBezTo>
                  <a:cubicBezTo>
                    <a:pt x="63" y="78"/>
                    <a:pt x="63" y="78"/>
                    <a:pt x="62" y="77"/>
                  </a:cubicBezTo>
                  <a:cubicBezTo>
                    <a:pt x="62" y="77"/>
                    <a:pt x="62" y="77"/>
                    <a:pt x="62" y="76"/>
                  </a:cubicBezTo>
                  <a:cubicBezTo>
                    <a:pt x="62" y="76"/>
                    <a:pt x="61" y="76"/>
                    <a:pt x="61" y="75"/>
                  </a:cubicBezTo>
                  <a:cubicBezTo>
                    <a:pt x="61" y="75"/>
                    <a:pt x="60" y="74"/>
                    <a:pt x="60" y="74"/>
                  </a:cubicBezTo>
                  <a:cubicBezTo>
                    <a:pt x="60" y="74"/>
                    <a:pt x="60" y="73"/>
                    <a:pt x="59" y="73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59" y="72"/>
                    <a:pt x="58" y="72"/>
                    <a:pt x="58" y="72"/>
                  </a:cubicBezTo>
                  <a:cubicBezTo>
                    <a:pt x="58" y="71"/>
                    <a:pt x="58" y="70"/>
                    <a:pt x="57" y="70"/>
                  </a:cubicBezTo>
                  <a:cubicBezTo>
                    <a:pt x="57" y="69"/>
                    <a:pt x="56" y="69"/>
                    <a:pt x="55" y="68"/>
                  </a:cubicBezTo>
                  <a:cubicBezTo>
                    <a:pt x="54" y="67"/>
                    <a:pt x="54" y="65"/>
                    <a:pt x="53" y="64"/>
                  </a:cubicBezTo>
                  <a:cubicBezTo>
                    <a:pt x="52" y="64"/>
                    <a:pt x="52" y="63"/>
                    <a:pt x="51" y="63"/>
                  </a:cubicBezTo>
                  <a:cubicBezTo>
                    <a:pt x="51" y="63"/>
                    <a:pt x="51" y="62"/>
                    <a:pt x="50" y="62"/>
                  </a:cubicBezTo>
                  <a:cubicBezTo>
                    <a:pt x="50" y="61"/>
                    <a:pt x="49" y="60"/>
                    <a:pt x="49" y="60"/>
                  </a:cubicBezTo>
                  <a:cubicBezTo>
                    <a:pt x="48" y="59"/>
                    <a:pt x="48" y="59"/>
                    <a:pt x="47" y="58"/>
                  </a:cubicBezTo>
                  <a:cubicBezTo>
                    <a:pt x="47" y="58"/>
                    <a:pt x="46" y="56"/>
                    <a:pt x="46" y="56"/>
                  </a:cubicBezTo>
                  <a:cubicBezTo>
                    <a:pt x="46" y="56"/>
                    <a:pt x="45" y="56"/>
                    <a:pt x="45" y="56"/>
                  </a:cubicBezTo>
                  <a:cubicBezTo>
                    <a:pt x="44" y="55"/>
                    <a:pt x="44" y="55"/>
                    <a:pt x="44" y="54"/>
                  </a:cubicBezTo>
                  <a:cubicBezTo>
                    <a:pt x="43" y="54"/>
                    <a:pt x="44" y="53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1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7"/>
                    <a:pt x="38" y="46"/>
                    <a:pt x="37" y="46"/>
                  </a:cubicBezTo>
                  <a:cubicBezTo>
                    <a:pt x="37" y="46"/>
                    <a:pt x="37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7" y="48"/>
                    <a:pt x="37" y="49"/>
                    <a:pt x="38" y="51"/>
                  </a:cubicBezTo>
                  <a:cubicBezTo>
                    <a:pt x="38" y="51"/>
                    <a:pt x="38" y="52"/>
                    <a:pt x="38" y="52"/>
                  </a:cubicBezTo>
                  <a:cubicBezTo>
                    <a:pt x="38" y="52"/>
                    <a:pt x="39" y="53"/>
                    <a:pt x="39" y="53"/>
                  </a:cubicBezTo>
                  <a:cubicBezTo>
                    <a:pt x="39" y="53"/>
                    <a:pt x="39" y="54"/>
                    <a:pt x="39" y="54"/>
                  </a:cubicBezTo>
                  <a:cubicBezTo>
                    <a:pt x="39" y="55"/>
                    <a:pt x="39" y="56"/>
                    <a:pt x="39" y="57"/>
                  </a:cubicBezTo>
                  <a:cubicBezTo>
                    <a:pt x="40" y="58"/>
                    <a:pt x="40" y="59"/>
                    <a:pt x="40" y="59"/>
                  </a:cubicBezTo>
                  <a:cubicBezTo>
                    <a:pt x="41" y="60"/>
                    <a:pt x="40" y="61"/>
                    <a:pt x="40" y="61"/>
                  </a:cubicBezTo>
                  <a:cubicBezTo>
                    <a:pt x="41" y="62"/>
                    <a:pt x="41" y="64"/>
                    <a:pt x="42" y="65"/>
                  </a:cubicBezTo>
                  <a:cubicBezTo>
                    <a:pt x="42" y="66"/>
                    <a:pt x="42" y="67"/>
                    <a:pt x="42" y="68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3" y="69"/>
                    <a:pt x="42" y="69"/>
                    <a:pt x="42" y="70"/>
                  </a:cubicBezTo>
                  <a:cubicBezTo>
                    <a:pt x="43" y="71"/>
                    <a:pt x="45" y="71"/>
                    <a:pt x="45" y="71"/>
                  </a:cubicBezTo>
                  <a:cubicBezTo>
                    <a:pt x="46" y="72"/>
                    <a:pt x="46" y="72"/>
                    <a:pt x="47" y="72"/>
                  </a:cubicBezTo>
                  <a:cubicBezTo>
                    <a:pt x="47" y="72"/>
                    <a:pt x="48" y="73"/>
                    <a:pt x="48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3"/>
                    <a:pt x="50" y="73"/>
                    <a:pt x="50" y="73"/>
                  </a:cubicBezTo>
                  <a:cubicBezTo>
                    <a:pt x="52" y="73"/>
                    <a:pt x="56" y="76"/>
                    <a:pt x="56" y="78"/>
                  </a:cubicBezTo>
                  <a:cubicBezTo>
                    <a:pt x="57" y="79"/>
                    <a:pt x="56" y="79"/>
                    <a:pt x="56" y="80"/>
                  </a:cubicBezTo>
                  <a:cubicBezTo>
                    <a:pt x="56" y="81"/>
                    <a:pt x="56" y="81"/>
                    <a:pt x="56" y="82"/>
                  </a:cubicBezTo>
                  <a:cubicBezTo>
                    <a:pt x="56" y="83"/>
                    <a:pt x="55" y="83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4" y="84"/>
                    <a:pt x="53" y="85"/>
                    <a:pt x="52" y="85"/>
                  </a:cubicBezTo>
                  <a:cubicBezTo>
                    <a:pt x="52" y="85"/>
                    <a:pt x="51" y="85"/>
                    <a:pt x="51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49" y="85"/>
                    <a:pt x="49" y="85"/>
                    <a:pt x="48" y="85"/>
                  </a:cubicBezTo>
                  <a:cubicBezTo>
                    <a:pt x="48" y="85"/>
                    <a:pt x="47" y="85"/>
                    <a:pt x="48" y="85"/>
                  </a:cubicBezTo>
                  <a:cubicBezTo>
                    <a:pt x="48" y="87"/>
                    <a:pt x="49" y="88"/>
                    <a:pt x="49" y="89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90"/>
                    <a:pt x="50" y="91"/>
                    <a:pt x="50" y="92"/>
                  </a:cubicBezTo>
                  <a:cubicBezTo>
                    <a:pt x="51" y="93"/>
                    <a:pt x="51" y="94"/>
                    <a:pt x="52" y="94"/>
                  </a:cubicBezTo>
                  <a:cubicBezTo>
                    <a:pt x="52" y="94"/>
                    <a:pt x="52" y="95"/>
                    <a:pt x="53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6"/>
                    <a:pt x="54" y="96"/>
                    <a:pt x="55" y="97"/>
                  </a:cubicBezTo>
                  <a:cubicBezTo>
                    <a:pt x="55" y="97"/>
                    <a:pt x="55" y="97"/>
                    <a:pt x="56" y="97"/>
                  </a:cubicBezTo>
                  <a:cubicBezTo>
                    <a:pt x="56" y="97"/>
                    <a:pt x="56" y="98"/>
                    <a:pt x="56" y="98"/>
                  </a:cubicBezTo>
                  <a:cubicBezTo>
                    <a:pt x="57" y="98"/>
                    <a:pt x="58" y="98"/>
                    <a:pt x="59" y="99"/>
                  </a:cubicBezTo>
                  <a:cubicBezTo>
                    <a:pt x="59" y="99"/>
                    <a:pt x="60" y="100"/>
                    <a:pt x="60" y="100"/>
                  </a:cubicBezTo>
                  <a:cubicBezTo>
                    <a:pt x="61" y="100"/>
                    <a:pt x="61" y="100"/>
                    <a:pt x="62" y="100"/>
                  </a:cubicBezTo>
                  <a:cubicBezTo>
                    <a:pt x="62" y="101"/>
                    <a:pt x="62" y="101"/>
                    <a:pt x="63" y="101"/>
                  </a:cubicBezTo>
                  <a:cubicBezTo>
                    <a:pt x="63" y="101"/>
                    <a:pt x="64" y="102"/>
                    <a:pt x="64" y="102"/>
                  </a:cubicBezTo>
                  <a:cubicBezTo>
                    <a:pt x="64" y="102"/>
                    <a:pt x="66" y="102"/>
                    <a:pt x="66" y="102"/>
                  </a:cubicBezTo>
                  <a:cubicBezTo>
                    <a:pt x="67" y="102"/>
                    <a:pt x="68" y="102"/>
                    <a:pt x="69" y="102"/>
                  </a:cubicBezTo>
                  <a:cubicBezTo>
                    <a:pt x="69" y="102"/>
                    <a:pt x="70" y="104"/>
                    <a:pt x="70" y="105"/>
                  </a:cubicBezTo>
                  <a:cubicBezTo>
                    <a:pt x="70" y="106"/>
                    <a:pt x="69" y="106"/>
                    <a:pt x="68" y="107"/>
                  </a:cubicBezTo>
                  <a:cubicBezTo>
                    <a:pt x="68" y="107"/>
                    <a:pt x="67" y="107"/>
                    <a:pt x="67" y="108"/>
                  </a:cubicBezTo>
                  <a:cubicBezTo>
                    <a:pt x="66" y="108"/>
                    <a:pt x="65" y="109"/>
                    <a:pt x="64" y="109"/>
                  </a:cubicBezTo>
                  <a:cubicBezTo>
                    <a:pt x="63" y="110"/>
                    <a:pt x="63" y="110"/>
                    <a:pt x="62" y="110"/>
                  </a:cubicBezTo>
                  <a:cubicBezTo>
                    <a:pt x="61" y="110"/>
                    <a:pt x="61" y="110"/>
                    <a:pt x="60" y="110"/>
                  </a:cubicBezTo>
                  <a:cubicBezTo>
                    <a:pt x="60" y="111"/>
                    <a:pt x="59" y="111"/>
                    <a:pt x="59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57" y="111"/>
                    <a:pt x="57" y="111"/>
                    <a:pt x="56" y="111"/>
                  </a:cubicBezTo>
                  <a:cubicBezTo>
                    <a:pt x="56" y="111"/>
                    <a:pt x="55" y="111"/>
                    <a:pt x="54" y="111"/>
                  </a:cubicBezTo>
                  <a:cubicBezTo>
                    <a:pt x="53" y="111"/>
                    <a:pt x="52" y="111"/>
                    <a:pt x="50" y="111"/>
                  </a:cubicBezTo>
                  <a:cubicBezTo>
                    <a:pt x="50" y="112"/>
                    <a:pt x="50" y="112"/>
                    <a:pt x="49" y="112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6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4" y="111"/>
                    <a:pt x="44" y="110"/>
                  </a:cubicBezTo>
                  <a:cubicBezTo>
                    <a:pt x="42" y="110"/>
                    <a:pt x="41" y="109"/>
                    <a:pt x="40" y="109"/>
                  </a:cubicBezTo>
                  <a:cubicBezTo>
                    <a:pt x="40" y="108"/>
                    <a:pt x="40" y="108"/>
                    <a:pt x="39" y="108"/>
                  </a:cubicBezTo>
                  <a:cubicBezTo>
                    <a:pt x="39" y="107"/>
                    <a:pt x="38" y="107"/>
                    <a:pt x="38" y="106"/>
                  </a:cubicBezTo>
                  <a:cubicBezTo>
                    <a:pt x="37" y="105"/>
                    <a:pt x="37" y="104"/>
                    <a:pt x="37" y="102"/>
                  </a:cubicBezTo>
                  <a:cubicBezTo>
                    <a:pt x="37" y="102"/>
                    <a:pt x="38" y="101"/>
                    <a:pt x="38" y="101"/>
                  </a:cubicBezTo>
                  <a:cubicBezTo>
                    <a:pt x="38" y="99"/>
                    <a:pt x="39" y="97"/>
                    <a:pt x="41" y="98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1" y="98"/>
                    <a:pt x="42" y="98"/>
                    <a:pt x="42" y="98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4" y="98"/>
                    <a:pt x="45" y="98"/>
                    <a:pt x="45" y="98"/>
                  </a:cubicBezTo>
                  <a:cubicBezTo>
                    <a:pt x="45" y="97"/>
                    <a:pt x="42" y="95"/>
                    <a:pt x="42" y="95"/>
                  </a:cubicBezTo>
                  <a:cubicBezTo>
                    <a:pt x="41" y="94"/>
                    <a:pt x="40" y="93"/>
                    <a:pt x="39" y="92"/>
                  </a:cubicBezTo>
                  <a:cubicBezTo>
                    <a:pt x="39" y="91"/>
                    <a:pt x="38" y="90"/>
                    <a:pt x="38" y="88"/>
                  </a:cubicBezTo>
                  <a:cubicBezTo>
                    <a:pt x="37" y="88"/>
                    <a:pt x="37" y="88"/>
                    <a:pt x="37" y="87"/>
                  </a:cubicBezTo>
                  <a:cubicBezTo>
                    <a:pt x="36" y="87"/>
                    <a:pt x="36" y="86"/>
                    <a:pt x="36" y="86"/>
                  </a:cubicBezTo>
                  <a:cubicBezTo>
                    <a:pt x="36" y="86"/>
                    <a:pt x="36" y="85"/>
                    <a:pt x="36" y="85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4" y="82"/>
                    <a:pt x="34" y="81"/>
                    <a:pt x="33" y="80"/>
                  </a:cubicBezTo>
                  <a:cubicBezTo>
                    <a:pt x="32" y="79"/>
                    <a:pt x="30" y="79"/>
                    <a:pt x="29" y="78"/>
                  </a:cubicBezTo>
                  <a:cubicBezTo>
                    <a:pt x="29" y="78"/>
                    <a:pt x="28" y="78"/>
                    <a:pt x="28" y="78"/>
                  </a:cubicBezTo>
                  <a:cubicBezTo>
                    <a:pt x="27" y="77"/>
                    <a:pt x="26" y="77"/>
                    <a:pt x="26" y="77"/>
                  </a:cubicBezTo>
                  <a:cubicBezTo>
                    <a:pt x="25" y="76"/>
                    <a:pt x="24" y="76"/>
                    <a:pt x="24" y="75"/>
                  </a:cubicBezTo>
                  <a:cubicBezTo>
                    <a:pt x="23" y="75"/>
                    <a:pt x="23" y="75"/>
                    <a:pt x="22" y="75"/>
                  </a:cubicBezTo>
                  <a:cubicBezTo>
                    <a:pt x="21" y="75"/>
                    <a:pt x="19" y="74"/>
                    <a:pt x="18" y="73"/>
                  </a:cubicBezTo>
                  <a:cubicBezTo>
                    <a:pt x="17" y="73"/>
                    <a:pt x="16" y="72"/>
                    <a:pt x="15" y="72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1"/>
                    <a:pt x="13" y="72"/>
                    <a:pt x="13" y="72"/>
                  </a:cubicBezTo>
                  <a:cubicBezTo>
                    <a:pt x="13" y="74"/>
                    <a:pt x="12" y="75"/>
                    <a:pt x="11" y="76"/>
                  </a:cubicBezTo>
                  <a:cubicBezTo>
                    <a:pt x="11" y="76"/>
                    <a:pt x="10" y="77"/>
                    <a:pt x="10" y="78"/>
                  </a:cubicBezTo>
                  <a:cubicBezTo>
                    <a:pt x="9" y="78"/>
                    <a:pt x="9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79"/>
                    <a:pt x="5" y="77"/>
                    <a:pt x="3" y="77"/>
                  </a:cubicBezTo>
                  <a:cubicBezTo>
                    <a:pt x="3" y="77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5"/>
                    <a:pt x="3" y="74"/>
                  </a:cubicBezTo>
                  <a:cubicBezTo>
                    <a:pt x="2" y="74"/>
                    <a:pt x="2" y="74"/>
                    <a:pt x="2" y="73"/>
                  </a:cubicBezTo>
                  <a:cubicBezTo>
                    <a:pt x="2" y="73"/>
                    <a:pt x="2" y="73"/>
                    <a:pt x="2" y="72"/>
                  </a:cubicBezTo>
                  <a:cubicBezTo>
                    <a:pt x="2" y="71"/>
                    <a:pt x="2" y="69"/>
                    <a:pt x="2" y="68"/>
                  </a:cubicBezTo>
                  <a:cubicBezTo>
                    <a:pt x="1" y="67"/>
                    <a:pt x="1" y="66"/>
                    <a:pt x="1" y="65"/>
                  </a:cubicBezTo>
                  <a:cubicBezTo>
                    <a:pt x="1" y="65"/>
                    <a:pt x="1" y="64"/>
                    <a:pt x="1" y="64"/>
                  </a:cubicBezTo>
                  <a:cubicBezTo>
                    <a:pt x="1" y="63"/>
                    <a:pt x="1" y="62"/>
                    <a:pt x="0" y="62"/>
                  </a:cubicBezTo>
                  <a:cubicBezTo>
                    <a:pt x="0" y="61"/>
                    <a:pt x="1" y="61"/>
                    <a:pt x="1" y="61"/>
                  </a:cubicBezTo>
                  <a:cubicBezTo>
                    <a:pt x="0" y="60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3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2"/>
                    <a:pt x="0" y="52"/>
                    <a:pt x="0" y="51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49"/>
                  </a:cubicBezTo>
                  <a:cubicBezTo>
                    <a:pt x="0" y="48"/>
                    <a:pt x="0" y="48"/>
                    <a:pt x="0" y="47"/>
                  </a:cubicBezTo>
                  <a:cubicBezTo>
                    <a:pt x="0" y="46"/>
                    <a:pt x="0" y="46"/>
                    <a:pt x="0" y="45"/>
                  </a:cubicBezTo>
                  <a:cubicBezTo>
                    <a:pt x="0" y="45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0" y="35"/>
                    <a:pt x="0" y="3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31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8"/>
                    <a:pt x="1" y="28"/>
                    <a:pt x="1" y="27"/>
                  </a:cubicBezTo>
                  <a:cubicBezTo>
                    <a:pt x="1" y="26"/>
                    <a:pt x="1" y="25"/>
                    <a:pt x="2" y="24"/>
                  </a:cubicBezTo>
                  <a:cubicBezTo>
                    <a:pt x="2" y="23"/>
                    <a:pt x="2" y="22"/>
                    <a:pt x="2" y="22"/>
                  </a:cubicBezTo>
                  <a:cubicBezTo>
                    <a:pt x="2" y="21"/>
                    <a:pt x="2" y="21"/>
                    <a:pt x="2" y="20"/>
                  </a:cubicBez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2" y="18"/>
                    <a:pt x="2" y="17"/>
                  </a:cubicBezTo>
                  <a:cubicBezTo>
                    <a:pt x="2" y="17"/>
                    <a:pt x="2" y="16"/>
                    <a:pt x="2" y="16"/>
                  </a:cubicBezTo>
                  <a:cubicBezTo>
                    <a:pt x="2" y="16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4" y="7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203825" y="2532063"/>
              <a:ext cx="1790700" cy="1793875"/>
            </a:xfrm>
            <a:custGeom>
              <a:avLst/>
              <a:gdLst>
                <a:gd name="T0" fmla="*/ 329 w 658"/>
                <a:gd name="T1" fmla="*/ 0 h 658"/>
                <a:gd name="T2" fmla="*/ 658 w 658"/>
                <a:gd name="T3" fmla="*/ 329 h 658"/>
                <a:gd name="T4" fmla="*/ 638 w 658"/>
                <a:gd name="T5" fmla="*/ 440 h 658"/>
                <a:gd name="T6" fmla="*/ 620 w 658"/>
                <a:gd name="T7" fmla="*/ 435 h 658"/>
                <a:gd name="T8" fmla="*/ 638 w 658"/>
                <a:gd name="T9" fmla="*/ 329 h 658"/>
                <a:gd name="T10" fmla="*/ 329 w 658"/>
                <a:gd name="T11" fmla="*/ 20 h 658"/>
                <a:gd name="T12" fmla="*/ 227 w 658"/>
                <a:gd name="T13" fmla="*/ 37 h 658"/>
                <a:gd name="T14" fmla="*/ 219 w 658"/>
                <a:gd name="T15" fmla="*/ 19 h 658"/>
                <a:gd name="T16" fmla="*/ 329 w 658"/>
                <a:gd name="T17" fmla="*/ 0 h 658"/>
                <a:gd name="T18" fmla="*/ 581 w 658"/>
                <a:gd name="T19" fmla="*/ 540 h 658"/>
                <a:gd name="T20" fmla="*/ 329 w 658"/>
                <a:gd name="T21" fmla="*/ 658 h 658"/>
                <a:gd name="T22" fmla="*/ 0 w 658"/>
                <a:gd name="T23" fmla="*/ 329 h 658"/>
                <a:gd name="T24" fmla="*/ 9 w 658"/>
                <a:gd name="T25" fmla="*/ 251 h 658"/>
                <a:gd name="T26" fmla="*/ 25 w 658"/>
                <a:gd name="T27" fmla="*/ 268 h 658"/>
                <a:gd name="T28" fmla="*/ 19 w 658"/>
                <a:gd name="T29" fmla="*/ 329 h 658"/>
                <a:gd name="T30" fmla="*/ 329 w 658"/>
                <a:gd name="T31" fmla="*/ 639 h 658"/>
                <a:gd name="T32" fmla="*/ 555 w 658"/>
                <a:gd name="T33" fmla="*/ 540 h 658"/>
                <a:gd name="T34" fmla="*/ 581 w 658"/>
                <a:gd name="T35" fmla="*/ 540 h 658"/>
                <a:gd name="T36" fmla="*/ 29 w 658"/>
                <a:gd name="T37" fmla="*/ 194 h 658"/>
                <a:gd name="T38" fmla="*/ 116 w 658"/>
                <a:gd name="T39" fmla="*/ 79 h 658"/>
                <a:gd name="T40" fmla="*/ 126 w 658"/>
                <a:gd name="T41" fmla="*/ 95 h 658"/>
                <a:gd name="T42" fmla="*/ 49 w 658"/>
                <a:gd name="T43" fmla="*/ 196 h 658"/>
                <a:gd name="T44" fmla="*/ 29 w 658"/>
                <a:gd name="T45" fmla="*/ 194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8" h="658">
                  <a:moveTo>
                    <a:pt x="329" y="0"/>
                  </a:moveTo>
                  <a:cubicBezTo>
                    <a:pt x="510" y="0"/>
                    <a:pt x="658" y="148"/>
                    <a:pt x="658" y="329"/>
                  </a:cubicBezTo>
                  <a:cubicBezTo>
                    <a:pt x="658" y="368"/>
                    <a:pt x="651" y="405"/>
                    <a:pt x="638" y="440"/>
                  </a:cubicBezTo>
                  <a:cubicBezTo>
                    <a:pt x="620" y="435"/>
                    <a:pt x="620" y="435"/>
                    <a:pt x="620" y="435"/>
                  </a:cubicBezTo>
                  <a:cubicBezTo>
                    <a:pt x="632" y="402"/>
                    <a:pt x="638" y="366"/>
                    <a:pt x="638" y="329"/>
                  </a:cubicBezTo>
                  <a:cubicBezTo>
                    <a:pt x="638" y="159"/>
                    <a:pt x="499" y="20"/>
                    <a:pt x="329" y="20"/>
                  </a:cubicBezTo>
                  <a:cubicBezTo>
                    <a:pt x="293" y="20"/>
                    <a:pt x="259" y="26"/>
                    <a:pt x="227" y="37"/>
                  </a:cubicBezTo>
                  <a:cubicBezTo>
                    <a:pt x="225" y="31"/>
                    <a:pt x="222" y="25"/>
                    <a:pt x="219" y="19"/>
                  </a:cubicBezTo>
                  <a:cubicBezTo>
                    <a:pt x="253" y="7"/>
                    <a:pt x="290" y="0"/>
                    <a:pt x="329" y="0"/>
                  </a:cubicBezTo>
                  <a:close/>
                  <a:moveTo>
                    <a:pt x="581" y="540"/>
                  </a:moveTo>
                  <a:cubicBezTo>
                    <a:pt x="521" y="612"/>
                    <a:pt x="430" y="658"/>
                    <a:pt x="329" y="658"/>
                  </a:cubicBezTo>
                  <a:cubicBezTo>
                    <a:pt x="148" y="658"/>
                    <a:pt x="0" y="510"/>
                    <a:pt x="0" y="329"/>
                  </a:cubicBezTo>
                  <a:cubicBezTo>
                    <a:pt x="0" y="302"/>
                    <a:pt x="3" y="276"/>
                    <a:pt x="9" y="251"/>
                  </a:cubicBezTo>
                  <a:cubicBezTo>
                    <a:pt x="25" y="268"/>
                    <a:pt x="25" y="268"/>
                    <a:pt x="25" y="268"/>
                  </a:cubicBezTo>
                  <a:cubicBezTo>
                    <a:pt x="21" y="288"/>
                    <a:pt x="19" y="308"/>
                    <a:pt x="19" y="329"/>
                  </a:cubicBezTo>
                  <a:cubicBezTo>
                    <a:pt x="19" y="500"/>
                    <a:pt x="158" y="639"/>
                    <a:pt x="329" y="639"/>
                  </a:cubicBezTo>
                  <a:cubicBezTo>
                    <a:pt x="418" y="639"/>
                    <a:pt x="499" y="601"/>
                    <a:pt x="555" y="540"/>
                  </a:cubicBezTo>
                  <a:cubicBezTo>
                    <a:pt x="581" y="540"/>
                    <a:pt x="581" y="540"/>
                    <a:pt x="581" y="540"/>
                  </a:cubicBezTo>
                  <a:close/>
                  <a:moveTo>
                    <a:pt x="29" y="194"/>
                  </a:moveTo>
                  <a:cubicBezTo>
                    <a:pt x="49" y="150"/>
                    <a:pt x="79" y="110"/>
                    <a:pt x="116" y="79"/>
                  </a:cubicBezTo>
                  <a:cubicBezTo>
                    <a:pt x="118" y="85"/>
                    <a:pt x="122" y="90"/>
                    <a:pt x="126" y="95"/>
                  </a:cubicBezTo>
                  <a:cubicBezTo>
                    <a:pt x="94" y="123"/>
                    <a:pt x="68" y="157"/>
                    <a:pt x="49" y="196"/>
                  </a:cubicBezTo>
                  <a:cubicBezTo>
                    <a:pt x="29" y="194"/>
                    <a:pt x="29" y="194"/>
                    <a:pt x="29" y="1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5805488" y="4481513"/>
              <a:ext cx="165100" cy="215900"/>
            </a:xfrm>
            <a:custGeom>
              <a:avLst/>
              <a:gdLst>
                <a:gd name="T0" fmla="*/ 52 w 61"/>
                <a:gd name="T1" fmla="*/ 58 h 79"/>
                <a:gd name="T2" fmla="*/ 51 w 61"/>
                <a:gd name="T3" fmla="*/ 60 h 79"/>
                <a:gd name="T4" fmla="*/ 51 w 61"/>
                <a:gd name="T5" fmla="*/ 62 h 79"/>
                <a:gd name="T6" fmla="*/ 50 w 61"/>
                <a:gd name="T7" fmla="*/ 64 h 79"/>
                <a:gd name="T8" fmla="*/ 49 w 61"/>
                <a:gd name="T9" fmla="*/ 66 h 79"/>
                <a:gd name="T10" fmla="*/ 48 w 61"/>
                <a:gd name="T11" fmla="*/ 67 h 79"/>
                <a:gd name="T12" fmla="*/ 44 w 61"/>
                <a:gd name="T13" fmla="*/ 73 h 79"/>
                <a:gd name="T14" fmla="*/ 39 w 61"/>
                <a:gd name="T15" fmla="*/ 76 h 79"/>
                <a:gd name="T16" fmla="*/ 36 w 61"/>
                <a:gd name="T17" fmla="*/ 77 h 79"/>
                <a:gd name="T18" fmla="*/ 33 w 61"/>
                <a:gd name="T19" fmla="*/ 78 h 79"/>
                <a:gd name="T20" fmla="*/ 29 w 61"/>
                <a:gd name="T21" fmla="*/ 79 h 79"/>
                <a:gd name="T22" fmla="*/ 21 w 61"/>
                <a:gd name="T23" fmla="*/ 78 h 79"/>
                <a:gd name="T24" fmla="*/ 17 w 61"/>
                <a:gd name="T25" fmla="*/ 77 h 79"/>
                <a:gd name="T26" fmla="*/ 11 w 61"/>
                <a:gd name="T27" fmla="*/ 74 h 79"/>
                <a:gd name="T28" fmla="*/ 8 w 61"/>
                <a:gd name="T29" fmla="*/ 72 h 79"/>
                <a:gd name="T30" fmla="*/ 6 w 61"/>
                <a:gd name="T31" fmla="*/ 70 h 79"/>
                <a:gd name="T32" fmla="*/ 4 w 61"/>
                <a:gd name="T33" fmla="*/ 67 h 79"/>
                <a:gd name="T34" fmla="*/ 1 w 61"/>
                <a:gd name="T35" fmla="*/ 62 h 79"/>
                <a:gd name="T36" fmla="*/ 0 w 61"/>
                <a:gd name="T37" fmla="*/ 58 h 79"/>
                <a:gd name="T38" fmla="*/ 0 w 61"/>
                <a:gd name="T39" fmla="*/ 58 h 79"/>
                <a:gd name="T40" fmla="*/ 0 w 61"/>
                <a:gd name="T41" fmla="*/ 54 h 79"/>
                <a:gd name="T42" fmla="*/ 0 w 61"/>
                <a:gd name="T43" fmla="*/ 54 h 79"/>
                <a:gd name="T44" fmla="*/ 0 w 61"/>
                <a:gd name="T45" fmla="*/ 50 h 79"/>
                <a:gd name="T46" fmla="*/ 1 w 61"/>
                <a:gd name="T47" fmla="*/ 48 h 79"/>
                <a:gd name="T48" fmla="*/ 1 w 61"/>
                <a:gd name="T49" fmla="*/ 45 h 79"/>
                <a:gd name="T50" fmla="*/ 1 w 61"/>
                <a:gd name="T51" fmla="*/ 45 h 79"/>
                <a:gd name="T52" fmla="*/ 10 w 61"/>
                <a:gd name="T53" fmla="*/ 1 h 79"/>
                <a:gd name="T54" fmla="*/ 12 w 61"/>
                <a:gd name="T55" fmla="*/ 0 h 79"/>
                <a:gd name="T56" fmla="*/ 23 w 61"/>
                <a:gd name="T57" fmla="*/ 2 h 79"/>
                <a:gd name="T58" fmla="*/ 14 w 61"/>
                <a:gd name="T59" fmla="*/ 49 h 79"/>
                <a:gd name="T60" fmla="*/ 15 w 61"/>
                <a:gd name="T61" fmla="*/ 61 h 79"/>
                <a:gd name="T62" fmla="*/ 18 w 61"/>
                <a:gd name="T63" fmla="*/ 65 h 79"/>
                <a:gd name="T64" fmla="*/ 34 w 61"/>
                <a:gd name="T65" fmla="*/ 65 h 79"/>
                <a:gd name="T66" fmla="*/ 39 w 61"/>
                <a:gd name="T67" fmla="*/ 54 h 79"/>
                <a:gd name="T68" fmla="*/ 48 w 61"/>
                <a:gd name="T69" fmla="*/ 7 h 79"/>
                <a:gd name="T70" fmla="*/ 60 w 61"/>
                <a:gd name="T71" fmla="*/ 9 h 79"/>
                <a:gd name="T72" fmla="*/ 61 w 61"/>
                <a:gd name="T73" fmla="*/ 1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79">
                  <a:moveTo>
                    <a:pt x="52" y="55"/>
                  </a:moveTo>
                  <a:cubicBezTo>
                    <a:pt x="52" y="56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1"/>
                    <a:pt x="51" y="61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63"/>
                    <a:pt x="50" y="63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4"/>
                    <a:pt x="50" y="65"/>
                    <a:pt x="49" y="66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9" y="66"/>
                    <a:pt x="49" y="67"/>
                    <a:pt x="48" y="67"/>
                  </a:cubicBezTo>
                  <a:cubicBezTo>
                    <a:pt x="48" y="68"/>
                    <a:pt x="47" y="70"/>
                    <a:pt x="46" y="71"/>
                  </a:cubicBezTo>
                  <a:cubicBezTo>
                    <a:pt x="45" y="71"/>
                    <a:pt x="45" y="72"/>
                    <a:pt x="44" y="73"/>
                  </a:cubicBezTo>
                  <a:cubicBezTo>
                    <a:pt x="43" y="73"/>
                    <a:pt x="43" y="74"/>
                    <a:pt x="42" y="75"/>
                  </a:cubicBezTo>
                  <a:cubicBezTo>
                    <a:pt x="41" y="75"/>
                    <a:pt x="40" y="76"/>
                    <a:pt x="39" y="76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38" y="77"/>
                    <a:pt x="37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5" y="78"/>
                    <a:pt x="34" y="78"/>
                    <a:pt x="33" y="78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32" y="78"/>
                    <a:pt x="31" y="79"/>
                    <a:pt x="29" y="79"/>
                  </a:cubicBezTo>
                  <a:cubicBezTo>
                    <a:pt x="28" y="79"/>
                    <a:pt x="27" y="79"/>
                    <a:pt x="26" y="79"/>
                  </a:cubicBezTo>
                  <a:cubicBezTo>
                    <a:pt x="24" y="78"/>
                    <a:pt x="23" y="78"/>
                    <a:pt x="21" y="78"/>
                  </a:cubicBezTo>
                  <a:cubicBezTo>
                    <a:pt x="20" y="78"/>
                    <a:pt x="19" y="77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7"/>
                    <a:pt x="15" y="76"/>
                    <a:pt x="14" y="76"/>
                  </a:cubicBezTo>
                  <a:cubicBezTo>
                    <a:pt x="13" y="75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0" y="73"/>
                    <a:pt x="9" y="72"/>
                    <a:pt x="8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1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69"/>
                    <a:pt x="4" y="68"/>
                    <a:pt x="4" y="67"/>
                  </a:cubicBezTo>
                  <a:cubicBezTo>
                    <a:pt x="3" y="66"/>
                    <a:pt x="3" y="65"/>
                    <a:pt x="2" y="65"/>
                  </a:cubicBezTo>
                  <a:cubicBezTo>
                    <a:pt x="2" y="64"/>
                    <a:pt x="2" y="63"/>
                    <a:pt x="1" y="62"/>
                  </a:cubicBezTo>
                  <a:cubicBezTo>
                    <a:pt x="1" y="61"/>
                    <a:pt x="1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5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9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7"/>
                    <a:pt x="1" y="4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51"/>
                    <a:pt x="13" y="54"/>
                    <a:pt x="13" y="56"/>
                  </a:cubicBezTo>
                  <a:cubicBezTo>
                    <a:pt x="14" y="58"/>
                    <a:pt x="14" y="60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3"/>
                    <a:pt x="17" y="64"/>
                    <a:pt x="18" y="65"/>
                  </a:cubicBezTo>
                  <a:cubicBezTo>
                    <a:pt x="20" y="66"/>
                    <a:pt x="21" y="67"/>
                    <a:pt x="23" y="67"/>
                  </a:cubicBezTo>
                  <a:cubicBezTo>
                    <a:pt x="27" y="68"/>
                    <a:pt x="31" y="67"/>
                    <a:pt x="34" y="65"/>
                  </a:cubicBezTo>
                  <a:cubicBezTo>
                    <a:pt x="35" y="64"/>
                    <a:pt x="36" y="62"/>
                    <a:pt x="37" y="61"/>
                  </a:cubicBezTo>
                  <a:cubicBezTo>
                    <a:pt x="38" y="59"/>
                    <a:pt x="39" y="56"/>
                    <a:pt x="39" y="5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2" y="55"/>
                    <a:pt x="52" y="55"/>
                    <a:pt x="52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6019800" y="4511675"/>
              <a:ext cx="149225" cy="201613"/>
            </a:xfrm>
            <a:custGeom>
              <a:avLst/>
              <a:gdLst>
                <a:gd name="T0" fmla="*/ 0 w 94"/>
                <a:gd name="T1" fmla="*/ 0 h 127"/>
                <a:gd name="T2" fmla="*/ 3 w 94"/>
                <a:gd name="T3" fmla="*/ 0 h 127"/>
                <a:gd name="T4" fmla="*/ 24 w 94"/>
                <a:gd name="T5" fmla="*/ 0 h 127"/>
                <a:gd name="T6" fmla="*/ 26 w 94"/>
                <a:gd name="T7" fmla="*/ 0 h 127"/>
                <a:gd name="T8" fmla="*/ 26 w 94"/>
                <a:gd name="T9" fmla="*/ 2 h 127"/>
                <a:gd name="T10" fmla="*/ 72 w 94"/>
                <a:gd name="T11" fmla="*/ 91 h 127"/>
                <a:gd name="T12" fmla="*/ 72 w 94"/>
                <a:gd name="T13" fmla="*/ 2 h 127"/>
                <a:gd name="T14" fmla="*/ 72 w 94"/>
                <a:gd name="T15" fmla="*/ 0 h 127"/>
                <a:gd name="T16" fmla="*/ 74 w 94"/>
                <a:gd name="T17" fmla="*/ 0 h 127"/>
                <a:gd name="T18" fmla="*/ 91 w 94"/>
                <a:gd name="T19" fmla="*/ 0 h 127"/>
                <a:gd name="T20" fmla="*/ 93 w 94"/>
                <a:gd name="T21" fmla="*/ 0 h 127"/>
                <a:gd name="T22" fmla="*/ 93 w 94"/>
                <a:gd name="T23" fmla="*/ 2 h 127"/>
                <a:gd name="T24" fmla="*/ 94 w 94"/>
                <a:gd name="T25" fmla="*/ 124 h 127"/>
                <a:gd name="T26" fmla="*/ 94 w 94"/>
                <a:gd name="T27" fmla="*/ 127 h 127"/>
                <a:gd name="T28" fmla="*/ 91 w 94"/>
                <a:gd name="T29" fmla="*/ 127 h 127"/>
                <a:gd name="T30" fmla="*/ 70 w 94"/>
                <a:gd name="T31" fmla="*/ 127 h 127"/>
                <a:gd name="T32" fmla="*/ 69 w 94"/>
                <a:gd name="T33" fmla="*/ 127 h 127"/>
                <a:gd name="T34" fmla="*/ 67 w 94"/>
                <a:gd name="T35" fmla="*/ 125 h 127"/>
                <a:gd name="T36" fmla="*/ 22 w 94"/>
                <a:gd name="T37" fmla="*/ 36 h 127"/>
                <a:gd name="T38" fmla="*/ 22 w 94"/>
                <a:gd name="T39" fmla="*/ 124 h 127"/>
                <a:gd name="T40" fmla="*/ 22 w 94"/>
                <a:gd name="T41" fmla="*/ 127 h 127"/>
                <a:gd name="T42" fmla="*/ 19 w 94"/>
                <a:gd name="T43" fmla="*/ 127 h 127"/>
                <a:gd name="T44" fmla="*/ 3 w 94"/>
                <a:gd name="T45" fmla="*/ 127 h 127"/>
                <a:gd name="T46" fmla="*/ 0 w 94"/>
                <a:gd name="T47" fmla="*/ 127 h 127"/>
                <a:gd name="T48" fmla="*/ 0 w 94"/>
                <a:gd name="T49" fmla="*/ 124 h 127"/>
                <a:gd name="T50" fmla="*/ 0 w 94"/>
                <a:gd name="T51" fmla="*/ 3 h 127"/>
                <a:gd name="T52" fmla="*/ 0 w 94"/>
                <a:gd name="T53" fmla="*/ 0 h 127"/>
                <a:gd name="T54" fmla="*/ 0 w 94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27">
                  <a:moveTo>
                    <a:pt x="0" y="0"/>
                  </a:moveTo>
                  <a:lnTo>
                    <a:pt x="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2"/>
                  </a:lnTo>
                  <a:lnTo>
                    <a:pt x="72" y="91"/>
                  </a:lnTo>
                  <a:lnTo>
                    <a:pt x="72" y="2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3" y="2"/>
                  </a:lnTo>
                  <a:lnTo>
                    <a:pt x="94" y="124"/>
                  </a:lnTo>
                  <a:lnTo>
                    <a:pt x="94" y="127"/>
                  </a:lnTo>
                  <a:lnTo>
                    <a:pt x="91" y="127"/>
                  </a:lnTo>
                  <a:lnTo>
                    <a:pt x="70" y="127"/>
                  </a:lnTo>
                  <a:lnTo>
                    <a:pt x="69" y="127"/>
                  </a:lnTo>
                  <a:lnTo>
                    <a:pt x="67" y="125"/>
                  </a:lnTo>
                  <a:lnTo>
                    <a:pt x="22" y="36"/>
                  </a:lnTo>
                  <a:lnTo>
                    <a:pt x="22" y="124"/>
                  </a:lnTo>
                  <a:lnTo>
                    <a:pt x="22" y="127"/>
                  </a:lnTo>
                  <a:lnTo>
                    <a:pt x="19" y="127"/>
                  </a:lnTo>
                  <a:lnTo>
                    <a:pt x="3" y="127"/>
                  </a:lnTo>
                  <a:lnTo>
                    <a:pt x="0" y="127"/>
                  </a:lnTo>
                  <a:lnTo>
                    <a:pt x="0" y="12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6218238" y="4500563"/>
              <a:ext cx="60325" cy="204788"/>
            </a:xfrm>
            <a:custGeom>
              <a:avLst/>
              <a:gdLst>
                <a:gd name="T0" fmla="*/ 0 w 38"/>
                <a:gd name="T1" fmla="*/ 2 h 129"/>
                <a:gd name="T2" fmla="*/ 2 w 38"/>
                <a:gd name="T3" fmla="*/ 2 h 129"/>
                <a:gd name="T4" fmla="*/ 19 w 38"/>
                <a:gd name="T5" fmla="*/ 0 h 129"/>
                <a:gd name="T6" fmla="*/ 22 w 38"/>
                <a:gd name="T7" fmla="*/ 0 h 129"/>
                <a:gd name="T8" fmla="*/ 22 w 38"/>
                <a:gd name="T9" fmla="*/ 2 h 129"/>
                <a:gd name="T10" fmla="*/ 38 w 38"/>
                <a:gd name="T11" fmla="*/ 122 h 129"/>
                <a:gd name="T12" fmla="*/ 38 w 38"/>
                <a:gd name="T13" fmla="*/ 125 h 129"/>
                <a:gd name="T14" fmla="*/ 34 w 38"/>
                <a:gd name="T15" fmla="*/ 125 h 129"/>
                <a:gd name="T16" fmla="*/ 19 w 38"/>
                <a:gd name="T17" fmla="*/ 129 h 129"/>
                <a:gd name="T18" fmla="*/ 16 w 38"/>
                <a:gd name="T19" fmla="*/ 129 h 129"/>
                <a:gd name="T20" fmla="*/ 16 w 38"/>
                <a:gd name="T21" fmla="*/ 125 h 129"/>
                <a:gd name="T22" fmla="*/ 0 w 38"/>
                <a:gd name="T23" fmla="*/ 5 h 129"/>
                <a:gd name="T24" fmla="*/ 0 w 38"/>
                <a:gd name="T25" fmla="*/ 2 h 129"/>
                <a:gd name="T26" fmla="*/ 0 w 38"/>
                <a:gd name="T27" fmla="*/ 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129">
                  <a:moveTo>
                    <a:pt x="0" y="2"/>
                  </a:moveTo>
                  <a:lnTo>
                    <a:pt x="2" y="2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38" y="122"/>
                  </a:lnTo>
                  <a:lnTo>
                    <a:pt x="38" y="125"/>
                  </a:lnTo>
                  <a:lnTo>
                    <a:pt x="34" y="125"/>
                  </a:lnTo>
                  <a:lnTo>
                    <a:pt x="19" y="129"/>
                  </a:lnTo>
                  <a:lnTo>
                    <a:pt x="16" y="129"/>
                  </a:lnTo>
                  <a:lnTo>
                    <a:pt x="16" y="12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6294438" y="4451350"/>
              <a:ext cx="163513" cy="220663"/>
            </a:xfrm>
            <a:custGeom>
              <a:avLst/>
              <a:gdLst>
                <a:gd name="T0" fmla="*/ 0 w 103"/>
                <a:gd name="T1" fmla="*/ 29 h 139"/>
                <a:gd name="T2" fmla="*/ 4 w 103"/>
                <a:gd name="T3" fmla="*/ 28 h 139"/>
                <a:gd name="T4" fmla="*/ 22 w 103"/>
                <a:gd name="T5" fmla="*/ 22 h 139"/>
                <a:gd name="T6" fmla="*/ 24 w 103"/>
                <a:gd name="T7" fmla="*/ 22 h 139"/>
                <a:gd name="T8" fmla="*/ 26 w 103"/>
                <a:gd name="T9" fmla="*/ 24 h 139"/>
                <a:gd name="T10" fmla="*/ 77 w 103"/>
                <a:gd name="T11" fmla="*/ 103 h 139"/>
                <a:gd name="T12" fmla="*/ 81 w 103"/>
                <a:gd name="T13" fmla="*/ 7 h 139"/>
                <a:gd name="T14" fmla="*/ 81 w 103"/>
                <a:gd name="T15" fmla="*/ 5 h 139"/>
                <a:gd name="T16" fmla="*/ 84 w 103"/>
                <a:gd name="T17" fmla="*/ 5 h 139"/>
                <a:gd name="T18" fmla="*/ 100 w 103"/>
                <a:gd name="T19" fmla="*/ 0 h 139"/>
                <a:gd name="T20" fmla="*/ 103 w 103"/>
                <a:gd name="T21" fmla="*/ 0 h 139"/>
                <a:gd name="T22" fmla="*/ 103 w 103"/>
                <a:gd name="T23" fmla="*/ 4 h 139"/>
                <a:gd name="T24" fmla="*/ 96 w 103"/>
                <a:gd name="T25" fmla="*/ 132 h 139"/>
                <a:gd name="T26" fmla="*/ 96 w 103"/>
                <a:gd name="T27" fmla="*/ 134 h 139"/>
                <a:gd name="T28" fmla="*/ 94 w 103"/>
                <a:gd name="T29" fmla="*/ 134 h 139"/>
                <a:gd name="T30" fmla="*/ 77 w 103"/>
                <a:gd name="T31" fmla="*/ 139 h 139"/>
                <a:gd name="T32" fmla="*/ 76 w 103"/>
                <a:gd name="T33" fmla="*/ 139 h 139"/>
                <a:gd name="T34" fmla="*/ 74 w 103"/>
                <a:gd name="T35" fmla="*/ 138 h 139"/>
                <a:gd name="T36" fmla="*/ 2 w 103"/>
                <a:gd name="T37" fmla="*/ 31 h 139"/>
                <a:gd name="T38" fmla="*/ 0 w 103"/>
                <a:gd name="T39" fmla="*/ 29 h 139"/>
                <a:gd name="T40" fmla="*/ 0 w 103"/>
                <a:gd name="T41" fmla="*/ 2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3" h="139">
                  <a:moveTo>
                    <a:pt x="0" y="29"/>
                  </a:moveTo>
                  <a:lnTo>
                    <a:pt x="4" y="28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77" y="103"/>
                  </a:lnTo>
                  <a:lnTo>
                    <a:pt x="81" y="7"/>
                  </a:lnTo>
                  <a:lnTo>
                    <a:pt x="81" y="5"/>
                  </a:lnTo>
                  <a:lnTo>
                    <a:pt x="84" y="5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3" y="4"/>
                  </a:lnTo>
                  <a:lnTo>
                    <a:pt x="96" y="132"/>
                  </a:lnTo>
                  <a:lnTo>
                    <a:pt x="96" y="134"/>
                  </a:lnTo>
                  <a:lnTo>
                    <a:pt x="94" y="134"/>
                  </a:lnTo>
                  <a:lnTo>
                    <a:pt x="77" y="139"/>
                  </a:lnTo>
                  <a:lnTo>
                    <a:pt x="76" y="139"/>
                  </a:lnTo>
                  <a:lnTo>
                    <a:pt x="74" y="138"/>
                  </a:lnTo>
                  <a:lnTo>
                    <a:pt x="2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6500813" y="4386263"/>
              <a:ext cx="185738" cy="228600"/>
            </a:xfrm>
            <a:custGeom>
              <a:avLst/>
              <a:gdLst>
                <a:gd name="T0" fmla="*/ 0 w 117"/>
                <a:gd name="T1" fmla="*/ 29 h 144"/>
                <a:gd name="T2" fmla="*/ 2 w 117"/>
                <a:gd name="T3" fmla="*/ 27 h 144"/>
                <a:gd name="T4" fmla="*/ 59 w 117"/>
                <a:gd name="T5" fmla="*/ 2 h 144"/>
                <a:gd name="T6" fmla="*/ 60 w 117"/>
                <a:gd name="T7" fmla="*/ 0 h 144"/>
                <a:gd name="T8" fmla="*/ 62 w 117"/>
                <a:gd name="T9" fmla="*/ 2 h 144"/>
                <a:gd name="T10" fmla="*/ 67 w 117"/>
                <a:gd name="T11" fmla="*/ 14 h 144"/>
                <a:gd name="T12" fmla="*/ 69 w 117"/>
                <a:gd name="T13" fmla="*/ 17 h 144"/>
                <a:gd name="T14" fmla="*/ 67 w 117"/>
                <a:gd name="T15" fmla="*/ 19 h 144"/>
                <a:gd name="T16" fmla="*/ 28 w 117"/>
                <a:gd name="T17" fmla="*/ 36 h 144"/>
                <a:gd name="T18" fmla="*/ 42 w 117"/>
                <a:gd name="T19" fmla="*/ 65 h 144"/>
                <a:gd name="T20" fmla="*/ 79 w 117"/>
                <a:gd name="T21" fmla="*/ 48 h 144"/>
                <a:gd name="T22" fmla="*/ 81 w 117"/>
                <a:gd name="T23" fmla="*/ 48 h 144"/>
                <a:gd name="T24" fmla="*/ 83 w 117"/>
                <a:gd name="T25" fmla="*/ 50 h 144"/>
                <a:gd name="T26" fmla="*/ 88 w 117"/>
                <a:gd name="T27" fmla="*/ 62 h 144"/>
                <a:gd name="T28" fmla="*/ 90 w 117"/>
                <a:gd name="T29" fmla="*/ 65 h 144"/>
                <a:gd name="T30" fmla="*/ 86 w 117"/>
                <a:gd name="T31" fmla="*/ 67 h 144"/>
                <a:gd name="T32" fmla="*/ 50 w 117"/>
                <a:gd name="T33" fmla="*/ 82 h 144"/>
                <a:gd name="T34" fmla="*/ 66 w 117"/>
                <a:gd name="T35" fmla="*/ 117 h 144"/>
                <a:gd name="T36" fmla="*/ 107 w 117"/>
                <a:gd name="T37" fmla="*/ 98 h 144"/>
                <a:gd name="T38" fmla="*/ 108 w 117"/>
                <a:gd name="T39" fmla="*/ 96 h 144"/>
                <a:gd name="T40" fmla="*/ 110 w 117"/>
                <a:gd name="T41" fmla="*/ 100 h 144"/>
                <a:gd name="T42" fmla="*/ 115 w 117"/>
                <a:gd name="T43" fmla="*/ 112 h 144"/>
                <a:gd name="T44" fmla="*/ 117 w 117"/>
                <a:gd name="T45" fmla="*/ 113 h 144"/>
                <a:gd name="T46" fmla="*/ 114 w 117"/>
                <a:gd name="T47" fmla="*/ 115 h 144"/>
                <a:gd name="T48" fmla="*/ 55 w 117"/>
                <a:gd name="T49" fmla="*/ 142 h 144"/>
                <a:gd name="T50" fmla="*/ 54 w 117"/>
                <a:gd name="T51" fmla="*/ 144 h 144"/>
                <a:gd name="T52" fmla="*/ 52 w 117"/>
                <a:gd name="T53" fmla="*/ 141 h 144"/>
                <a:gd name="T54" fmla="*/ 0 w 117"/>
                <a:gd name="T55" fmla="*/ 31 h 144"/>
                <a:gd name="T56" fmla="*/ 0 w 117"/>
                <a:gd name="T57" fmla="*/ 29 h 144"/>
                <a:gd name="T58" fmla="*/ 0 w 117"/>
                <a:gd name="T59" fmla="*/ 2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7" h="144">
                  <a:moveTo>
                    <a:pt x="0" y="29"/>
                  </a:moveTo>
                  <a:lnTo>
                    <a:pt x="2" y="27"/>
                  </a:lnTo>
                  <a:lnTo>
                    <a:pt x="59" y="2"/>
                  </a:lnTo>
                  <a:lnTo>
                    <a:pt x="60" y="0"/>
                  </a:lnTo>
                  <a:lnTo>
                    <a:pt x="62" y="2"/>
                  </a:lnTo>
                  <a:lnTo>
                    <a:pt x="67" y="14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28" y="36"/>
                  </a:lnTo>
                  <a:lnTo>
                    <a:pt x="42" y="65"/>
                  </a:lnTo>
                  <a:lnTo>
                    <a:pt x="79" y="48"/>
                  </a:lnTo>
                  <a:lnTo>
                    <a:pt x="81" y="48"/>
                  </a:lnTo>
                  <a:lnTo>
                    <a:pt x="83" y="50"/>
                  </a:lnTo>
                  <a:lnTo>
                    <a:pt x="88" y="62"/>
                  </a:lnTo>
                  <a:lnTo>
                    <a:pt x="90" y="65"/>
                  </a:lnTo>
                  <a:lnTo>
                    <a:pt x="86" y="67"/>
                  </a:lnTo>
                  <a:lnTo>
                    <a:pt x="50" y="82"/>
                  </a:lnTo>
                  <a:lnTo>
                    <a:pt x="66" y="117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0" y="100"/>
                  </a:lnTo>
                  <a:lnTo>
                    <a:pt x="115" y="112"/>
                  </a:lnTo>
                  <a:lnTo>
                    <a:pt x="117" y="113"/>
                  </a:lnTo>
                  <a:lnTo>
                    <a:pt x="114" y="115"/>
                  </a:lnTo>
                  <a:lnTo>
                    <a:pt x="55" y="142"/>
                  </a:lnTo>
                  <a:lnTo>
                    <a:pt x="54" y="144"/>
                  </a:lnTo>
                  <a:lnTo>
                    <a:pt x="52" y="14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Freeform 22"/>
            <p:cNvSpPr>
              <a:spLocks noEditPoints="1"/>
            </p:cNvSpPr>
            <p:nvPr/>
          </p:nvSpPr>
          <p:spPr bwMode="auto">
            <a:xfrm>
              <a:off x="6643688" y="4313238"/>
              <a:ext cx="228600" cy="214313"/>
            </a:xfrm>
            <a:custGeom>
              <a:avLst/>
              <a:gdLst>
                <a:gd name="T0" fmla="*/ 2 w 84"/>
                <a:gd name="T1" fmla="*/ 17 h 79"/>
                <a:gd name="T2" fmla="*/ 23 w 84"/>
                <a:gd name="T3" fmla="*/ 3 h 79"/>
                <a:gd name="T4" fmla="*/ 27 w 84"/>
                <a:gd name="T5" fmla="*/ 1 h 79"/>
                <a:gd name="T6" fmla="*/ 35 w 84"/>
                <a:gd name="T7" fmla="*/ 0 h 79"/>
                <a:gd name="T8" fmla="*/ 40 w 84"/>
                <a:gd name="T9" fmla="*/ 1 h 79"/>
                <a:gd name="T10" fmla="*/ 46 w 84"/>
                <a:gd name="T11" fmla="*/ 6 h 79"/>
                <a:gd name="T12" fmla="*/ 49 w 84"/>
                <a:gd name="T13" fmla="*/ 9 h 79"/>
                <a:gd name="T14" fmla="*/ 52 w 84"/>
                <a:gd name="T15" fmla="*/ 14 h 79"/>
                <a:gd name="T16" fmla="*/ 53 w 84"/>
                <a:gd name="T17" fmla="*/ 20 h 79"/>
                <a:gd name="T18" fmla="*/ 51 w 84"/>
                <a:gd name="T19" fmla="*/ 27 h 79"/>
                <a:gd name="T20" fmla="*/ 49 w 84"/>
                <a:gd name="T21" fmla="*/ 30 h 79"/>
                <a:gd name="T22" fmla="*/ 54 w 84"/>
                <a:gd name="T23" fmla="*/ 30 h 79"/>
                <a:gd name="T24" fmla="*/ 57 w 84"/>
                <a:gd name="T25" fmla="*/ 32 h 79"/>
                <a:gd name="T26" fmla="*/ 84 w 84"/>
                <a:gd name="T27" fmla="*/ 50 h 79"/>
                <a:gd name="T28" fmla="*/ 73 w 84"/>
                <a:gd name="T29" fmla="*/ 58 h 79"/>
                <a:gd name="T30" fmla="*/ 71 w 84"/>
                <a:gd name="T31" fmla="*/ 58 h 79"/>
                <a:gd name="T32" fmla="*/ 50 w 84"/>
                <a:gd name="T33" fmla="*/ 43 h 79"/>
                <a:gd name="T34" fmla="*/ 47 w 84"/>
                <a:gd name="T35" fmla="*/ 42 h 79"/>
                <a:gd name="T36" fmla="*/ 41 w 84"/>
                <a:gd name="T37" fmla="*/ 42 h 79"/>
                <a:gd name="T38" fmla="*/ 35 w 84"/>
                <a:gd name="T39" fmla="*/ 45 h 79"/>
                <a:gd name="T40" fmla="*/ 53 w 84"/>
                <a:gd name="T41" fmla="*/ 72 h 79"/>
                <a:gd name="T42" fmla="*/ 44 w 84"/>
                <a:gd name="T43" fmla="*/ 78 h 79"/>
                <a:gd name="T44" fmla="*/ 42 w 84"/>
                <a:gd name="T45" fmla="*/ 78 h 79"/>
                <a:gd name="T46" fmla="*/ 0 w 84"/>
                <a:gd name="T47" fmla="*/ 18 h 79"/>
                <a:gd name="T48" fmla="*/ 34 w 84"/>
                <a:gd name="T49" fmla="*/ 33 h 79"/>
                <a:gd name="T50" fmla="*/ 38 w 84"/>
                <a:gd name="T51" fmla="*/ 29 h 79"/>
                <a:gd name="T52" fmla="*/ 40 w 84"/>
                <a:gd name="T53" fmla="*/ 27 h 79"/>
                <a:gd name="T54" fmla="*/ 40 w 84"/>
                <a:gd name="T55" fmla="*/ 23 h 79"/>
                <a:gd name="T56" fmla="*/ 40 w 84"/>
                <a:gd name="T57" fmla="*/ 21 h 79"/>
                <a:gd name="T58" fmla="*/ 39 w 84"/>
                <a:gd name="T59" fmla="*/ 19 h 79"/>
                <a:gd name="T60" fmla="*/ 38 w 84"/>
                <a:gd name="T61" fmla="*/ 17 h 79"/>
                <a:gd name="T62" fmla="*/ 35 w 84"/>
                <a:gd name="T63" fmla="*/ 14 h 79"/>
                <a:gd name="T64" fmla="*/ 31 w 84"/>
                <a:gd name="T65" fmla="*/ 13 h 79"/>
                <a:gd name="T66" fmla="*/ 22 w 84"/>
                <a:gd name="T67" fmla="*/ 16 h 79"/>
                <a:gd name="T68" fmla="*/ 29 w 84"/>
                <a:gd name="T69" fmla="*/ 3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" h="79"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5"/>
                    <a:pt x="21" y="4"/>
                    <a:pt x="23" y="3"/>
                  </a:cubicBezTo>
                  <a:cubicBezTo>
                    <a:pt x="25" y="2"/>
                    <a:pt x="26" y="2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33" y="0"/>
                    <a:pt x="34" y="0"/>
                    <a:pt x="35" y="0"/>
                  </a:cubicBezTo>
                  <a:cubicBezTo>
                    <a:pt x="37" y="1"/>
                    <a:pt x="38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2"/>
                    <a:pt x="42" y="2"/>
                    <a:pt x="43" y="3"/>
                  </a:cubicBezTo>
                  <a:cubicBezTo>
                    <a:pt x="44" y="4"/>
                    <a:pt x="45" y="5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7" y="7"/>
                    <a:pt x="48" y="8"/>
                    <a:pt x="49" y="9"/>
                  </a:cubicBezTo>
                  <a:cubicBezTo>
                    <a:pt x="50" y="10"/>
                    <a:pt x="50" y="11"/>
                    <a:pt x="51" y="11"/>
                  </a:cubicBezTo>
                  <a:cubicBezTo>
                    <a:pt x="51" y="12"/>
                    <a:pt x="51" y="13"/>
                    <a:pt x="52" y="14"/>
                  </a:cubicBezTo>
                  <a:cubicBezTo>
                    <a:pt x="52" y="16"/>
                    <a:pt x="53" y="18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1"/>
                    <a:pt x="52" y="23"/>
                    <a:pt x="52" y="24"/>
                  </a:cubicBezTo>
                  <a:cubicBezTo>
                    <a:pt x="52" y="25"/>
                    <a:pt x="51" y="26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8"/>
                    <a:pt x="50" y="29"/>
                    <a:pt x="49" y="30"/>
                  </a:cubicBezTo>
                  <a:cubicBezTo>
                    <a:pt x="50" y="30"/>
                    <a:pt x="50" y="30"/>
                    <a:pt x="51" y="30"/>
                  </a:cubicBezTo>
                  <a:cubicBezTo>
                    <a:pt x="52" y="30"/>
                    <a:pt x="53" y="30"/>
                    <a:pt x="54" y="30"/>
                  </a:cubicBezTo>
                  <a:cubicBezTo>
                    <a:pt x="55" y="31"/>
                    <a:pt x="56" y="31"/>
                    <a:pt x="57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9" y="43"/>
                    <a:pt x="48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1"/>
                    <a:pt x="45" y="41"/>
                    <a:pt x="44" y="41"/>
                  </a:cubicBezTo>
                  <a:cubicBezTo>
                    <a:pt x="43" y="41"/>
                    <a:pt x="42" y="41"/>
                    <a:pt x="41" y="42"/>
                  </a:cubicBezTo>
                  <a:cubicBezTo>
                    <a:pt x="40" y="42"/>
                    <a:pt x="39" y="43"/>
                    <a:pt x="37" y="44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18"/>
                    <a:pt x="0" y="18"/>
                    <a:pt x="0" y="18"/>
                  </a:cubicBezTo>
                  <a:close/>
                  <a:moveTo>
                    <a:pt x="29" y="37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5" y="33"/>
                    <a:pt x="36" y="32"/>
                    <a:pt x="36" y="31"/>
                  </a:cubicBezTo>
                  <a:cubicBezTo>
                    <a:pt x="37" y="30"/>
                    <a:pt x="38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8"/>
                    <a:pt x="39" y="27"/>
                    <a:pt x="40" y="27"/>
                  </a:cubicBezTo>
                  <a:cubicBezTo>
                    <a:pt x="40" y="26"/>
                    <a:pt x="40" y="25"/>
                    <a:pt x="40" y="25"/>
                  </a:cubicBezTo>
                  <a:cubicBezTo>
                    <a:pt x="40" y="24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0"/>
                    <a:pt x="40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8" y="17"/>
                  </a:cubicBezTo>
                  <a:cubicBezTo>
                    <a:pt x="37" y="16"/>
                    <a:pt x="36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3"/>
                    <a:pt x="33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0" y="13"/>
                    <a:pt x="28" y="13"/>
                    <a:pt x="27" y="14"/>
                  </a:cubicBezTo>
                  <a:cubicBezTo>
                    <a:pt x="25" y="14"/>
                    <a:pt x="24" y="15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9" y="37"/>
                    <a:pt x="29" y="37"/>
                    <a:pt x="2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6796088" y="4200525"/>
              <a:ext cx="179388" cy="209550"/>
            </a:xfrm>
            <a:custGeom>
              <a:avLst/>
              <a:gdLst>
                <a:gd name="T0" fmla="*/ 28 w 66"/>
                <a:gd name="T1" fmla="*/ 10 h 77"/>
                <a:gd name="T2" fmla="*/ 25 w 66"/>
                <a:gd name="T3" fmla="*/ 11 h 77"/>
                <a:gd name="T4" fmla="*/ 20 w 66"/>
                <a:gd name="T5" fmla="*/ 14 h 77"/>
                <a:gd name="T6" fmla="*/ 17 w 66"/>
                <a:gd name="T7" fmla="*/ 17 h 77"/>
                <a:gd name="T8" fmla="*/ 14 w 66"/>
                <a:gd name="T9" fmla="*/ 20 h 77"/>
                <a:gd name="T10" fmla="*/ 14 w 66"/>
                <a:gd name="T11" fmla="*/ 27 h 77"/>
                <a:gd name="T12" fmla="*/ 16 w 66"/>
                <a:gd name="T13" fmla="*/ 31 h 77"/>
                <a:gd name="T14" fmla="*/ 19 w 66"/>
                <a:gd name="T15" fmla="*/ 32 h 77"/>
                <a:gd name="T16" fmla="*/ 20 w 66"/>
                <a:gd name="T17" fmla="*/ 33 h 77"/>
                <a:gd name="T18" fmla="*/ 22 w 66"/>
                <a:gd name="T19" fmla="*/ 33 h 77"/>
                <a:gd name="T20" fmla="*/ 25 w 66"/>
                <a:gd name="T21" fmla="*/ 32 h 77"/>
                <a:gd name="T22" fmla="*/ 37 w 66"/>
                <a:gd name="T23" fmla="*/ 29 h 77"/>
                <a:gd name="T24" fmla="*/ 41 w 66"/>
                <a:gd name="T25" fmla="*/ 29 h 77"/>
                <a:gd name="T26" fmla="*/ 49 w 66"/>
                <a:gd name="T27" fmla="*/ 29 h 77"/>
                <a:gd name="T28" fmla="*/ 52 w 66"/>
                <a:gd name="T29" fmla="*/ 30 h 77"/>
                <a:gd name="T30" fmla="*/ 55 w 66"/>
                <a:gd name="T31" fmla="*/ 31 h 77"/>
                <a:gd name="T32" fmla="*/ 60 w 66"/>
                <a:gd name="T33" fmla="*/ 35 h 77"/>
                <a:gd name="T34" fmla="*/ 65 w 66"/>
                <a:gd name="T35" fmla="*/ 42 h 77"/>
                <a:gd name="T36" fmla="*/ 66 w 66"/>
                <a:gd name="T37" fmla="*/ 50 h 77"/>
                <a:gd name="T38" fmla="*/ 64 w 66"/>
                <a:gd name="T39" fmla="*/ 59 h 77"/>
                <a:gd name="T40" fmla="*/ 57 w 66"/>
                <a:gd name="T41" fmla="*/ 67 h 77"/>
                <a:gd name="T42" fmla="*/ 50 w 66"/>
                <a:gd name="T43" fmla="*/ 73 h 77"/>
                <a:gd name="T44" fmla="*/ 43 w 66"/>
                <a:gd name="T45" fmla="*/ 77 h 77"/>
                <a:gd name="T46" fmla="*/ 41 w 66"/>
                <a:gd name="T47" fmla="*/ 76 h 77"/>
                <a:gd name="T48" fmla="*/ 33 w 66"/>
                <a:gd name="T49" fmla="*/ 67 h 77"/>
                <a:gd name="T50" fmla="*/ 39 w 66"/>
                <a:gd name="T51" fmla="*/ 65 h 77"/>
                <a:gd name="T52" fmla="*/ 39 w 66"/>
                <a:gd name="T53" fmla="*/ 65 h 77"/>
                <a:gd name="T54" fmla="*/ 43 w 66"/>
                <a:gd name="T55" fmla="*/ 64 h 77"/>
                <a:gd name="T56" fmla="*/ 48 w 66"/>
                <a:gd name="T57" fmla="*/ 60 h 77"/>
                <a:gd name="T58" fmla="*/ 50 w 66"/>
                <a:gd name="T59" fmla="*/ 58 h 77"/>
                <a:gd name="T60" fmla="*/ 53 w 66"/>
                <a:gd name="T61" fmla="*/ 52 h 77"/>
                <a:gd name="T62" fmla="*/ 53 w 66"/>
                <a:gd name="T63" fmla="*/ 48 h 77"/>
                <a:gd name="T64" fmla="*/ 52 w 66"/>
                <a:gd name="T65" fmla="*/ 46 h 77"/>
                <a:gd name="T66" fmla="*/ 51 w 66"/>
                <a:gd name="T67" fmla="*/ 45 h 77"/>
                <a:gd name="T68" fmla="*/ 48 w 66"/>
                <a:gd name="T69" fmla="*/ 43 h 77"/>
                <a:gd name="T70" fmla="*/ 47 w 66"/>
                <a:gd name="T71" fmla="*/ 42 h 77"/>
                <a:gd name="T72" fmla="*/ 43 w 66"/>
                <a:gd name="T73" fmla="*/ 42 h 77"/>
                <a:gd name="T74" fmla="*/ 34 w 66"/>
                <a:gd name="T75" fmla="*/ 43 h 77"/>
                <a:gd name="T76" fmla="*/ 24 w 66"/>
                <a:gd name="T77" fmla="*/ 45 h 77"/>
                <a:gd name="T78" fmla="*/ 16 w 66"/>
                <a:gd name="T79" fmla="*/ 45 h 77"/>
                <a:gd name="T80" fmla="*/ 10 w 66"/>
                <a:gd name="T81" fmla="*/ 43 h 77"/>
                <a:gd name="T82" fmla="*/ 8 w 66"/>
                <a:gd name="T83" fmla="*/ 42 h 77"/>
                <a:gd name="T84" fmla="*/ 5 w 66"/>
                <a:gd name="T85" fmla="*/ 39 h 77"/>
                <a:gd name="T86" fmla="*/ 2 w 66"/>
                <a:gd name="T87" fmla="*/ 36 h 77"/>
                <a:gd name="T88" fmla="*/ 0 w 66"/>
                <a:gd name="T89" fmla="*/ 28 h 77"/>
                <a:gd name="T90" fmla="*/ 1 w 66"/>
                <a:gd name="T91" fmla="*/ 20 h 77"/>
                <a:gd name="T92" fmla="*/ 3 w 66"/>
                <a:gd name="T93" fmla="*/ 16 h 77"/>
                <a:gd name="T94" fmla="*/ 9 w 66"/>
                <a:gd name="T95" fmla="*/ 9 h 77"/>
                <a:gd name="T96" fmla="*/ 9 w 66"/>
                <a:gd name="T97" fmla="*/ 9 h 77"/>
                <a:gd name="T98" fmla="*/ 12 w 66"/>
                <a:gd name="T99" fmla="*/ 6 h 77"/>
                <a:gd name="T100" fmla="*/ 15 w 66"/>
                <a:gd name="T101" fmla="*/ 4 h 77"/>
                <a:gd name="T102" fmla="*/ 18 w 66"/>
                <a:gd name="T103" fmla="*/ 2 h 77"/>
                <a:gd name="T104" fmla="*/ 22 w 66"/>
                <a:gd name="T105" fmla="*/ 0 h 77"/>
                <a:gd name="T106" fmla="*/ 29 w 66"/>
                <a:gd name="T107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6" h="77">
                  <a:moveTo>
                    <a:pt x="31" y="10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12"/>
                    <a:pt x="23" y="12"/>
                    <a:pt x="22" y="13"/>
                  </a:cubicBezTo>
                  <a:cubicBezTo>
                    <a:pt x="21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5"/>
                    <a:pt x="18" y="16"/>
                    <a:pt x="17" y="17"/>
                  </a:cubicBezTo>
                  <a:cubicBezTo>
                    <a:pt x="16" y="18"/>
                    <a:pt x="15" y="19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1"/>
                    <a:pt x="13" y="23"/>
                    <a:pt x="13" y="24"/>
                  </a:cubicBezTo>
                  <a:cubicBezTo>
                    <a:pt x="13" y="25"/>
                    <a:pt x="13" y="26"/>
                    <a:pt x="14" y="27"/>
                  </a:cubicBezTo>
                  <a:cubicBezTo>
                    <a:pt x="14" y="28"/>
                    <a:pt x="15" y="29"/>
                    <a:pt x="15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2"/>
                    <a:pt x="18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2"/>
                    <a:pt x="20" y="32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7" y="32"/>
                    <a:pt x="29" y="31"/>
                    <a:pt x="32" y="30"/>
                  </a:cubicBezTo>
                  <a:cubicBezTo>
                    <a:pt x="34" y="30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9" y="29"/>
                    <a:pt x="40" y="29"/>
                    <a:pt x="41" y="29"/>
                  </a:cubicBezTo>
                  <a:cubicBezTo>
                    <a:pt x="43" y="28"/>
                    <a:pt x="44" y="28"/>
                    <a:pt x="45" y="28"/>
                  </a:cubicBezTo>
                  <a:cubicBezTo>
                    <a:pt x="47" y="28"/>
                    <a:pt x="48" y="28"/>
                    <a:pt x="49" y="29"/>
                  </a:cubicBezTo>
                  <a:cubicBezTo>
                    <a:pt x="50" y="29"/>
                    <a:pt x="51" y="29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3" y="30"/>
                    <a:pt x="54" y="30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6" y="31"/>
                    <a:pt x="57" y="32"/>
                    <a:pt x="58" y="33"/>
                  </a:cubicBezTo>
                  <a:cubicBezTo>
                    <a:pt x="58" y="33"/>
                    <a:pt x="59" y="34"/>
                    <a:pt x="60" y="35"/>
                  </a:cubicBezTo>
                  <a:cubicBezTo>
                    <a:pt x="61" y="36"/>
                    <a:pt x="62" y="37"/>
                    <a:pt x="63" y="38"/>
                  </a:cubicBezTo>
                  <a:cubicBezTo>
                    <a:pt x="63" y="39"/>
                    <a:pt x="64" y="41"/>
                    <a:pt x="65" y="42"/>
                  </a:cubicBezTo>
                  <a:cubicBezTo>
                    <a:pt x="65" y="43"/>
                    <a:pt x="65" y="45"/>
                    <a:pt x="66" y="46"/>
                  </a:cubicBezTo>
                  <a:cubicBezTo>
                    <a:pt x="66" y="47"/>
                    <a:pt x="66" y="49"/>
                    <a:pt x="66" y="50"/>
                  </a:cubicBezTo>
                  <a:cubicBezTo>
                    <a:pt x="66" y="52"/>
                    <a:pt x="66" y="53"/>
                    <a:pt x="65" y="55"/>
                  </a:cubicBezTo>
                  <a:cubicBezTo>
                    <a:pt x="65" y="56"/>
                    <a:pt x="64" y="57"/>
                    <a:pt x="64" y="59"/>
                  </a:cubicBezTo>
                  <a:cubicBezTo>
                    <a:pt x="63" y="60"/>
                    <a:pt x="62" y="62"/>
                    <a:pt x="61" y="63"/>
                  </a:cubicBezTo>
                  <a:cubicBezTo>
                    <a:pt x="60" y="64"/>
                    <a:pt x="59" y="66"/>
                    <a:pt x="57" y="67"/>
                  </a:cubicBezTo>
                  <a:cubicBezTo>
                    <a:pt x="56" y="68"/>
                    <a:pt x="55" y="69"/>
                    <a:pt x="54" y="70"/>
                  </a:cubicBezTo>
                  <a:cubicBezTo>
                    <a:pt x="52" y="71"/>
                    <a:pt x="51" y="72"/>
                    <a:pt x="50" y="73"/>
                  </a:cubicBezTo>
                  <a:cubicBezTo>
                    <a:pt x="49" y="74"/>
                    <a:pt x="47" y="74"/>
                    <a:pt x="46" y="75"/>
                  </a:cubicBezTo>
                  <a:cubicBezTo>
                    <a:pt x="45" y="76"/>
                    <a:pt x="44" y="76"/>
                    <a:pt x="43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7" y="66"/>
                    <a:pt x="38" y="66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0" y="65"/>
                    <a:pt x="41" y="65"/>
                    <a:pt x="43" y="64"/>
                  </a:cubicBezTo>
                  <a:cubicBezTo>
                    <a:pt x="44" y="63"/>
                    <a:pt x="45" y="63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9" y="59"/>
                    <a:pt x="50" y="59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3" y="53"/>
                    <a:pt x="53" y="52"/>
                  </a:cubicBezTo>
                  <a:cubicBezTo>
                    <a:pt x="53" y="51"/>
                    <a:pt x="53" y="50"/>
                    <a:pt x="53" y="50"/>
                  </a:cubicBezTo>
                  <a:cubicBezTo>
                    <a:pt x="53" y="49"/>
                    <a:pt x="53" y="49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2" y="47"/>
                    <a:pt x="52" y="47"/>
                    <a:pt x="52" y="46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2" y="46"/>
                    <a:pt x="51" y="45"/>
                    <a:pt x="51" y="45"/>
                  </a:cubicBezTo>
                  <a:cubicBezTo>
                    <a:pt x="50" y="45"/>
                    <a:pt x="50" y="44"/>
                    <a:pt x="50" y="44"/>
                  </a:cubicBezTo>
                  <a:cubicBezTo>
                    <a:pt x="49" y="43"/>
                    <a:pt x="49" y="43"/>
                    <a:pt x="48" y="43"/>
                  </a:cubicBezTo>
                  <a:cubicBezTo>
                    <a:pt x="48" y="43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2"/>
                    <a:pt x="46" y="42"/>
                    <a:pt x="45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3" y="42"/>
                    <a:pt x="42" y="42"/>
                    <a:pt x="41" y="42"/>
                  </a:cubicBezTo>
                  <a:cubicBezTo>
                    <a:pt x="39" y="42"/>
                    <a:pt x="37" y="43"/>
                    <a:pt x="34" y="43"/>
                  </a:cubicBezTo>
                  <a:cubicBezTo>
                    <a:pt x="32" y="44"/>
                    <a:pt x="30" y="44"/>
                    <a:pt x="28" y="45"/>
                  </a:cubicBezTo>
                  <a:cubicBezTo>
                    <a:pt x="27" y="45"/>
                    <a:pt x="25" y="45"/>
                    <a:pt x="24" y="45"/>
                  </a:cubicBezTo>
                  <a:cubicBezTo>
                    <a:pt x="22" y="46"/>
                    <a:pt x="21" y="46"/>
                    <a:pt x="20" y="46"/>
                  </a:cubicBezTo>
                  <a:cubicBezTo>
                    <a:pt x="19" y="46"/>
                    <a:pt x="17" y="46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2" y="44"/>
                    <a:pt x="10" y="43"/>
                  </a:cubicBezTo>
                  <a:cubicBezTo>
                    <a:pt x="9" y="43"/>
                    <a:pt x="9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1"/>
                    <a:pt x="6" y="40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8"/>
                    <a:pt x="3" y="37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4"/>
                    <a:pt x="1" y="33"/>
                    <a:pt x="1" y="32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1" y="22"/>
                    <a:pt x="1" y="21"/>
                    <a:pt x="1" y="20"/>
                  </a:cubicBezTo>
                  <a:cubicBezTo>
                    <a:pt x="2" y="19"/>
                    <a:pt x="2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1" y="7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4" y="5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3"/>
                    <a:pt x="17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2"/>
                    <a:pt x="20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10"/>
                    <a:pt x="31" y="10"/>
                    <a:pt x="3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6884988" y="4135438"/>
              <a:ext cx="177800" cy="157163"/>
            </a:xfrm>
            <a:custGeom>
              <a:avLst/>
              <a:gdLst>
                <a:gd name="T0" fmla="*/ 0 w 112"/>
                <a:gd name="T1" fmla="*/ 17 h 99"/>
                <a:gd name="T2" fmla="*/ 2 w 112"/>
                <a:gd name="T3" fmla="*/ 15 h 99"/>
                <a:gd name="T4" fmla="*/ 12 w 112"/>
                <a:gd name="T5" fmla="*/ 2 h 99"/>
                <a:gd name="T6" fmla="*/ 14 w 112"/>
                <a:gd name="T7" fmla="*/ 0 h 99"/>
                <a:gd name="T8" fmla="*/ 16 w 112"/>
                <a:gd name="T9" fmla="*/ 2 h 99"/>
                <a:gd name="T10" fmla="*/ 108 w 112"/>
                <a:gd name="T11" fmla="*/ 81 h 99"/>
                <a:gd name="T12" fmla="*/ 112 w 112"/>
                <a:gd name="T13" fmla="*/ 82 h 99"/>
                <a:gd name="T14" fmla="*/ 108 w 112"/>
                <a:gd name="T15" fmla="*/ 84 h 99"/>
                <a:gd name="T16" fmla="*/ 98 w 112"/>
                <a:gd name="T17" fmla="*/ 98 h 99"/>
                <a:gd name="T18" fmla="*/ 96 w 112"/>
                <a:gd name="T19" fmla="*/ 99 h 99"/>
                <a:gd name="T20" fmla="*/ 94 w 112"/>
                <a:gd name="T21" fmla="*/ 98 h 99"/>
                <a:gd name="T22" fmla="*/ 2 w 112"/>
                <a:gd name="T23" fmla="*/ 19 h 99"/>
                <a:gd name="T24" fmla="*/ 0 w 112"/>
                <a:gd name="T25" fmla="*/ 17 h 99"/>
                <a:gd name="T26" fmla="*/ 0 w 112"/>
                <a:gd name="T27" fmla="*/ 1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2" h="99">
                  <a:moveTo>
                    <a:pt x="0" y="17"/>
                  </a:moveTo>
                  <a:lnTo>
                    <a:pt x="2" y="15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08" y="81"/>
                  </a:lnTo>
                  <a:lnTo>
                    <a:pt x="112" y="82"/>
                  </a:lnTo>
                  <a:lnTo>
                    <a:pt x="108" y="84"/>
                  </a:lnTo>
                  <a:lnTo>
                    <a:pt x="98" y="98"/>
                  </a:lnTo>
                  <a:lnTo>
                    <a:pt x="96" y="99"/>
                  </a:lnTo>
                  <a:lnTo>
                    <a:pt x="94" y="98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6942138" y="3984625"/>
              <a:ext cx="215900" cy="182563"/>
            </a:xfrm>
            <a:custGeom>
              <a:avLst/>
              <a:gdLst>
                <a:gd name="T0" fmla="*/ 33 w 136"/>
                <a:gd name="T1" fmla="*/ 55 h 115"/>
                <a:gd name="T2" fmla="*/ 17 w 136"/>
                <a:gd name="T3" fmla="*/ 78 h 115"/>
                <a:gd name="T4" fmla="*/ 16 w 136"/>
                <a:gd name="T5" fmla="*/ 81 h 115"/>
                <a:gd name="T6" fmla="*/ 14 w 136"/>
                <a:gd name="T7" fmla="*/ 79 h 115"/>
                <a:gd name="T8" fmla="*/ 2 w 136"/>
                <a:gd name="T9" fmla="*/ 73 h 115"/>
                <a:gd name="T10" fmla="*/ 0 w 136"/>
                <a:gd name="T11" fmla="*/ 71 h 115"/>
                <a:gd name="T12" fmla="*/ 2 w 136"/>
                <a:gd name="T13" fmla="*/ 67 h 115"/>
                <a:gd name="T14" fmla="*/ 45 w 136"/>
                <a:gd name="T15" fmla="*/ 2 h 115"/>
                <a:gd name="T16" fmla="*/ 46 w 136"/>
                <a:gd name="T17" fmla="*/ 0 h 115"/>
                <a:gd name="T18" fmla="*/ 48 w 136"/>
                <a:gd name="T19" fmla="*/ 2 h 115"/>
                <a:gd name="T20" fmla="*/ 60 w 136"/>
                <a:gd name="T21" fmla="*/ 9 h 115"/>
                <a:gd name="T22" fmla="*/ 62 w 136"/>
                <a:gd name="T23" fmla="*/ 11 h 115"/>
                <a:gd name="T24" fmla="*/ 60 w 136"/>
                <a:gd name="T25" fmla="*/ 12 h 115"/>
                <a:gd name="T26" fmla="*/ 45 w 136"/>
                <a:gd name="T27" fmla="*/ 36 h 115"/>
                <a:gd name="T28" fmla="*/ 132 w 136"/>
                <a:gd name="T29" fmla="*/ 95 h 115"/>
                <a:gd name="T30" fmla="*/ 136 w 136"/>
                <a:gd name="T31" fmla="*/ 97 h 115"/>
                <a:gd name="T32" fmla="*/ 134 w 136"/>
                <a:gd name="T33" fmla="*/ 98 h 115"/>
                <a:gd name="T34" fmla="*/ 125 w 136"/>
                <a:gd name="T35" fmla="*/ 112 h 115"/>
                <a:gd name="T36" fmla="*/ 124 w 136"/>
                <a:gd name="T37" fmla="*/ 115 h 115"/>
                <a:gd name="T38" fmla="*/ 120 w 136"/>
                <a:gd name="T39" fmla="*/ 114 h 115"/>
                <a:gd name="T40" fmla="*/ 33 w 136"/>
                <a:gd name="T41" fmla="*/ 55 h 115"/>
                <a:gd name="T42" fmla="*/ 33 w 136"/>
                <a:gd name="T43" fmla="*/ 5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15">
                  <a:moveTo>
                    <a:pt x="33" y="55"/>
                  </a:moveTo>
                  <a:lnTo>
                    <a:pt x="17" y="78"/>
                  </a:lnTo>
                  <a:lnTo>
                    <a:pt x="16" y="81"/>
                  </a:lnTo>
                  <a:lnTo>
                    <a:pt x="14" y="79"/>
                  </a:lnTo>
                  <a:lnTo>
                    <a:pt x="2" y="73"/>
                  </a:lnTo>
                  <a:lnTo>
                    <a:pt x="0" y="71"/>
                  </a:lnTo>
                  <a:lnTo>
                    <a:pt x="2" y="67"/>
                  </a:lnTo>
                  <a:lnTo>
                    <a:pt x="45" y="2"/>
                  </a:lnTo>
                  <a:lnTo>
                    <a:pt x="46" y="0"/>
                  </a:lnTo>
                  <a:lnTo>
                    <a:pt x="48" y="2"/>
                  </a:lnTo>
                  <a:lnTo>
                    <a:pt x="60" y="9"/>
                  </a:lnTo>
                  <a:lnTo>
                    <a:pt x="62" y="11"/>
                  </a:lnTo>
                  <a:lnTo>
                    <a:pt x="60" y="12"/>
                  </a:lnTo>
                  <a:lnTo>
                    <a:pt x="45" y="36"/>
                  </a:lnTo>
                  <a:lnTo>
                    <a:pt x="132" y="95"/>
                  </a:lnTo>
                  <a:lnTo>
                    <a:pt x="136" y="97"/>
                  </a:lnTo>
                  <a:lnTo>
                    <a:pt x="134" y="98"/>
                  </a:lnTo>
                  <a:lnTo>
                    <a:pt x="125" y="112"/>
                  </a:lnTo>
                  <a:lnTo>
                    <a:pt x="124" y="115"/>
                  </a:lnTo>
                  <a:lnTo>
                    <a:pt x="120" y="114"/>
                  </a:lnTo>
                  <a:lnTo>
                    <a:pt x="33" y="55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4900613" y="3810000"/>
              <a:ext cx="255588" cy="234950"/>
            </a:xfrm>
            <a:custGeom>
              <a:avLst/>
              <a:gdLst>
                <a:gd name="T0" fmla="*/ 79 w 161"/>
                <a:gd name="T1" fmla="*/ 59 h 148"/>
                <a:gd name="T2" fmla="*/ 115 w 161"/>
                <a:gd name="T3" fmla="*/ 4 h 148"/>
                <a:gd name="T4" fmla="*/ 119 w 161"/>
                <a:gd name="T5" fmla="*/ 0 h 148"/>
                <a:gd name="T6" fmla="*/ 120 w 161"/>
                <a:gd name="T7" fmla="*/ 4 h 148"/>
                <a:gd name="T8" fmla="*/ 129 w 161"/>
                <a:gd name="T9" fmla="*/ 23 h 148"/>
                <a:gd name="T10" fmla="*/ 129 w 161"/>
                <a:gd name="T11" fmla="*/ 25 h 148"/>
                <a:gd name="T12" fmla="*/ 129 w 161"/>
                <a:gd name="T13" fmla="*/ 26 h 148"/>
                <a:gd name="T14" fmla="*/ 101 w 161"/>
                <a:gd name="T15" fmla="*/ 66 h 148"/>
                <a:gd name="T16" fmla="*/ 149 w 161"/>
                <a:gd name="T17" fmla="*/ 71 h 148"/>
                <a:gd name="T18" fmla="*/ 151 w 161"/>
                <a:gd name="T19" fmla="*/ 71 h 148"/>
                <a:gd name="T20" fmla="*/ 151 w 161"/>
                <a:gd name="T21" fmla="*/ 73 h 148"/>
                <a:gd name="T22" fmla="*/ 160 w 161"/>
                <a:gd name="T23" fmla="*/ 90 h 148"/>
                <a:gd name="T24" fmla="*/ 161 w 161"/>
                <a:gd name="T25" fmla="*/ 95 h 148"/>
                <a:gd name="T26" fmla="*/ 156 w 161"/>
                <a:gd name="T27" fmla="*/ 93 h 148"/>
                <a:gd name="T28" fmla="*/ 91 w 161"/>
                <a:gd name="T29" fmla="*/ 83 h 148"/>
                <a:gd name="T30" fmla="*/ 50 w 161"/>
                <a:gd name="T31" fmla="*/ 145 h 148"/>
                <a:gd name="T32" fmla="*/ 47 w 161"/>
                <a:gd name="T33" fmla="*/ 148 h 148"/>
                <a:gd name="T34" fmla="*/ 45 w 161"/>
                <a:gd name="T35" fmla="*/ 145 h 148"/>
                <a:gd name="T36" fmla="*/ 36 w 161"/>
                <a:gd name="T37" fmla="*/ 126 h 148"/>
                <a:gd name="T38" fmla="*/ 36 w 161"/>
                <a:gd name="T39" fmla="*/ 124 h 148"/>
                <a:gd name="T40" fmla="*/ 36 w 161"/>
                <a:gd name="T41" fmla="*/ 124 h 148"/>
                <a:gd name="T42" fmla="*/ 67 w 161"/>
                <a:gd name="T43" fmla="*/ 78 h 148"/>
                <a:gd name="T44" fmla="*/ 14 w 161"/>
                <a:gd name="T45" fmla="*/ 73 h 148"/>
                <a:gd name="T46" fmla="*/ 12 w 161"/>
                <a:gd name="T47" fmla="*/ 71 h 148"/>
                <a:gd name="T48" fmla="*/ 11 w 161"/>
                <a:gd name="T49" fmla="*/ 71 h 148"/>
                <a:gd name="T50" fmla="*/ 4 w 161"/>
                <a:gd name="T51" fmla="*/ 52 h 148"/>
                <a:gd name="T52" fmla="*/ 0 w 161"/>
                <a:gd name="T53" fmla="*/ 49 h 148"/>
                <a:gd name="T54" fmla="*/ 5 w 161"/>
                <a:gd name="T55" fmla="*/ 49 h 148"/>
                <a:gd name="T56" fmla="*/ 79 w 161"/>
                <a:gd name="T57" fmla="*/ 59 h 148"/>
                <a:gd name="T58" fmla="*/ 79 w 161"/>
                <a:gd name="T59" fmla="*/ 5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148">
                  <a:moveTo>
                    <a:pt x="79" y="59"/>
                  </a:moveTo>
                  <a:lnTo>
                    <a:pt x="115" y="4"/>
                  </a:lnTo>
                  <a:lnTo>
                    <a:pt x="119" y="0"/>
                  </a:lnTo>
                  <a:lnTo>
                    <a:pt x="120" y="4"/>
                  </a:lnTo>
                  <a:lnTo>
                    <a:pt x="129" y="23"/>
                  </a:lnTo>
                  <a:lnTo>
                    <a:pt x="129" y="25"/>
                  </a:lnTo>
                  <a:lnTo>
                    <a:pt x="129" y="26"/>
                  </a:lnTo>
                  <a:lnTo>
                    <a:pt x="101" y="66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51" y="73"/>
                  </a:lnTo>
                  <a:lnTo>
                    <a:pt x="160" y="90"/>
                  </a:lnTo>
                  <a:lnTo>
                    <a:pt x="161" y="95"/>
                  </a:lnTo>
                  <a:lnTo>
                    <a:pt x="156" y="93"/>
                  </a:lnTo>
                  <a:lnTo>
                    <a:pt x="91" y="83"/>
                  </a:lnTo>
                  <a:lnTo>
                    <a:pt x="50" y="145"/>
                  </a:lnTo>
                  <a:lnTo>
                    <a:pt x="47" y="148"/>
                  </a:lnTo>
                  <a:lnTo>
                    <a:pt x="45" y="145"/>
                  </a:lnTo>
                  <a:lnTo>
                    <a:pt x="36" y="126"/>
                  </a:lnTo>
                  <a:lnTo>
                    <a:pt x="36" y="124"/>
                  </a:lnTo>
                  <a:lnTo>
                    <a:pt x="36" y="124"/>
                  </a:lnTo>
                  <a:lnTo>
                    <a:pt x="67" y="78"/>
                  </a:lnTo>
                  <a:lnTo>
                    <a:pt x="14" y="73"/>
                  </a:lnTo>
                  <a:lnTo>
                    <a:pt x="12" y="71"/>
                  </a:lnTo>
                  <a:lnTo>
                    <a:pt x="11" y="71"/>
                  </a:lnTo>
                  <a:lnTo>
                    <a:pt x="4" y="52"/>
                  </a:lnTo>
                  <a:lnTo>
                    <a:pt x="0" y="49"/>
                  </a:lnTo>
                  <a:lnTo>
                    <a:pt x="5" y="49"/>
                  </a:lnTo>
                  <a:lnTo>
                    <a:pt x="79" y="59"/>
                  </a:ln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5003800" y="3990975"/>
              <a:ext cx="192088" cy="133350"/>
            </a:xfrm>
            <a:custGeom>
              <a:avLst/>
              <a:gdLst>
                <a:gd name="T0" fmla="*/ 109 w 121"/>
                <a:gd name="T1" fmla="*/ 0 h 84"/>
                <a:gd name="T2" fmla="*/ 110 w 121"/>
                <a:gd name="T3" fmla="*/ 2 h 84"/>
                <a:gd name="T4" fmla="*/ 119 w 121"/>
                <a:gd name="T5" fmla="*/ 15 h 84"/>
                <a:gd name="T6" fmla="*/ 121 w 121"/>
                <a:gd name="T7" fmla="*/ 19 h 84"/>
                <a:gd name="T8" fmla="*/ 119 w 121"/>
                <a:gd name="T9" fmla="*/ 20 h 84"/>
                <a:gd name="T10" fmla="*/ 14 w 121"/>
                <a:gd name="T11" fmla="*/ 82 h 84"/>
                <a:gd name="T12" fmla="*/ 12 w 121"/>
                <a:gd name="T13" fmla="*/ 84 h 84"/>
                <a:gd name="T14" fmla="*/ 11 w 121"/>
                <a:gd name="T15" fmla="*/ 82 h 84"/>
                <a:gd name="T16" fmla="*/ 2 w 121"/>
                <a:gd name="T17" fmla="*/ 67 h 84"/>
                <a:gd name="T18" fmla="*/ 0 w 121"/>
                <a:gd name="T19" fmla="*/ 65 h 84"/>
                <a:gd name="T20" fmla="*/ 4 w 121"/>
                <a:gd name="T21" fmla="*/ 63 h 84"/>
                <a:gd name="T22" fmla="*/ 107 w 121"/>
                <a:gd name="T23" fmla="*/ 0 h 84"/>
                <a:gd name="T24" fmla="*/ 109 w 121"/>
                <a:gd name="T25" fmla="*/ 0 h 84"/>
                <a:gd name="T26" fmla="*/ 109 w 121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" h="84">
                  <a:moveTo>
                    <a:pt x="109" y="0"/>
                  </a:moveTo>
                  <a:lnTo>
                    <a:pt x="110" y="2"/>
                  </a:lnTo>
                  <a:lnTo>
                    <a:pt x="119" y="15"/>
                  </a:lnTo>
                  <a:lnTo>
                    <a:pt x="121" y="19"/>
                  </a:lnTo>
                  <a:lnTo>
                    <a:pt x="119" y="20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2" y="67"/>
                  </a:lnTo>
                  <a:lnTo>
                    <a:pt x="0" y="65"/>
                  </a:lnTo>
                  <a:lnTo>
                    <a:pt x="4" y="63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28"/>
            <p:cNvSpPr>
              <a:spLocks noEditPoints="1"/>
            </p:cNvSpPr>
            <p:nvPr/>
          </p:nvSpPr>
          <p:spPr bwMode="auto">
            <a:xfrm>
              <a:off x="5070475" y="4067175"/>
              <a:ext cx="214313" cy="204788"/>
            </a:xfrm>
            <a:custGeom>
              <a:avLst/>
              <a:gdLst>
                <a:gd name="T0" fmla="*/ 58 w 79"/>
                <a:gd name="T1" fmla="*/ 0 h 75"/>
                <a:gd name="T2" fmla="*/ 59 w 79"/>
                <a:gd name="T3" fmla="*/ 1 h 75"/>
                <a:gd name="T4" fmla="*/ 69 w 79"/>
                <a:gd name="T5" fmla="*/ 15 h 75"/>
                <a:gd name="T6" fmla="*/ 74 w 79"/>
                <a:gd name="T7" fmla="*/ 21 h 75"/>
                <a:gd name="T8" fmla="*/ 74 w 79"/>
                <a:gd name="T9" fmla="*/ 21 h 75"/>
                <a:gd name="T10" fmla="*/ 76 w 79"/>
                <a:gd name="T11" fmla="*/ 26 h 75"/>
                <a:gd name="T12" fmla="*/ 76 w 79"/>
                <a:gd name="T13" fmla="*/ 26 h 75"/>
                <a:gd name="T14" fmla="*/ 78 w 79"/>
                <a:gd name="T15" fmla="*/ 31 h 75"/>
                <a:gd name="T16" fmla="*/ 79 w 79"/>
                <a:gd name="T17" fmla="*/ 35 h 75"/>
                <a:gd name="T18" fmla="*/ 79 w 79"/>
                <a:gd name="T19" fmla="*/ 38 h 75"/>
                <a:gd name="T20" fmla="*/ 78 w 79"/>
                <a:gd name="T21" fmla="*/ 42 h 75"/>
                <a:gd name="T22" fmla="*/ 78 w 79"/>
                <a:gd name="T23" fmla="*/ 46 h 75"/>
                <a:gd name="T24" fmla="*/ 76 w 79"/>
                <a:gd name="T25" fmla="*/ 50 h 75"/>
                <a:gd name="T26" fmla="*/ 74 w 79"/>
                <a:gd name="T27" fmla="*/ 54 h 75"/>
                <a:gd name="T28" fmla="*/ 74 w 79"/>
                <a:gd name="T29" fmla="*/ 54 h 75"/>
                <a:gd name="T30" fmla="*/ 72 w 79"/>
                <a:gd name="T31" fmla="*/ 58 h 75"/>
                <a:gd name="T32" fmla="*/ 68 w 79"/>
                <a:gd name="T33" fmla="*/ 62 h 75"/>
                <a:gd name="T34" fmla="*/ 64 w 79"/>
                <a:gd name="T35" fmla="*/ 66 h 75"/>
                <a:gd name="T36" fmla="*/ 57 w 79"/>
                <a:gd name="T37" fmla="*/ 70 h 75"/>
                <a:gd name="T38" fmla="*/ 51 w 79"/>
                <a:gd name="T39" fmla="*/ 73 h 75"/>
                <a:gd name="T40" fmla="*/ 44 w 79"/>
                <a:gd name="T41" fmla="*/ 75 h 75"/>
                <a:gd name="T42" fmla="*/ 44 w 79"/>
                <a:gd name="T43" fmla="*/ 75 h 75"/>
                <a:gd name="T44" fmla="*/ 37 w 79"/>
                <a:gd name="T45" fmla="*/ 75 h 75"/>
                <a:gd name="T46" fmla="*/ 37 w 79"/>
                <a:gd name="T47" fmla="*/ 75 h 75"/>
                <a:gd name="T48" fmla="*/ 29 w 79"/>
                <a:gd name="T49" fmla="*/ 73 h 75"/>
                <a:gd name="T50" fmla="*/ 22 w 79"/>
                <a:gd name="T51" fmla="*/ 70 h 75"/>
                <a:gd name="T52" fmla="*/ 15 w 79"/>
                <a:gd name="T53" fmla="*/ 64 h 75"/>
                <a:gd name="T54" fmla="*/ 8 w 79"/>
                <a:gd name="T55" fmla="*/ 56 h 75"/>
                <a:gd name="T56" fmla="*/ 1 w 79"/>
                <a:gd name="T57" fmla="*/ 47 h 75"/>
                <a:gd name="T58" fmla="*/ 0 w 79"/>
                <a:gd name="T59" fmla="*/ 46 h 75"/>
                <a:gd name="T60" fmla="*/ 1 w 79"/>
                <a:gd name="T61" fmla="*/ 44 h 75"/>
                <a:gd name="T62" fmla="*/ 57 w 79"/>
                <a:gd name="T63" fmla="*/ 1 h 75"/>
                <a:gd name="T64" fmla="*/ 58 w 79"/>
                <a:gd name="T65" fmla="*/ 0 h 75"/>
                <a:gd name="T66" fmla="*/ 16 w 79"/>
                <a:gd name="T67" fmla="*/ 49 h 75"/>
                <a:gd name="T68" fmla="*/ 19 w 79"/>
                <a:gd name="T69" fmla="*/ 52 h 75"/>
                <a:gd name="T70" fmla="*/ 27 w 79"/>
                <a:gd name="T71" fmla="*/ 60 h 75"/>
                <a:gd name="T72" fmla="*/ 36 w 79"/>
                <a:gd name="T73" fmla="*/ 63 h 75"/>
                <a:gd name="T74" fmla="*/ 36 w 79"/>
                <a:gd name="T75" fmla="*/ 63 h 75"/>
                <a:gd name="T76" fmla="*/ 36 w 79"/>
                <a:gd name="T77" fmla="*/ 63 h 75"/>
                <a:gd name="T78" fmla="*/ 36 w 79"/>
                <a:gd name="T79" fmla="*/ 63 h 75"/>
                <a:gd name="T80" fmla="*/ 45 w 79"/>
                <a:gd name="T81" fmla="*/ 61 h 75"/>
                <a:gd name="T82" fmla="*/ 55 w 79"/>
                <a:gd name="T83" fmla="*/ 55 h 75"/>
                <a:gd name="T84" fmla="*/ 59 w 79"/>
                <a:gd name="T85" fmla="*/ 52 h 75"/>
                <a:gd name="T86" fmla="*/ 59 w 79"/>
                <a:gd name="T87" fmla="*/ 52 h 75"/>
                <a:gd name="T88" fmla="*/ 62 w 79"/>
                <a:gd name="T89" fmla="*/ 48 h 75"/>
                <a:gd name="T90" fmla="*/ 62 w 79"/>
                <a:gd name="T91" fmla="*/ 48 h 75"/>
                <a:gd name="T92" fmla="*/ 65 w 79"/>
                <a:gd name="T93" fmla="*/ 44 h 75"/>
                <a:gd name="T94" fmla="*/ 66 w 79"/>
                <a:gd name="T95" fmla="*/ 40 h 75"/>
                <a:gd name="T96" fmla="*/ 66 w 79"/>
                <a:gd name="T97" fmla="*/ 36 h 75"/>
                <a:gd name="T98" fmla="*/ 66 w 79"/>
                <a:gd name="T99" fmla="*/ 36 h 75"/>
                <a:gd name="T100" fmla="*/ 65 w 79"/>
                <a:gd name="T101" fmla="*/ 31 h 75"/>
                <a:gd name="T102" fmla="*/ 63 w 79"/>
                <a:gd name="T103" fmla="*/ 26 h 75"/>
                <a:gd name="T104" fmla="*/ 60 w 79"/>
                <a:gd name="T105" fmla="*/ 21 h 75"/>
                <a:gd name="T106" fmla="*/ 57 w 79"/>
                <a:gd name="T107" fmla="*/ 17 h 75"/>
                <a:gd name="T108" fmla="*/ 16 w 79"/>
                <a:gd name="T10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9" h="75">
                  <a:moveTo>
                    <a:pt x="58" y="0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71" y="17"/>
                    <a:pt x="72" y="19"/>
                    <a:pt x="74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3"/>
                    <a:pt x="76" y="24"/>
                    <a:pt x="76" y="26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7" y="28"/>
                    <a:pt x="77" y="29"/>
                    <a:pt x="78" y="31"/>
                  </a:cubicBezTo>
                  <a:cubicBezTo>
                    <a:pt x="78" y="32"/>
                    <a:pt x="78" y="34"/>
                    <a:pt x="79" y="35"/>
                  </a:cubicBezTo>
                  <a:cubicBezTo>
                    <a:pt x="79" y="36"/>
                    <a:pt x="79" y="37"/>
                    <a:pt x="79" y="38"/>
                  </a:cubicBezTo>
                  <a:cubicBezTo>
                    <a:pt x="79" y="40"/>
                    <a:pt x="79" y="41"/>
                    <a:pt x="78" y="42"/>
                  </a:cubicBezTo>
                  <a:cubicBezTo>
                    <a:pt x="78" y="43"/>
                    <a:pt x="78" y="45"/>
                    <a:pt x="78" y="46"/>
                  </a:cubicBezTo>
                  <a:cubicBezTo>
                    <a:pt x="77" y="47"/>
                    <a:pt x="77" y="49"/>
                    <a:pt x="76" y="50"/>
                  </a:cubicBezTo>
                  <a:cubicBezTo>
                    <a:pt x="76" y="51"/>
                    <a:pt x="75" y="53"/>
                    <a:pt x="74" y="54"/>
                  </a:cubicBezTo>
                  <a:cubicBezTo>
                    <a:pt x="74" y="54"/>
                    <a:pt x="74" y="54"/>
                    <a:pt x="74" y="54"/>
                  </a:cubicBezTo>
                  <a:cubicBezTo>
                    <a:pt x="74" y="55"/>
                    <a:pt x="73" y="57"/>
                    <a:pt x="72" y="58"/>
                  </a:cubicBezTo>
                  <a:cubicBezTo>
                    <a:pt x="71" y="59"/>
                    <a:pt x="69" y="61"/>
                    <a:pt x="68" y="62"/>
                  </a:cubicBezTo>
                  <a:cubicBezTo>
                    <a:pt x="67" y="63"/>
                    <a:pt x="65" y="65"/>
                    <a:pt x="64" y="66"/>
                  </a:cubicBezTo>
                  <a:cubicBezTo>
                    <a:pt x="62" y="67"/>
                    <a:pt x="60" y="69"/>
                    <a:pt x="57" y="70"/>
                  </a:cubicBezTo>
                  <a:cubicBezTo>
                    <a:pt x="55" y="71"/>
                    <a:pt x="53" y="72"/>
                    <a:pt x="51" y="73"/>
                  </a:cubicBezTo>
                  <a:cubicBezTo>
                    <a:pt x="48" y="74"/>
                    <a:pt x="46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1" y="75"/>
                    <a:pt x="39" y="75"/>
                    <a:pt x="37" y="75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4" y="75"/>
                    <a:pt x="32" y="74"/>
                    <a:pt x="29" y="73"/>
                  </a:cubicBezTo>
                  <a:cubicBezTo>
                    <a:pt x="27" y="72"/>
                    <a:pt x="25" y="71"/>
                    <a:pt x="22" y="70"/>
                  </a:cubicBezTo>
                  <a:cubicBezTo>
                    <a:pt x="20" y="68"/>
                    <a:pt x="17" y="66"/>
                    <a:pt x="15" y="64"/>
                  </a:cubicBezTo>
                  <a:cubicBezTo>
                    <a:pt x="13" y="62"/>
                    <a:pt x="10" y="59"/>
                    <a:pt x="8" y="56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16" y="49"/>
                  </a:moveTo>
                  <a:cubicBezTo>
                    <a:pt x="19" y="52"/>
                    <a:pt x="19" y="52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1"/>
                    <a:pt x="33" y="62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9" y="63"/>
                    <a:pt x="42" y="62"/>
                    <a:pt x="45" y="61"/>
                  </a:cubicBezTo>
                  <a:cubicBezTo>
                    <a:pt x="49" y="60"/>
                    <a:pt x="52" y="58"/>
                    <a:pt x="55" y="55"/>
                  </a:cubicBezTo>
                  <a:cubicBezTo>
                    <a:pt x="57" y="54"/>
                    <a:pt x="58" y="53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3" y="47"/>
                    <a:pt x="64" y="45"/>
                    <a:pt x="65" y="44"/>
                  </a:cubicBezTo>
                  <a:cubicBezTo>
                    <a:pt x="65" y="43"/>
                    <a:pt x="66" y="41"/>
                    <a:pt x="66" y="40"/>
                  </a:cubicBezTo>
                  <a:cubicBezTo>
                    <a:pt x="66" y="39"/>
                    <a:pt x="66" y="37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4"/>
                    <a:pt x="66" y="32"/>
                    <a:pt x="65" y="31"/>
                  </a:cubicBezTo>
                  <a:cubicBezTo>
                    <a:pt x="65" y="29"/>
                    <a:pt x="64" y="28"/>
                    <a:pt x="63" y="26"/>
                  </a:cubicBezTo>
                  <a:cubicBezTo>
                    <a:pt x="62" y="24"/>
                    <a:pt x="61" y="22"/>
                    <a:pt x="60" y="21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16" y="49"/>
                    <a:pt x="16" y="49"/>
                    <a:pt x="1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5205413" y="4208463"/>
              <a:ext cx="169863" cy="166688"/>
            </a:xfrm>
            <a:custGeom>
              <a:avLst/>
              <a:gdLst>
                <a:gd name="T0" fmla="*/ 91 w 107"/>
                <a:gd name="T1" fmla="*/ 0 h 105"/>
                <a:gd name="T2" fmla="*/ 93 w 107"/>
                <a:gd name="T3" fmla="*/ 4 h 105"/>
                <a:gd name="T4" fmla="*/ 105 w 107"/>
                <a:gd name="T5" fmla="*/ 16 h 105"/>
                <a:gd name="T6" fmla="*/ 107 w 107"/>
                <a:gd name="T7" fmla="*/ 17 h 105"/>
                <a:gd name="T8" fmla="*/ 105 w 107"/>
                <a:gd name="T9" fmla="*/ 19 h 105"/>
                <a:gd name="T10" fmla="*/ 18 w 107"/>
                <a:gd name="T11" fmla="*/ 103 h 105"/>
                <a:gd name="T12" fmla="*/ 16 w 107"/>
                <a:gd name="T13" fmla="*/ 105 h 105"/>
                <a:gd name="T14" fmla="*/ 14 w 107"/>
                <a:gd name="T15" fmla="*/ 103 h 105"/>
                <a:gd name="T16" fmla="*/ 2 w 107"/>
                <a:gd name="T17" fmla="*/ 91 h 105"/>
                <a:gd name="T18" fmla="*/ 0 w 107"/>
                <a:gd name="T19" fmla="*/ 90 h 105"/>
                <a:gd name="T20" fmla="*/ 2 w 107"/>
                <a:gd name="T21" fmla="*/ 88 h 105"/>
                <a:gd name="T22" fmla="*/ 90 w 107"/>
                <a:gd name="T23" fmla="*/ 4 h 105"/>
                <a:gd name="T24" fmla="*/ 91 w 107"/>
                <a:gd name="T25" fmla="*/ 0 h 105"/>
                <a:gd name="T26" fmla="*/ 91 w 107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105">
                  <a:moveTo>
                    <a:pt x="91" y="0"/>
                  </a:moveTo>
                  <a:lnTo>
                    <a:pt x="93" y="4"/>
                  </a:lnTo>
                  <a:lnTo>
                    <a:pt x="105" y="16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8" y="103"/>
                  </a:lnTo>
                  <a:lnTo>
                    <a:pt x="16" y="105"/>
                  </a:lnTo>
                  <a:lnTo>
                    <a:pt x="14" y="103"/>
                  </a:lnTo>
                  <a:lnTo>
                    <a:pt x="2" y="91"/>
                  </a:lnTo>
                  <a:lnTo>
                    <a:pt x="0" y="90"/>
                  </a:lnTo>
                  <a:lnTo>
                    <a:pt x="2" y="88"/>
                  </a:lnTo>
                  <a:lnTo>
                    <a:pt x="90" y="4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Freeform 30"/>
            <p:cNvSpPr>
              <a:spLocks noEditPoints="1"/>
            </p:cNvSpPr>
            <p:nvPr/>
          </p:nvSpPr>
          <p:spPr bwMode="auto">
            <a:xfrm>
              <a:off x="5272088" y="4295775"/>
              <a:ext cx="209550" cy="227013"/>
            </a:xfrm>
            <a:custGeom>
              <a:avLst/>
              <a:gdLst>
                <a:gd name="T0" fmla="*/ 132 w 132"/>
                <a:gd name="T1" fmla="*/ 14 h 143"/>
                <a:gd name="T2" fmla="*/ 130 w 132"/>
                <a:gd name="T3" fmla="*/ 16 h 143"/>
                <a:gd name="T4" fmla="*/ 94 w 132"/>
                <a:gd name="T5" fmla="*/ 139 h 143"/>
                <a:gd name="T6" fmla="*/ 92 w 132"/>
                <a:gd name="T7" fmla="*/ 143 h 143"/>
                <a:gd name="T8" fmla="*/ 89 w 132"/>
                <a:gd name="T9" fmla="*/ 141 h 143"/>
                <a:gd name="T10" fmla="*/ 75 w 132"/>
                <a:gd name="T11" fmla="*/ 131 h 143"/>
                <a:gd name="T12" fmla="*/ 73 w 132"/>
                <a:gd name="T13" fmla="*/ 129 h 143"/>
                <a:gd name="T14" fmla="*/ 73 w 132"/>
                <a:gd name="T15" fmla="*/ 127 h 143"/>
                <a:gd name="T16" fmla="*/ 84 w 132"/>
                <a:gd name="T17" fmla="*/ 96 h 143"/>
                <a:gd name="T18" fmla="*/ 46 w 132"/>
                <a:gd name="T19" fmla="*/ 69 h 143"/>
                <a:gd name="T20" fmla="*/ 20 w 132"/>
                <a:gd name="T21" fmla="*/ 88 h 143"/>
                <a:gd name="T22" fmla="*/ 18 w 132"/>
                <a:gd name="T23" fmla="*/ 88 h 143"/>
                <a:gd name="T24" fmla="*/ 17 w 132"/>
                <a:gd name="T25" fmla="*/ 88 h 143"/>
                <a:gd name="T26" fmla="*/ 3 w 132"/>
                <a:gd name="T27" fmla="*/ 78 h 143"/>
                <a:gd name="T28" fmla="*/ 0 w 132"/>
                <a:gd name="T29" fmla="*/ 74 h 143"/>
                <a:gd name="T30" fmla="*/ 3 w 132"/>
                <a:gd name="T31" fmla="*/ 72 h 143"/>
                <a:gd name="T32" fmla="*/ 111 w 132"/>
                <a:gd name="T33" fmla="*/ 2 h 143"/>
                <a:gd name="T34" fmla="*/ 113 w 132"/>
                <a:gd name="T35" fmla="*/ 0 h 143"/>
                <a:gd name="T36" fmla="*/ 114 w 132"/>
                <a:gd name="T37" fmla="*/ 2 h 143"/>
                <a:gd name="T38" fmla="*/ 130 w 132"/>
                <a:gd name="T39" fmla="*/ 12 h 143"/>
                <a:gd name="T40" fmla="*/ 132 w 132"/>
                <a:gd name="T41" fmla="*/ 14 h 143"/>
                <a:gd name="T42" fmla="*/ 132 w 132"/>
                <a:gd name="T43" fmla="*/ 14 h 143"/>
                <a:gd name="T44" fmla="*/ 89 w 132"/>
                <a:gd name="T45" fmla="*/ 78 h 143"/>
                <a:gd name="T46" fmla="*/ 106 w 132"/>
                <a:gd name="T47" fmla="*/ 28 h 143"/>
                <a:gd name="T48" fmla="*/ 63 w 132"/>
                <a:gd name="T49" fmla="*/ 59 h 143"/>
                <a:gd name="T50" fmla="*/ 89 w 132"/>
                <a:gd name="T51" fmla="*/ 78 h 143"/>
                <a:gd name="T52" fmla="*/ 89 w 132"/>
                <a:gd name="T5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143">
                  <a:moveTo>
                    <a:pt x="132" y="14"/>
                  </a:moveTo>
                  <a:lnTo>
                    <a:pt x="130" y="16"/>
                  </a:lnTo>
                  <a:lnTo>
                    <a:pt x="94" y="139"/>
                  </a:lnTo>
                  <a:lnTo>
                    <a:pt x="92" y="143"/>
                  </a:lnTo>
                  <a:lnTo>
                    <a:pt x="89" y="141"/>
                  </a:lnTo>
                  <a:lnTo>
                    <a:pt x="75" y="131"/>
                  </a:lnTo>
                  <a:lnTo>
                    <a:pt x="73" y="129"/>
                  </a:lnTo>
                  <a:lnTo>
                    <a:pt x="73" y="127"/>
                  </a:lnTo>
                  <a:lnTo>
                    <a:pt x="84" y="96"/>
                  </a:lnTo>
                  <a:lnTo>
                    <a:pt x="46" y="69"/>
                  </a:lnTo>
                  <a:lnTo>
                    <a:pt x="20" y="88"/>
                  </a:lnTo>
                  <a:lnTo>
                    <a:pt x="18" y="88"/>
                  </a:lnTo>
                  <a:lnTo>
                    <a:pt x="17" y="88"/>
                  </a:lnTo>
                  <a:lnTo>
                    <a:pt x="3" y="78"/>
                  </a:lnTo>
                  <a:lnTo>
                    <a:pt x="0" y="74"/>
                  </a:lnTo>
                  <a:lnTo>
                    <a:pt x="3" y="72"/>
                  </a:lnTo>
                  <a:lnTo>
                    <a:pt x="111" y="2"/>
                  </a:lnTo>
                  <a:lnTo>
                    <a:pt x="113" y="0"/>
                  </a:lnTo>
                  <a:lnTo>
                    <a:pt x="114" y="2"/>
                  </a:lnTo>
                  <a:lnTo>
                    <a:pt x="130" y="12"/>
                  </a:lnTo>
                  <a:lnTo>
                    <a:pt x="132" y="14"/>
                  </a:lnTo>
                  <a:lnTo>
                    <a:pt x="132" y="14"/>
                  </a:lnTo>
                  <a:close/>
                  <a:moveTo>
                    <a:pt x="89" y="78"/>
                  </a:moveTo>
                  <a:lnTo>
                    <a:pt x="106" y="28"/>
                  </a:lnTo>
                  <a:lnTo>
                    <a:pt x="63" y="59"/>
                  </a:lnTo>
                  <a:lnTo>
                    <a:pt x="89" y="78"/>
                  </a:lnTo>
                  <a:lnTo>
                    <a:pt x="89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5467350" y="4370388"/>
              <a:ext cx="223838" cy="247650"/>
            </a:xfrm>
            <a:custGeom>
              <a:avLst/>
              <a:gdLst>
                <a:gd name="T0" fmla="*/ 57 w 141"/>
                <a:gd name="T1" fmla="*/ 0 h 156"/>
                <a:gd name="T2" fmla="*/ 60 w 141"/>
                <a:gd name="T3" fmla="*/ 1 h 156"/>
                <a:gd name="T4" fmla="*/ 79 w 141"/>
                <a:gd name="T5" fmla="*/ 10 h 156"/>
                <a:gd name="T6" fmla="*/ 79 w 141"/>
                <a:gd name="T7" fmla="*/ 12 h 156"/>
                <a:gd name="T8" fmla="*/ 81 w 141"/>
                <a:gd name="T9" fmla="*/ 13 h 156"/>
                <a:gd name="T10" fmla="*/ 81 w 141"/>
                <a:gd name="T11" fmla="*/ 113 h 156"/>
                <a:gd name="T12" fmla="*/ 120 w 141"/>
                <a:gd name="T13" fmla="*/ 34 h 156"/>
                <a:gd name="T14" fmla="*/ 122 w 141"/>
                <a:gd name="T15" fmla="*/ 32 h 156"/>
                <a:gd name="T16" fmla="*/ 123 w 141"/>
                <a:gd name="T17" fmla="*/ 32 h 156"/>
                <a:gd name="T18" fmla="*/ 137 w 141"/>
                <a:gd name="T19" fmla="*/ 39 h 156"/>
                <a:gd name="T20" fmla="*/ 141 w 141"/>
                <a:gd name="T21" fmla="*/ 41 h 156"/>
                <a:gd name="T22" fmla="*/ 139 w 141"/>
                <a:gd name="T23" fmla="*/ 44 h 156"/>
                <a:gd name="T24" fmla="*/ 86 w 141"/>
                <a:gd name="T25" fmla="*/ 152 h 156"/>
                <a:gd name="T26" fmla="*/ 84 w 141"/>
                <a:gd name="T27" fmla="*/ 156 h 156"/>
                <a:gd name="T28" fmla="*/ 82 w 141"/>
                <a:gd name="T29" fmla="*/ 154 h 156"/>
                <a:gd name="T30" fmla="*/ 63 w 141"/>
                <a:gd name="T31" fmla="*/ 144 h 156"/>
                <a:gd name="T32" fmla="*/ 62 w 141"/>
                <a:gd name="T33" fmla="*/ 144 h 156"/>
                <a:gd name="T34" fmla="*/ 62 w 141"/>
                <a:gd name="T35" fmla="*/ 142 h 156"/>
                <a:gd name="T36" fmla="*/ 60 w 141"/>
                <a:gd name="T37" fmla="*/ 43 h 156"/>
                <a:gd name="T38" fmla="*/ 22 w 141"/>
                <a:gd name="T39" fmla="*/ 122 h 156"/>
                <a:gd name="T40" fmla="*/ 21 w 141"/>
                <a:gd name="T41" fmla="*/ 123 h 156"/>
                <a:gd name="T42" fmla="*/ 17 w 141"/>
                <a:gd name="T43" fmla="*/ 122 h 156"/>
                <a:gd name="T44" fmla="*/ 3 w 141"/>
                <a:gd name="T45" fmla="*/ 115 h 156"/>
                <a:gd name="T46" fmla="*/ 0 w 141"/>
                <a:gd name="T47" fmla="*/ 113 h 156"/>
                <a:gd name="T48" fmla="*/ 2 w 141"/>
                <a:gd name="T49" fmla="*/ 111 h 156"/>
                <a:gd name="T50" fmla="*/ 55 w 141"/>
                <a:gd name="T51" fmla="*/ 3 h 156"/>
                <a:gd name="T52" fmla="*/ 57 w 141"/>
                <a:gd name="T53" fmla="*/ 0 h 156"/>
                <a:gd name="T54" fmla="*/ 57 w 141"/>
                <a:gd name="T5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1" h="156">
                  <a:moveTo>
                    <a:pt x="57" y="0"/>
                  </a:moveTo>
                  <a:lnTo>
                    <a:pt x="60" y="1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1" y="13"/>
                  </a:lnTo>
                  <a:lnTo>
                    <a:pt x="81" y="113"/>
                  </a:lnTo>
                  <a:lnTo>
                    <a:pt x="120" y="34"/>
                  </a:lnTo>
                  <a:lnTo>
                    <a:pt x="122" y="32"/>
                  </a:lnTo>
                  <a:lnTo>
                    <a:pt x="123" y="32"/>
                  </a:lnTo>
                  <a:lnTo>
                    <a:pt x="137" y="39"/>
                  </a:lnTo>
                  <a:lnTo>
                    <a:pt x="141" y="41"/>
                  </a:lnTo>
                  <a:lnTo>
                    <a:pt x="139" y="44"/>
                  </a:lnTo>
                  <a:lnTo>
                    <a:pt x="86" y="152"/>
                  </a:lnTo>
                  <a:lnTo>
                    <a:pt x="84" y="156"/>
                  </a:lnTo>
                  <a:lnTo>
                    <a:pt x="82" y="154"/>
                  </a:lnTo>
                  <a:lnTo>
                    <a:pt x="63" y="144"/>
                  </a:lnTo>
                  <a:lnTo>
                    <a:pt x="62" y="144"/>
                  </a:lnTo>
                  <a:lnTo>
                    <a:pt x="62" y="142"/>
                  </a:lnTo>
                  <a:lnTo>
                    <a:pt x="60" y="43"/>
                  </a:lnTo>
                  <a:lnTo>
                    <a:pt x="22" y="122"/>
                  </a:lnTo>
                  <a:lnTo>
                    <a:pt x="21" y="123"/>
                  </a:lnTo>
                  <a:lnTo>
                    <a:pt x="17" y="122"/>
                  </a:lnTo>
                  <a:lnTo>
                    <a:pt x="3" y="115"/>
                  </a:lnTo>
                  <a:lnTo>
                    <a:pt x="0" y="113"/>
                  </a:lnTo>
                  <a:lnTo>
                    <a:pt x="2" y="111"/>
                  </a:lnTo>
                  <a:lnTo>
                    <a:pt x="55" y="3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7032625" y="3802063"/>
              <a:ext cx="225425" cy="174625"/>
            </a:xfrm>
            <a:custGeom>
              <a:avLst/>
              <a:gdLst>
                <a:gd name="T0" fmla="*/ 85 w 142"/>
                <a:gd name="T1" fmla="*/ 90 h 110"/>
                <a:gd name="T2" fmla="*/ 5 w 142"/>
                <a:gd name="T3" fmla="*/ 98 h 110"/>
                <a:gd name="T4" fmla="*/ 0 w 142"/>
                <a:gd name="T5" fmla="*/ 98 h 110"/>
                <a:gd name="T6" fmla="*/ 3 w 142"/>
                <a:gd name="T7" fmla="*/ 95 h 110"/>
                <a:gd name="T8" fmla="*/ 10 w 142"/>
                <a:gd name="T9" fmla="*/ 76 h 110"/>
                <a:gd name="T10" fmla="*/ 10 w 142"/>
                <a:gd name="T11" fmla="*/ 74 h 110"/>
                <a:gd name="T12" fmla="*/ 12 w 142"/>
                <a:gd name="T13" fmla="*/ 74 h 110"/>
                <a:gd name="T14" fmla="*/ 68 w 142"/>
                <a:gd name="T15" fmla="*/ 69 h 110"/>
                <a:gd name="T16" fmla="*/ 34 w 142"/>
                <a:gd name="T17" fmla="*/ 24 h 110"/>
                <a:gd name="T18" fmla="*/ 32 w 142"/>
                <a:gd name="T19" fmla="*/ 24 h 110"/>
                <a:gd name="T20" fmla="*/ 34 w 142"/>
                <a:gd name="T21" fmla="*/ 23 h 110"/>
                <a:gd name="T22" fmla="*/ 41 w 142"/>
                <a:gd name="T23" fmla="*/ 5 h 110"/>
                <a:gd name="T24" fmla="*/ 43 w 142"/>
                <a:gd name="T25" fmla="*/ 0 h 110"/>
                <a:gd name="T26" fmla="*/ 46 w 142"/>
                <a:gd name="T27" fmla="*/ 4 h 110"/>
                <a:gd name="T28" fmla="*/ 94 w 142"/>
                <a:gd name="T29" fmla="*/ 69 h 110"/>
                <a:gd name="T30" fmla="*/ 140 w 142"/>
                <a:gd name="T31" fmla="*/ 90 h 110"/>
                <a:gd name="T32" fmla="*/ 142 w 142"/>
                <a:gd name="T33" fmla="*/ 90 h 110"/>
                <a:gd name="T34" fmla="*/ 142 w 142"/>
                <a:gd name="T35" fmla="*/ 93 h 110"/>
                <a:gd name="T36" fmla="*/ 135 w 142"/>
                <a:gd name="T37" fmla="*/ 109 h 110"/>
                <a:gd name="T38" fmla="*/ 133 w 142"/>
                <a:gd name="T39" fmla="*/ 110 h 110"/>
                <a:gd name="T40" fmla="*/ 130 w 142"/>
                <a:gd name="T41" fmla="*/ 110 h 110"/>
                <a:gd name="T42" fmla="*/ 85 w 142"/>
                <a:gd name="T43" fmla="*/ 90 h 110"/>
                <a:gd name="T44" fmla="*/ 85 w 142"/>
                <a:gd name="T45" fmla="*/ 9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2" h="110">
                  <a:moveTo>
                    <a:pt x="85" y="90"/>
                  </a:moveTo>
                  <a:lnTo>
                    <a:pt x="5" y="9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0" y="76"/>
                  </a:lnTo>
                  <a:lnTo>
                    <a:pt x="10" y="74"/>
                  </a:lnTo>
                  <a:lnTo>
                    <a:pt x="12" y="74"/>
                  </a:lnTo>
                  <a:lnTo>
                    <a:pt x="68" y="69"/>
                  </a:lnTo>
                  <a:lnTo>
                    <a:pt x="34" y="24"/>
                  </a:lnTo>
                  <a:lnTo>
                    <a:pt x="32" y="24"/>
                  </a:lnTo>
                  <a:lnTo>
                    <a:pt x="34" y="23"/>
                  </a:lnTo>
                  <a:lnTo>
                    <a:pt x="41" y="5"/>
                  </a:lnTo>
                  <a:lnTo>
                    <a:pt x="43" y="0"/>
                  </a:lnTo>
                  <a:lnTo>
                    <a:pt x="46" y="4"/>
                  </a:lnTo>
                  <a:lnTo>
                    <a:pt x="94" y="69"/>
                  </a:lnTo>
                  <a:lnTo>
                    <a:pt x="140" y="90"/>
                  </a:lnTo>
                  <a:lnTo>
                    <a:pt x="142" y="90"/>
                  </a:lnTo>
                  <a:lnTo>
                    <a:pt x="142" y="93"/>
                  </a:lnTo>
                  <a:lnTo>
                    <a:pt x="135" y="109"/>
                  </a:lnTo>
                  <a:lnTo>
                    <a:pt x="133" y="110"/>
                  </a:lnTo>
                  <a:lnTo>
                    <a:pt x="130" y="110"/>
                  </a:lnTo>
                  <a:lnTo>
                    <a:pt x="85" y="90"/>
                  </a:lnTo>
                  <a:lnTo>
                    <a:pt x="8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5878513" y="4075113"/>
              <a:ext cx="431800" cy="125413"/>
            </a:xfrm>
            <a:custGeom>
              <a:avLst/>
              <a:gdLst>
                <a:gd name="T0" fmla="*/ 0 w 159"/>
                <a:gd name="T1" fmla="*/ 40 h 46"/>
                <a:gd name="T2" fmla="*/ 8 w 159"/>
                <a:gd name="T3" fmla="*/ 35 h 46"/>
                <a:gd name="T4" fmla="*/ 6 w 159"/>
                <a:gd name="T5" fmla="*/ 9 h 46"/>
                <a:gd name="T6" fmla="*/ 0 w 159"/>
                <a:gd name="T7" fmla="*/ 3 h 46"/>
                <a:gd name="T8" fmla="*/ 14 w 159"/>
                <a:gd name="T9" fmla="*/ 1 h 46"/>
                <a:gd name="T10" fmla="*/ 18 w 159"/>
                <a:gd name="T11" fmla="*/ 35 h 46"/>
                <a:gd name="T12" fmla="*/ 25 w 159"/>
                <a:gd name="T13" fmla="*/ 40 h 46"/>
                <a:gd name="T14" fmla="*/ 0 w 159"/>
                <a:gd name="T15" fmla="*/ 45 h 46"/>
                <a:gd name="T16" fmla="*/ 59 w 159"/>
                <a:gd name="T17" fmla="*/ 29 h 46"/>
                <a:gd name="T18" fmla="*/ 42 w 159"/>
                <a:gd name="T19" fmla="*/ 26 h 46"/>
                <a:gd name="T20" fmla="*/ 43 w 159"/>
                <a:gd name="T21" fmla="*/ 4 h 46"/>
                <a:gd name="T22" fmla="*/ 69 w 159"/>
                <a:gd name="T23" fmla="*/ 6 h 46"/>
                <a:gd name="T24" fmla="*/ 69 w 159"/>
                <a:gd name="T25" fmla="*/ 40 h 46"/>
                <a:gd name="T26" fmla="*/ 44 w 159"/>
                <a:gd name="T27" fmla="*/ 43 h 46"/>
                <a:gd name="T28" fmla="*/ 41 w 159"/>
                <a:gd name="T29" fmla="*/ 34 h 46"/>
                <a:gd name="T30" fmla="*/ 50 w 159"/>
                <a:gd name="T31" fmla="*/ 37 h 46"/>
                <a:gd name="T32" fmla="*/ 51 w 159"/>
                <a:gd name="T33" fmla="*/ 40 h 46"/>
                <a:gd name="T34" fmla="*/ 61 w 159"/>
                <a:gd name="T35" fmla="*/ 37 h 46"/>
                <a:gd name="T36" fmla="*/ 63 w 159"/>
                <a:gd name="T37" fmla="*/ 15 h 46"/>
                <a:gd name="T38" fmla="*/ 56 w 159"/>
                <a:gd name="T39" fmla="*/ 6 h 46"/>
                <a:gd name="T40" fmla="*/ 49 w 159"/>
                <a:gd name="T41" fmla="*/ 15 h 46"/>
                <a:gd name="T42" fmla="*/ 56 w 159"/>
                <a:gd name="T43" fmla="*/ 24 h 46"/>
                <a:gd name="T44" fmla="*/ 63 w 159"/>
                <a:gd name="T45" fmla="*/ 15 h 46"/>
                <a:gd name="T46" fmla="*/ 116 w 159"/>
                <a:gd name="T47" fmla="*/ 25 h 46"/>
                <a:gd name="T48" fmla="*/ 113 w 159"/>
                <a:gd name="T49" fmla="*/ 42 h 46"/>
                <a:gd name="T50" fmla="*/ 87 w 159"/>
                <a:gd name="T51" fmla="*/ 43 h 46"/>
                <a:gd name="T52" fmla="*/ 84 w 159"/>
                <a:gd name="T53" fmla="*/ 30 h 46"/>
                <a:gd name="T54" fmla="*/ 91 w 159"/>
                <a:gd name="T55" fmla="*/ 30 h 46"/>
                <a:gd name="T56" fmla="*/ 92 w 159"/>
                <a:gd name="T57" fmla="*/ 35 h 46"/>
                <a:gd name="T58" fmla="*/ 94 w 159"/>
                <a:gd name="T59" fmla="*/ 39 h 46"/>
                <a:gd name="T60" fmla="*/ 104 w 159"/>
                <a:gd name="T61" fmla="*/ 38 h 46"/>
                <a:gd name="T62" fmla="*/ 104 w 159"/>
                <a:gd name="T63" fmla="*/ 26 h 46"/>
                <a:gd name="T64" fmla="*/ 96 w 159"/>
                <a:gd name="T65" fmla="*/ 24 h 46"/>
                <a:gd name="T66" fmla="*/ 95 w 159"/>
                <a:gd name="T67" fmla="*/ 18 h 46"/>
                <a:gd name="T68" fmla="*/ 97 w 159"/>
                <a:gd name="T69" fmla="*/ 18 h 46"/>
                <a:gd name="T70" fmla="*/ 105 w 159"/>
                <a:gd name="T71" fmla="*/ 11 h 46"/>
                <a:gd name="T72" fmla="*/ 99 w 159"/>
                <a:gd name="T73" fmla="*/ 6 h 46"/>
                <a:gd name="T74" fmla="*/ 93 w 159"/>
                <a:gd name="T75" fmla="*/ 9 h 46"/>
                <a:gd name="T76" fmla="*/ 94 w 159"/>
                <a:gd name="T77" fmla="*/ 12 h 46"/>
                <a:gd name="T78" fmla="*/ 89 w 159"/>
                <a:gd name="T79" fmla="*/ 17 h 46"/>
                <a:gd name="T80" fmla="*/ 84 w 159"/>
                <a:gd name="T81" fmla="*/ 11 h 46"/>
                <a:gd name="T82" fmla="*/ 100 w 159"/>
                <a:gd name="T83" fmla="*/ 0 h 46"/>
                <a:gd name="T84" fmla="*/ 116 w 159"/>
                <a:gd name="T85" fmla="*/ 12 h 46"/>
                <a:gd name="T86" fmla="*/ 109 w 159"/>
                <a:gd name="T87" fmla="*/ 21 h 46"/>
                <a:gd name="T88" fmla="*/ 133 w 159"/>
                <a:gd name="T89" fmla="*/ 40 h 46"/>
                <a:gd name="T90" fmla="*/ 141 w 159"/>
                <a:gd name="T91" fmla="*/ 35 h 46"/>
                <a:gd name="T92" fmla="*/ 139 w 159"/>
                <a:gd name="T93" fmla="*/ 9 h 46"/>
                <a:gd name="T94" fmla="*/ 133 w 159"/>
                <a:gd name="T95" fmla="*/ 3 h 46"/>
                <a:gd name="T96" fmla="*/ 147 w 159"/>
                <a:gd name="T97" fmla="*/ 1 h 46"/>
                <a:gd name="T98" fmla="*/ 151 w 159"/>
                <a:gd name="T99" fmla="*/ 35 h 46"/>
                <a:gd name="T100" fmla="*/ 159 w 159"/>
                <a:gd name="T101" fmla="*/ 40 h 46"/>
                <a:gd name="T102" fmla="*/ 133 w 159"/>
                <a:gd name="T103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9" h="46">
                  <a:moveTo>
                    <a:pt x="0" y="45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3" y="40"/>
                    <a:pt x="5" y="39"/>
                    <a:pt x="6" y="39"/>
                  </a:cubicBezTo>
                  <a:cubicBezTo>
                    <a:pt x="7" y="38"/>
                    <a:pt x="8" y="37"/>
                    <a:pt x="8" y="35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7" y="10"/>
                    <a:pt x="6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3"/>
                    <a:pt x="6" y="3"/>
                    <a:pt x="8" y="2"/>
                  </a:cubicBezTo>
                  <a:cubicBezTo>
                    <a:pt x="10" y="2"/>
                    <a:pt x="12" y="1"/>
                    <a:pt x="14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7"/>
                    <a:pt x="18" y="38"/>
                    <a:pt x="19" y="39"/>
                  </a:cubicBezTo>
                  <a:cubicBezTo>
                    <a:pt x="20" y="39"/>
                    <a:pt x="22" y="40"/>
                    <a:pt x="25" y="40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0" y="45"/>
                    <a:pt x="0" y="45"/>
                    <a:pt x="0" y="45"/>
                  </a:cubicBezTo>
                  <a:close/>
                  <a:moveTo>
                    <a:pt x="64" y="26"/>
                  </a:moveTo>
                  <a:cubicBezTo>
                    <a:pt x="62" y="28"/>
                    <a:pt x="60" y="28"/>
                    <a:pt x="59" y="29"/>
                  </a:cubicBezTo>
                  <a:cubicBezTo>
                    <a:pt x="57" y="30"/>
                    <a:pt x="55" y="30"/>
                    <a:pt x="53" y="30"/>
                  </a:cubicBezTo>
                  <a:cubicBezTo>
                    <a:pt x="49" y="30"/>
                    <a:pt x="45" y="29"/>
                    <a:pt x="42" y="26"/>
                  </a:cubicBezTo>
                  <a:cubicBezTo>
                    <a:pt x="39" y="23"/>
                    <a:pt x="38" y="20"/>
                    <a:pt x="38" y="15"/>
                  </a:cubicBezTo>
                  <a:cubicBezTo>
                    <a:pt x="38" y="11"/>
                    <a:pt x="40" y="7"/>
                    <a:pt x="43" y="4"/>
                  </a:cubicBezTo>
                  <a:cubicBezTo>
                    <a:pt x="46" y="1"/>
                    <a:pt x="51" y="0"/>
                    <a:pt x="56" y="0"/>
                  </a:cubicBezTo>
                  <a:cubicBezTo>
                    <a:pt x="62" y="0"/>
                    <a:pt x="66" y="2"/>
                    <a:pt x="69" y="6"/>
                  </a:cubicBezTo>
                  <a:cubicBezTo>
                    <a:pt x="73" y="9"/>
                    <a:pt x="74" y="15"/>
                    <a:pt x="74" y="22"/>
                  </a:cubicBezTo>
                  <a:cubicBezTo>
                    <a:pt x="74" y="29"/>
                    <a:pt x="72" y="35"/>
                    <a:pt x="69" y="40"/>
                  </a:cubicBezTo>
                  <a:cubicBezTo>
                    <a:pt x="65" y="44"/>
                    <a:pt x="60" y="46"/>
                    <a:pt x="54" y="46"/>
                  </a:cubicBezTo>
                  <a:cubicBezTo>
                    <a:pt x="50" y="46"/>
                    <a:pt x="47" y="45"/>
                    <a:pt x="44" y="43"/>
                  </a:cubicBezTo>
                  <a:cubicBezTo>
                    <a:pt x="41" y="42"/>
                    <a:pt x="40" y="40"/>
                    <a:pt x="40" y="37"/>
                  </a:cubicBezTo>
                  <a:cubicBezTo>
                    <a:pt x="40" y="36"/>
                    <a:pt x="40" y="34"/>
                    <a:pt x="41" y="34"/>
                  </a:cubicBezTo>
                  <a:cubicBezTo>
                    <a:pt x="42" y="33"/>
                    <a:pt x="43" y="32"/>
                    <a:pt x="45" y="32"/>
                  </a:cubicBezTo>
                  <a:cubicBezTo>
                    <a:pt x="47" y="32"/>
                    <a:pt x="49" y="34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9"/>
                    <a:pt x="50" y="40"/>
                    <a:pt x="51" y="40"/>
                  </a:cubicBezTo>
                  <a:cubicBezTo>
                    <a:pt x="52" y="40"/>
                    <a:pt x="52" y="40"/>
                    <a:pt x="54" y="40"/>
                  </a:cubicBezTo>
                  <a:cubicBezTo>
                    <a:pt x="57" y="40"/>
                    <a:pt x="59" y="39"/>
                    <a:pt x="61" y="37"/>
                  </a:cubicBezTo>
                  <a:cubicBezTo>
                    <a:pt x="63" y="34"/>
                    <a:pt x="64" y="31"/>
                    <a:pt x="64" y="26"/>
                  </a:cubicBezTo>
                  <a:close/>
                  <a:moveTo>
                    <a:pt x="63" y="15"/>
                  </a:moveTo>
                  <a:cubicBezTo>
                    <a:pt x="63" y="12"/>
                    <a:pt x="63" y="10"/>
                    <a:pt x="61" y="8"/>
                  </a:cubicBezTo>
                  <a:cubicBezTo>
                    <a:pt x="60" y="7"/>
                    <a:pt x="58" y="6"/>
                    <a:pt x="56" y="6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10"/>
                    <a:pt x="49" y="12"/>
                    <a:pt x="49" y="15"/>
                  </a:cubicBezTo>
                  <a:cubicBezTo>
                    <a:pt x="49" y="18"/>
                    <a:pt x="49" y="20"/>
                    <a:pt x="51" y="21"/>
                  </a:cubicBezTo>
                  <a:cubicBezTo>
                    <a:pt x="52" y="23"/>
                    <a:pt x="54" y="24"/>
                    <a:pt x="56" y="24"/>
                  </a:cubicBezTo>
                  <a:cubicBezTo>
                    <a:pt x="58" y="24"/>
                    <a:pt x="60" y="23"/>
                    <a:pt x="61" y="21"/>
                  </a:cubicBezTo>
                  <a:cubicBezTo>
                    <a:pt x="63" y="20"/>
                    <a:pt x="63" y="18"/>
                    <a:pt x="63" y="15"/>
                  </a:cubicBezTo>
                  <a:close/>
                  <a:moveTo>
                    <a:pt x="109" y="21"/>
                  </a:moveTo>
                  <a:cubicBezTo>
                    <a:pt x="112" y="22"/>
                    <a:pt x="115" y="23"/>
                    <a:pt x="116" y="25"/>
                  </a:cubicBezTo>
                  <a:cubicBezTo>
                    <a:pt x="118" y="26"/>
                    <a:pt x="118" y="29"/>
                    <a:pt x="118" y="31"/>
                  </a:cubicBezTo>
                  <a:cubicBezTo>
                    <a:pt x="118" y="36"/>
                    <a:pt x="117" y="39"/>
                    <a:pt x="113" y="42"/>
                  </a:cubicBezTo>
                  <a:cubicBezTo>
                    <a:pt x="109" y="44"/>
                    <a:pt x="105" y="46"/>
                    <a:pt x="99" y="46"/>
                  </a:cubicBezTo>
                  <a:cubicBezTo>
                    <a:pt x="94" y="46"/>
                    <a:pt x="90" y="45"/>
                    <a:pt x="87" y="43"/>
                  </a:cubicBezTo>
                  <a:cubicBezTo>
                    <a:pt x="84" y="40"/>
                    <a:pt x="83" y="38"/>
                    <a:pt x="83" y="34"/>
                  </a:cubicBezTo>
                  <a:cubicBezTo>
                    <a:pt x="83" y="33"/>
                    <a:pt x="83" y="31"/>
                    <a:pt x="84" y="30"/>
                  </a:cubicBezTo>
                  <a:cubicBezTo>
                    <a:pt x="85" y="29"/>
                    <a:pt x="86" y="29"/>
                    <a:pt x="88" y="29"/>
                  </a:cubicBezTo>
                  <a:cubicBezTo>
                    <a:pt x="89" y="29"/>
                    <a:pt x="90" y="29"/>
                    <a:pt x="91" y="30"/>
                  </a:cubicBezTo>
                  <a:cubicBezTo>
                    <a:pt x="92" y="31"/>
                    <a:pt x="93" y="32"/>
                    <a:pt x="93" y="34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7"/>
                    <a:pt x="93" y="38"/>
                    <a:pt x="94" y="39"/>
                  </a:cubicBezTo>
                  <a:cubicBezTo>
                    <a:pt x="95" y="39"/>
                    <a:pt x="97" y="40"/>
                    <a:pt x="99" y="40"/>
                  </a:cubicBezTo>
                  <a:cubicBezTo>
                    <a:pt x="101" y="40"/>
                    <a:pt x="103" y="39"/>
                    <a:pt x="104" y="38"/>
                  </a:cubicBezTo>
                  <a:cubicBezTo>
                    <a:pt x="106" y="36"/>
                    <a:pt x="106" y="34"/>
                    <a:pt x="106" y="32"/>
                  </a:cubicBezTo>
                  <a:cubicBezTo>
                    <a:pt x="106" y="29"/>
                    <a:pt x="106" y="27"/>
                    <a:pt x="104" y="26"/>
                  </a:cubicBezTo>
                  <a:cubicBezTo>
                    <a:pt x="103" y="24"/>
                    <a:pt x="100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5" y="18"/>
                    <a:pt x="96" y="18"/>
                    <a:pt x="96" y="18"/>
                  </a:cubicBezTo>
                  <a:cubicBezTo>
                    <a:pt x="96" y="18"/>
                    <a:pt x="97" y="18"/>
                    <a:pt x="97" y="18"/>
                  </a:cubicBezTo>
                  <a:cubicBezTo>
                    <a:pt x="99" y="18"/>
                    <a:pt x="101" y="17"/>
                    <a:pt x="103" y="16"/>
                  </a:cubicBezTo>
                  <a:cubicBezTo>
                    <a:pt x="104" y="15"/>
                    <a:pt x="105" y="13"/>
                    <a:pt x="105" y="11"/>
                  </a:cubicBezTo>
                  <a:cubicBezTo>
                    <a:pt x="105" y="9"/>
                    <a:pt x="104" y="8"/>
                    <a:pt x="103" y="7"/>
                  </a:cubicBezTo>
                  <a:cubicBezTo>
                    <a:pt x="102" y="6"/>
                    <a:pt x="101" y="6"/>
                    <a:pt x="99" y="6"/>
                  </a:cubicBezTo>
                  <a:cubicBezTo>
                    <a:pt x="97" y="6"/>
                    <a:pt x="96" y="6"/>
                    <a:pt x="95" y="7"/>
                  </a:cubicBezTo>
                  <a:cubicBezTo>
                    <a:pt x="94" y="7"/>
                    <a:pt x="93" y="8"/>
                    <a:pt x="93" y="9"/>
                  </a:cubicBezTo>
                  <a:cubicBezTo>
                    <a:pt x="93" y="9"/>
                    <a:pt x="93" y="10"/>
                    <a:pt x="94" y="10"/>
                  </a:cubicBezTo>
                  <a:cubicBezTo>
                    <a:pt x="94" y="11"/>
                    <a:pt x="94" y="12"/>
                    <a:pt x="94" y="12"/>
                  </a:cubicBezTo>
                  <a:cubicBezTo>
                    <a:pt x="94" y="14"/>
                    <a:pt x="94" y="15"/>
                    <a:pt x="93" y="16"/>
                  </a:cubicBezTo>
                  <a:cubicBezTo>
                    <a:pt x="92" y="16"/>
                    <a:pt x="91" y="17"/>
                    <a:pt x="89" y="17"/>
                  </a:cubicBezTo>
                  <a:cubicBezTo>
                    <a:pt x="88" y="17"/>
                    <a:pt x="86" y="16"/>
                    <a:pt x="85" y="15"/>
                  </a:cubicBezTo>
                  <a:cubicBezTo>
                    <a:pt x="84" y="15"/>
                    <a:pt x="84" y="13"/>
                    <a:pt x="84" y="11"/>
                  </a:cubicBezTo>
                  <a:cubicBezTo>
                    <a:pt x="84" y="8"/>
                    <a:pt x="86" y="5"/>
                    <a:pt x="89" y="3"/>
                  </a:cubicBezTo>
                  <a:cubicBezTo>
                    <a:pt x="92" y="1"/>
                    <a:pt x="95" y="0"/>
                    <a:pt x="100" y="0"/>
                  </a:cubicBezTo>
                  <a:cubicBezTo>
                    <a:pt x="105" y="0"/>
                    <a:pt x="109" y="1"/>
                    <a:pt x="112" y="3"/>
                  </a:cubicBezTo>
                  <a:cubicBezTo>
                    <a:pt x="115" y="5"/>
                    <a:pt x="116" y="8"/>
                    <a:pt x="116" y="12"/>
                  </a:cubicBezTo>
                  <a:cubicBezTo>
                    <a:pt x="116" y="14"/>
                    <a:pt x="116" y="16"/>
                    <a:pt x="114" y="17"/>
                  </a:cubicBezTo>
                  <a:cubicBezTo>
                    <a:pt x="113" y="19"/>
                    <a:pt x="112" y="20"/>
                    <a:pt x="109" y="21"/>
                  </a:cubicBezTo>
                  <a:close/>
                  <a:moveTo>
                    <a:pt x="133" y="45"/>
                  </a:moveTo>
                  <a:cubicBezTo>
                    <a:pt x="133" y="40"/>
                    <a:pt x="133" y="40"/>
                    <a:pt x="133" y="40"/>
                  </a:cubicBezTo>
                  <a:cubicBezTo>
                    <a:pt x="136" y="40"/>
                    <a:pt x="138" y="39"/>
                    <a:pt x="139" y="39"/>
                  </a:cubicBezTo>
                  <a:cubicBezTo>
                    <a:pt x="140" y="38"/>
                    <a:pt x="141" y="37"/>
                    <a:pt x="141" y="35"/>
                  </a:cubicBezTo>
                  <a:cubicBezTo>
                    <a:pt x="141" y="13"/>
                    <a:pt x="141" y="13"/>
                    <a:pt x="141" y="13"/>
                  </a:cubicBezTo>
                  <a:cubicBezTo>
                    <a:pt x="141" y="11"/>
                    <a:pt x="140" y="10"/>
                    <a:pt x="139" y="9"/>
                  </a:cubicBezTo>
                  <a:cubicBezTo>
                    <a:pt x="139" y="8"/>
                    <a:pt x="137" y="8"/>
                    <a:pt x="133" y="8"/>
                  </a:cubicBezTo>
                  <a:cubicBezTo>
                    <a:pt x="133" y="3"/>
                    <a:pt x="133" y="3"/>
                    <a:pt x="133" y="3"/>
                  </a:cubicBezTo>
                  <a:cubicBezTo>
                    <a:pt x="136" y="3"/>
                    <a:pt x="139" y="3"/>
                    <a:pt x="141" y="2"/>
                  </a:cubicBezTo>
                  <a:cubicBezTo>
                    <a:pt x="143" y="2"/>
                    <a:pt x="145" y="1"/>
                    <a:pt x="147" y="1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1" y="35"/>
                    <a:pt x="151" y="35"/>
                    <a:pt x="151" y="35"/>
                  </a:cubicBezTo>
                  <a:cubicBezTo>
                    <a:pt x="151" y="37"/>
                    <a:pt x="151" y="38"/>
                    <a:pt x="152" y="39"/>
                  </a:cubicBezTo>
                  <a:cubicBezTo>
                    <a:pt x="154" y="39"/>
                    <a:pt x="156" y="40"/>
                    <a:pt x="159" y="40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33" y="45"/>
                    <a:pt x="133" y="45"/>
                    <a:pt x="133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5048250" y="3025774"/>
              <a:ext cx="1824037" cy="987424"/>
            </a:xfrm>
            <a:custGeom>
              <a:avLst/>
              <a:gdLst>
                <a:gd name="T0" fmla="*/ 610 w 670"/>
                <a:gd name="T1" fmla="*/ 68 h 362"/>
                <a:gd name="T2" fmla="*/ 557 w 670"/>
                <a:gd name="T3" fmla="*/ 99 h 362"/>
                <a:gd name="T4" fmla="*/ 460 w 670"/>
                <a:gd name="T5" fmla="*/ 80 h 362"/>
                <a:gd name="T6" fmla="*/ 381 w 670"/>
                <a:gd name="T7" fmla="*/ 349 h 362"/>
                <a:gd name="T8" fmla="*/ 362 w 670"/>
                <a:gd name="T9" fmla="*/ 297 h 362"/>
                <a:gd name="T10" fmla="*/ 395 w 670"/>
                <a:gd name="T11" fmla="*/ 310 h 362"/>
                <a:gd name="T12" fmla="*/ 403 w 670"/>
                <a:gd name="T13" fmla="*/ 303 h 362"/>
                <a:gd name="T14" fmla="*/ 430 w 670"/>
                <a:gd name="T15" fmla="*/ 311 h 362"/>
                <a:gd name="T16" fmla="*/ 487 w 670"/>
                <a:gd name="T17" fmla="*/ 192 h 362"/>
                <a:gd name="T18" fmla="*/ 400 w 670"/>
                <a:gd name="T19" fmla="*/ 200 h 362"/>
                <a:gd name="T20" fmla="*/ 442 w 670"/>
                <a:gd name="T21" fmla="*/ 260 h 362"/>
                <a:gd name="T22" fmla="*/ 378 w 670"/>
                <a:gd name="T23" fmla="*/ 362 h 362"/>
                <a:gd name="T24" fmla="*/ 292 w 670"/>
                <a:gd name="T25" fmla="*/ 362 h 362"/>
                <a:gd name="T26" fmla="*/ 228 w 670"/>
                <a:gd name="T27" fmla="*/ 260 h 362"/>
                <a:gd name="T28" fmla="*/ 271 w 670"/>
                <a:gd name="T29" fmla="*/ 200 h 362"/>
                <a:gd name="T30" fmla="*/ 183 w 670"/>
                <a:gd name="T31" fmla="*/ 192 h 362"/>
                <a:gd name="T32" fmla="*/ 240 w 670"/>
                <a:gd name="T33" fmla="*/ 311 h 362"/>
                <a:gd name="T34" fmla="*/ 267 w 670"/>
                <a:gd name="T35" fmla="*/ 303 h 362"/>
                <a:gd name="T36" fmla="*/ 275 w 670"/>
                <a:gd name="T37" fmla="*/ 310 h 362"/>
                <a:gd name="T38" fmla="*/ 308 w 670"/>
                <a:gd name="T39" fmla="*/ 297 h 362"/>
                <a:gd name="T40" fmla="*/ 289 w 670"/>
                <a:gd name="T41" fmla="*/ 349 h 362"/>
                <a:gd name="T42" fmla="*/ 613 w 670"/>
                <a:gd name="T43" fmla="*/ 49 h 362"/>
                <a:gd name="T44" fmla="*/ 496 w 670"/>
                <a:gd name="T45" fmla="*/ 27 h 362"/>
                <a:gd name="T46" fmla="*/ 496 w 670"/>
                <a:gd name="T47" fmla="*/ 16 h 362"/>
                <a:gd name="T48" fmla="*/ 587 w 670"/>
                <a:gd name="T49" fmla="*/ 60 h 362"/>
                <a:gd name="T50" fmla="*/ 429 w 670"/>
                <a:gd name="T51" fmla="*/ 130 h 362"/>
                <a:gd name="T52" fmla="*/ 545 w 670"/>
                <a:gd name="T53" fmla="*/ 142 h 362"/>
                <a:gd name="T54" fmla="*/ 540 w 670"/>
                <a:gd name="T55" fmla="*/ 134 h 362"/>
                <a:gd name="T56" fmla="*/ 434 w 670"/>
                <a:gd name="T57" fmla="*/ 132 h 362"/>
                <a:gd name="T58" fmla="*/ 420 w 670"/>
                <a:gd name="T59" fmla="*/ 151 h 362"/>
                <a:gd name="T60" fmla="*/ 499 w 670"/>
                <a:gd name="T61" fmla="*/ 176 h 362"/>
                <a:gd name="T62" fmla="*/ 521 w 670"/>
                <a:gd name="T63" fmla="*/ 156 h 362"/>
                <a:gd name="T64" fmla="*/ 415 w 670"/>
                <a:gd name="T65" fmla="*/ 164 h 362"/>
                <a:gd name="T66" fmla="*/ 60 w 670"/>
                <a:gd name="T67" fmla="*/ 68 h 362"/>
                <a:gd name="T68" fmla="*/ 113 w 670"/>
                <a:gd name="T69" fmla="*/ 99 h 362"/>
                <a:gd name="T70" fmla="*/ 210 w 670"/>
                <a:gd name="T71" fmla="*/ 80 h 362"/>
                <a:gd name="T72" fmla="*/ 57 w 670"/>
                <a:gd name="T73" fmla="*/ 49 h 362"/>
                <a:gd name="T74" fmla="*/ 175 w 670"/>
                <a:gd name="T75" fmla="*/ 27 h 362"/>
                <a:gd name="T76" fmla="*/ 174 w 670"/>
                <a:gd name="T77" fmla="*/ 16 h 362"/>
                <a:gd name="T78" fmla="*/ 83 w 670"/>
                <a:gd name="T79" fmla="*/ 60 h 362"/>
                <a:gd name="T80" fmla="*/ 241 w 670"/>
                <a:gd name="T81" fmla="*/ 130 h 362"/>
                <a:gd name="T82" fmla="*/ 125 w 670"/>
                <a:gd name="T83" fmla="*/ 142 h 362"/>
                <a:gd name="T84" fmla="*/ 130 w 670"/>
                <a:gd name="T85" fmla="*/ 134 h 362"/>
                <a:gd name="T86" fmla="*/ 236 w 670"/>
                <a:gd name="T87" fmla="*/ 132 h 362"/>
                <a:gd name="T88" fmla="*/ 250 w 670"/>
                <a:gd name="T89" fmla="*/ 151 h 362"/>
                <a:gd name="T90" fmla="*/ 171 w 670"/>
                <a:gd name="T91" fmla="*/ 176 h 362"/>
                <a:gd name="T92" fmla="*/ 149 w 670"/>
                <a:gd name="T93" fmla="*/ 156 h 362"/>
                <a:gd name="T94" fmla="*/ 255 w 670"/>
                <a:gd name="T95" fmla="*/ 164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0" h="362">
                  <a:moveTo>
                    <a:pt x="446" y="90"/>
                  </a:moveTo>
                  <a:cubicBezTo>
                    <a:pt x="454" y="71"/>
                    <a:pt x="454" y="71"/>
                    <a:pt x="454" y="71"/>
                  </a:cubicBezTo>
                  <a:cubicBezTo>
                    <a:pt x="610" y="68"/>
                    <a:pt x="610" y="68"/>
                    <a:pt x="610" y="68"/>
                  </a:cubicBezTo>
                  <a:cubicBezTo>
                    <a:pt x="579" y="104"/>
                    <a:pt x="579" y="104"/>
                    <a:pt x="579" y="104"/>
                  </a:cubicBezTo>
                  <a:cubicBezTo>
                    <a:pt x="557" y="104"/>
                    <a:pt x="557" y="104"/>
                    <a:pt x="557" y="104"/>
                  </a:cubicBezTo>
                  <a:cubicBezTo>
                    <a:pt x="557" y="99"/>
                    <a:pt x="557" y="99"/>
                    <a:pt x="557" y="99"/>
                  </a:cubicBezTo>
                  <a:cubicBezTo>
                    <a:pt x="574" y="95"/>
                    <a:pt x="574" y="95"/>
                    <a:pt x="574" y="95"/>
                  </a:cubicBezTo>
                  <a:cubicBezTo>
                    <a:pt x="590" y="77"/>
                    <a:pt x="590" y="77"/>
                    <a:pt x="590" y="77"/>
                  </a:cubicBezTo>
                  <a:cubicBezTo>
                    <a:pt x="460" y="80"/>
                    <a:pt x="460" y="80"/>
                    <a:pt x="460" y="80"/>
                  </a:cubicBezTo>
                  <a:cubicBezTo>
                    <a:pt x="451" y="92"/>
                    <a:pt x="451" y="92"/>
                    <a:pt x="451" y="92"/>
                  </a:cubicBezTo>
                  <a:cubicBezTo>
                    <a:pt x="446" y="90"/>
                    <a:pt x="446" y="90"/>
                    <a:pt x="446" y="90"/>
                  </a:cubicBezTo>
                  <a:close/>
                  <a:moveTo>
                    <a:pt x="381" y="349"/>
                  </a:moveTo>
                  <a:cubicBezTo>
                    <a:pt x="393" y="349"/>
                    <a:pt x="393" y="349"/>
                    <a:pt x="393" y="349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62" y="297"/>
                    <a:pt x="362" y="297"/>
                    <a:pt x="362" y="297"/>
                  </a:cubicBezTo>
                  <a:cubicBezTo>
                    <a:pt x="409" y="349"/>
                    <a:pt x="409" y="349"/>
                    <a:pt x="409" y="349"/>
                  </a:cubicBezTo>
                  <a:cubicBezTo>
                    <a:pt x="431" y="349"/>
                    <a:pt x="431" y="349"/>
                    <a:pt x="431" y="349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64" y="277"/>
                    <a:pt x="384" y="237"/>
                    <a:pt x="384" y="237"/>
                  </a:cubicBezTo>
                  <a:cubicBezTo>
                    <a:pt x="394" y="241"/>
                    <a:pt x="394" y="241"/>
                    <a:pt x="394" y="241"/>
                  </a:cubicBezTo>
                  <a:cubicBezTo>
                    <a:pt x="393" y="242"/>
                    <a:pt x="378" y="275"/>
                    <a:pt x="403" y="303"/>
                  </a:cubicBezTo>
                  <a:cubicBezTo>
                    <a:pt x="446" y="349"/>
                    <a:pt x="446" y="349"/>
                    <a:pt x="446" y="349"/>
                  </a:cubicBezTo>
                  <a:cubicBezTo>
                    <a:pt x="461" y="349"/>
                    <a:pt x="461" y="349"/>
                    <a:pt x="461" y="349"/>
                  </a:cubicBezTo>
                  <a:cubicBezTo>
                    <a:pt x="453" y="341"/>
                    <a:pt x="438" y="328"/>
                    <a:pt x="430" y="311"/>
                  </a:cubicBezTo>
                  <a:cubicBezTo>
                    <a:pt x="421" y="295"/>
                    <a:pt x="418" y="275"/>
                    <a:pt x="433" y="254"/>
                  </a:cubicBezTo>
                  <a:cubicBezTo>
                    <a:pt x="433" y="254"/>
                    <a:pt x="433" y="254"/>
                    <a:pt x="433" y="254"/>
                  </a:cubicBezTo>
                  <a:cubicBezTo>
                    <a:pt x="487" y="192"/>
                    <a:pt x="487" y="192"/>
                    <a:pt x="487" y="192"/>
                  </a:cubicBezTo>
                  <a:cubicBezTo>
                    <a:pt x="411" y="193"/>
                    <a:pt x="411" y="193"/>
                    <a:pt x="411" y="193"/>
                  </a:cubicBezTo>
                  <a:cubicBezTo>
                    <a:pt x="404" y="202"/>
                    <a:pt x="404" y="202"/>
                    <a:pt x="404" y="202"/>
                  </a:cubicBezTo>
                  <a:cubicBezTo>
                    <a:pt x="400" y="200"/>
                    <a:pt x="400" y="200"/>
                    <a:pt x="400" y="200"/>
                  </a:cubicBezTo>
                  <a:cubicBezTo>
                    <a:pt x="406" y="186"/>
                    <a:pt x="406" y="186"/>
                    <a:pt x="406" y="186"/>
                  </a:cubicBezTo>
                  <a:cubicBezTo>
                    <a:pt x="509" y="183"/>
                    <a:pt x="509" y="183"/>
                    <a:pt x="509" y="183"/>
                  </a:cubicBezTo>
                  <a:cubicBezTo>
                    <a:pt x="442" y="260"/>
                    <a:pt x="442" y="260"/>
                    <a:pt x="442" y="260"/>
                  </a:cubicBezTo>
                  <a:cubicBezTo>
                    <a:pt x="431" y="276"/>
                    <a:pt x="432" y="291"/>
                    <a:pt x="438" y="304"/>
                  </a:cubicBezTo>
                  <a:cubicBezTo>
                    <a:pt x="449" y="327"/>
                    <a:pt x="475" y="345"/>
                    <a:pt x="494" y="362"/>
                  </a:cubicBezTo>
                  <a:cubicBezTo>
                    <a:pt x="378" y="362"/>
                    <a:pt x="378" y="362"/>
                    <a:pt x="378" y="362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292" y="362"/>
                    <a:pt x="292" y="362"/>
                    <a:pt x="292" y="362"/>
                  </a:cubicBezTo>
                  <a:cubicBezTo>
                    <a:pt x="179" y="362"/>
                    <a:pt x="179" y="362"/>
                    <a:pt x="179" y="362"/>
                  </a:cubicBezTo>
                  <a:cubicBezTo>
                    <a:pt x="196" y="345"/>
                    <a:pt x="222" y="326"/>
                    <a:pt x="232" y="304"/>
                  </a:cubicBezTo>
                  <a:cubicBezTo>
                    <a:pt x="238" y="291"/>
                    <a:pt x="240" y="276"/>
                    <a:pt x="228" y="260"/>
                  </a:cubicBezTo>
                  <a:cubicBezTo>
                    <a:pt x="161" y="183"/>
                    <a:pt x="161" y="183"/>
                    <a:pt x="161" y="183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71" y="200"/>
                    <a:pt x="271" y="200"/>
                    <a:pt x="271" y="200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59" y="193"/>
                    <a:pt x="259" y="193"/>
                    <a:pt x="259" y="193"/>
                  </a:cubicBezTo>
                  <a:cubicBezTo>
                    <a:pt x="183" y="192"/>
                    <a:pt x="183" y="192"/>
                    <a:pt x="183" y="192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52" y="275"/>
                    <a:pt x="249" y="295"/>
                    <a:pt x="240" y="311"/>
                  </a:cubicBezTo>
                  <a:cubicBezTo>
                    <a:pt x="232" y="328"/>
                    <a:pt x="218" y="341"/>
                    <a:pt x="209" y="349"/>
                  </a:cubicBezTo>
                  <a:cubicBezTo>
                    <a:pt x="224" y="349"/>
                    <a:pt x="224" y="349"/>
                    <a:pt x="224" y="349"/>
                  </a:cubicBezTo>
                  <a:cubicBezTo>
                    <a:pt x="267" y="303"/>
                    <a:pt x="267" y="303"/>
                    <a:pt x="267" y="303"/>
                  </a:cubicBezTo>
                  <a:cubicBezTo>
                    <a:pt x="292" y="275"/>
                    <a:pt x="277" y="242"/>
                    <a:pt x="277" y="241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306" y="277"/>
                    <a:pt x="275" y="310"/>
                  </a:cubicBezTo>
                  <a:cubicBezTo>
                    <a:pt x="239" y="349"/>
                    <a:pt x="239" y="349"/>
                    <a:pt x="239" y="349"/>
                  </a:cubicBezTo>
                  <a:cubicBezTo>
                    <a:pt x="261" y="349"/>
                    <a:pt x="261" y="349"/>
                    <a:pt x="261" y="349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16" y="304"/>
                    <a:pt x="316" y="304"/>
                    <a:pt x="316" y="304"/>
                  </a:cubicBezTo>
                  <a:cubicBezTo>
                    <a:pt x="277" y="349"/>
                    <a:pt x="277" y="349"/>
                    <a:pt x="277" y="349"/>
                  </a:cubicBezTo>
                  <a:cubicBezTo>
                    <a:pt x="289" y="349"/>
                    <a:pt x="289" y="349"/>
                    <a:pt x="289" y="349"/>
                  </a:cubicBezTo>
                  <a:cubicBezTo>
                    <a:pt x="335" y="305"/>
                    <a:pt x="335" y="305"/>
                    <a:pt x="335" y="305"/>
                  </a:cubicBezTo>
                  <a:cubicBezTo>
                    <a:pt x="381" y="349"/>
                    <a:pt x="381" y="349"/>
                    <a:pt x="381" y="349"/>
                  </a:cubicBezTo>
                  <a:close/>
                  <a:moveTo>
                    <a:pt x="613" y="49"/>
                  </a:moveTo>
                  <a:cubicBezTo>
                    <a:pt x="646" y="12"/>
                    <a:pt x="646" y="12"/>
                    <a:pt x="646" y="12"/>
                  </a:cubicBezTo>
                  <a:cubicBezTo>
                    <a:pt x="623" y="15"/>
                    <a:pt x="623" y="15"/>
                    <a:pt x="623" y="15"/>
                  </a:cubicBezTo>
                  <a:cubicBezTo>
                    <a:pt x="496" y="27"/>
                    <a:pt x="496" y="27"/>
                    <a:pt x="496" y="27"/>
                  </a:cubicBezTo>
                  <a:cubicBezTo>
                    <a:pt x="432" y="39"/>
                    <a:pt x="41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406" y="112"/>
                    <a:pt x="426" y="26"/>
                    <a:pt x="496" y="16"/>
                  </a:cubicBezTo>
                  <a:cubicBezTo>
                    <a:pt x="670" y="0"/>
                    <a:pt x="670" y="0"/>
                    <a:pt x="670" y="0"/>
                  </a:cubicBezTo>
                  <a:cubicBezTo>
                    <a:pt x="617" y="60"/>
                    <a:pt x="617" y="60"/>
                    <a:pt x="617" y="60"/>
                  </a:cubicBezTo>
                  <a:cubicBezTo>
                    <a:pt x="587" y="60"/>
                    <a:pt x="587" y="60"/>
                    <a:pt x="587" y="60"/>
                  </a:cubicBezTo>
                  <a:cubicBezTo>
                    <a:pt x="587" y="56"/>
                    <a:pt x="587" y="56"/>
                    <a:pt x="587" y="56"/>
                  </a:cubicBezTo>
                  <a:cubicBezTo>
                    <a:pt x="613" y="49"/>
                    <a:pt x="613" y="49"/>
                    <a:pt x="613" y="49"/>
                  </a:cubicBezTo>
                  <a:close/>
                  <a:moveTo>
                    <a:pt x="429" y="130"/>
                  </a:moveTo>
                  <a:cubicBezTo>
                    <a:pt x="436" y="114"/>
                    <a:pt x="436" y="114"/>
                    <a:pt x="436" y="114"/>
                  </a:cubicBezTo>
                  <a:cubicBezTo>
                    <a:pt x="572" y="111"/>
                    <a:pt x="572" y="111"/>
                    <a:pt x="572" y="111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38"/>
                    <a:pt x="527" y="138"/>
                    <a:pt x="527" y="138"/>
                  </a:cubicBezTo>
                  <a:cubicBezTo>
                    <a:pt x="540" y="134"/>
                    <a:pt x="540" y="134"/>
                    <a:pt x="540" y="134"/>
                  </a:cubicBezTo>
                  <a:cubicBezTo>
                    <a:pt x="553" y="119"/>
                    <a:pt x="553" y="119"/>
                    <a:pt x="553" y="119"/>
                  </a:cubicBezTo>
                  <a:cubicBezTo>
                    <a:pt x="441" y="122"/>
                    <a:pt x="441" y="122"/>
                    <a:pt x="441" y="122"/>
                  </a:cubicBezTo>
                  <a:cubicBezTo>
                    <a:pt x="434" y="132"/>
                    <a:pt x="434" y="132"/>
                    <a:pt x="434" y="132"/>
                  </a:cubicBezTo>
                  <a:cubicBezTo>
                    <a:pt x="429" y="130"/>
                    <a:pt x="429" y="130"/>
                    <a:pt x="429" y="130"/>
                  </a:cubicBezTo>
                  <a:close/>
                  <a:moveTo>
                    <a:pt x="415" y="164"/>
                  </a:moveTo>
                  <a:cubicBezTo>
                    <a:pt x="420" y="151"/>
                    <a:pt x="420" y="151"/>
                    <a:pt x="420" y="151"/>
                  </a:cubicBezTo>
                  <a:cubicBezTo>
                    <a:pt x="540" y="149"/>
                    <a:pt x="540" y="149"/>
                    <a:pt x="540" y="149"/>
                  </a:cubicBezTo>
                  <a:cubicBezTo>
                    <a:pt x="515" y="176"/>
                    <a:pt x="515" y="176"/>
                    <a:pt x="515" y="176"/>
                  </a:cubicBezTo>
                  <a:cubicBezTo>
                    <a:pt x="499" y="176"/>
                    <a:pt x="499" y="176"/>
                    <a:pt x="499" y="176"/>
                  </a:cubicBezTo>
                  <a:cubicBezTo>
                    <a:pt x="499" y="172"/>
                    <a:pt x="499" y="172"/>
                    <a:pt x="499" y="172"/>
                  </a:cubicBezTo>
                  <a:cubicBezTo>
                    <a:pt x="510" y="169"/>
                    <a:pt x="510" y="169"/>
                    <a:pt x="510" y="169"/>
                  </a:cubicBezTo>
                  <a:cubicBezTo>
                    <a:pt x="521" y="156"/>
                    <a:pt x="521" y="156"/>
                    <a:pt x="521" y="156"/>
                  </a:cubicBezTo>
                  <a:cubicBezTo>
                    <a:pt x="425" y="159"/>
                    <a:pt x="425" y="159"/>
                    <a:pt x="425" y="159"/>
                  </a:cubicBezTo>
                  <a:cubicBezTo>
                    <a:pt x="419" y="166"/>
                    <a:pt x="419" y="166"/>
                    <a:pt x="419" y="166"/>
                  </a:cubicBezTo>
                  <a:cubicBezTo>
                    <a:pt x="415" y="164"/>
                    <a:pt x="415" y="164"/>
                    <a:pt x="415" y="164"/>
                  </a:cubicBezTo>
                  <a:close/>
                  <a:moveTo>
                    <a:pt x="224" y="90"/>
                  </a:moveTo>
                  <a:cubicBezTo>
                    <a:pt x="216" y="71"/>
                    <a:pt x="216" y="71"/>
                    <a:pt x="216" y="71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24" y="90"/>
                    <a:pt x="224" y="90"/>
                    <a:pt x="224" y="90"/>
                  </a:cubicBezTo>
                  <a:close/>
                  <a:moveTo>
                    <a:pt x="57" y="49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238" y="39"/>
                    <a:pt x="26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264" y="112"/>
                    <a:pt x="244" y="26"/>
                    <a:pt x="174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57" y="49"/>
                    <a:pt x="57" y="49"/>
                    <a:pt x="57" y="49"/>
                  </a:cubicBezTo>
                  <a:close/>
                  <a:moveTo>
                    <a:pt x="241" y="130"/>
                  </a:moveTo>
                  <a:cubicBezTo>
                    <a:pt x="234" y="114"/>
                    <a:pt x="234" y="114"/>
                    <a:pt x="234" y="114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41" y="130"/>
                    <a:pt x="241" y="130"/>
                    <a:pt x="241" y="130"/>
                  </a:cubicBezTo>
                  <a:close/>
                  <a:moveTo>
                    <a:pt x="255" y="164"/>
                  </a:moveTo>
                  <a:cubicBezTo>
                    <a:pt x="250" y="151"/>
                    <a:pt x="250" y="151"/>
                    <a:pt x="250" y="151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55" y="176"/>
                    <a:pt x="155" y="176"/>
                    <a:pt x="155" y="176"/>
                  </a:cubicBezTo>
                  <a:cubicBezTo>
                    <a:pt x="171" y="176"/>
                    <a:pt x="171" y="176"/>
                    <a:pt x="171" y="176"/>
                  </a:cubicBezTo>
                  <a:cubicBezTo>
                    <a:pt x="171" y="172"/>
                    <a:pt x="171" y="172"/>
                    <a:pt x="171" y="172"/>
                  </a:cubicBezTo>
                  <a:cubicBezTo>
                    <a:pt x="160" y="169"/>
                    <a:pt x="160" y="169"/>
                    <a:pt x="160" y="169"/>
                  </a:cubicBezTo>
                  <a:cubicBezTo>
                    <a:pt x="149" y="156"/>
                    <a:pt x="149" y="156"/>
                    <a:pt x="149" y="156"/>
                  </a:cubicBezTo>
                  <a:cubicBezTo>
                    <a:pt x="245" y="159"/>
                    <a:pt x="245" y="159"/>
                    <a:pt x="245" y="159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5" y="164"/>
                    <a:pt x="255" y="164"/>
                    <a:pt x="255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462713" y="3840163"/>
              <a:ext cx="468313" cy="30163"/>
            </a:xfrm>
            <a:custGeom>
              <a:avLst/>
              <a:gdLst>
                <a:gd name="T0" fmla="*/ 0 w 172"/>
                <a:gd name="T1" fmla="*/ 0 h 11"/>
                <a:gd name="T2" fmla="*/ 165 w 172"/>
                <a:gd name="T3" fmla="*/ 0 h 11"/>
                <a:gd name="T4" fmla="*/ 165 w 172"/>
                <a:gd name="T5" fmla="*/ 10 h 11"/>
                <a:gd name="T6" fmla="*/ 0 w 172"/>
                <a:gd name="T7" fmla="*/ 10 h 11"/>
                <a:gd name="T8" fmla="*/ 0 w 17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1">
                  <a:moveTo>
                    <a:pt x="0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72" y="0"/>
                    <a:pt x="171" y="11"/>
                    <a:pt x="16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6310313" y="3695700"/>
              <a:ext cx="703263" cy="317500"/>
            </a:xfrm>
            <a:custGeom>
              <a:avLst/>
              <a:gdLst>
                <a:gd name="T0" fmla="*/ 196 w 258"/>
                <a:gd name="T1" fmla="*/ 0 h 116"/>
                <a:gd name="T2" fmla="*/ 252 w 258"/>
                <a:gd name="T3" fmla="*/ 32 h 116"/>
                <a:gd name="T4" fmla="*/ 258 w 258"/>
                <a:gd name="T5" fmla="*/ 58 h 116"/>
                <a:gd name="T6" fmla="*/ 252 w 258"/>
                <a:gd name="T7" fmla="*/ 85 h 116"/>
                <a:gd name="T8" fmla="*/ 196 w 258"/>
                <a:gd name="T9" fmla="*/ 116 h 116"/>
                <a:gd name="T10" fmla="*/ 4 w 258"/>
                <a:gd name="T11" fmla="*/ 116 h 116"/>
                <a:gd name="T12" fmla="*/ 24 w 258"/>
                <a:gd name="T13" fmla="*/ 58 h 116"/>
                <a:gd name="T14" fmla="*/ 0 w 258"/>
                <a:gd name="T15" fmla="*/ 0 h 116"/>
                <a:gd name="T16" fmla="*/ 196 w 258"/>
                <a:gd name="T17" fmla="*/ 0 h 116"/>
                <a:gd name="T18" fmla="*/ 25 w 258"/>
                <a:gd name="T19" fmla="*/ 105 h 116"/>
                <a:gd name="T20" fmla="*/ 68 w 258"/>
                <a:gd name="T21" fmla="*/ 105 h 116"/>
                <a:gd name="T22" fmla="*/ 68 w 258"/>
                <a:gd name="T23" fmla="*/ 105 h 116"/>
                <a:gd name="T24" fmla="*/ 199 w 258"/>
                <a:gd name="T25" fmla="*/ 105 h 116"/>
                <a:gd name="T26" fmla="*/ 241 w 258"/>
                <a:gd name="T27" fmla="*/ 82 h 116"/>
                <a:gd name="T28" fmla="*/ 246 w 258"/>
                <a:gd name="T29" fmla="*/ 58 h 116"/>
                <a:gd name="T30" fmla="*/ 241 w 258"/>
                <a:gd name="T31" fmla="*/ 35 h 116"/>
                <a:gd name="T32" fmla="*/ 199 w 258"/>
                <a:gd name="T33" fmla="*/ 11 h 116"/>
                <a:gd name="T34" fmla="*/ 25 w 258"/>
                <a:gd name="T35" fmla="*/ 11 h 116"/>
                <a:gd name="T36" fmla="*/ 25 w 258"/>
                <a:gd name="T37" fmla="*/ 10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116">
                  <a:moveTo>
                    <a:pt x="196" y="0"/>
                  </a:moveTo>
                  <a:cubicBezTo>
                    <a:pt x="224" y="0"/>
                    <a:pt x="243" y="13"/>
                    <a:pt x="252" y="32"/>
                  </a:cubicBezTo>
                  <a:cubicBezTo>
                    <a:pt x="256" y="40"/>
                    <a:pt x="258" y="49"/>
                    <a:pt x="258" y="58"/>
                  </a:cubicBezTo>
                  <a:cubicBezTo>
                    <a:pt x="258" y="67"/>
                    <a:pt x="256" y="76"/>
                    <a:pt x="252" y="85"/>
                  </a:cubicBezTo>
                  <a:cubicBezTo>
                    <a:pt x="243" y="103"/>
                    <a:pt x="225" y="116"/>
                    <a:pt x="196" y="116"/>
                  </a:cubicBezTo>
                  <a:cubicBezTo>
                    <a:pt x="4" y="116"/>
                    <a:pt x="4" y="116"/>
                    <a:pt x="4" y="116"/>
                  </a:cubicBezTo>
                  <a:cubicBezTo>
                    <a:pt x="17" y="101"/>
                    <a:pt x="24" y="79"/>
                    <a:pt x="24" y="58"/>
                  </a:cubicBezTo>
                  <a:cubicBezTo>
                    <a:pt x="24" y="33"/>
                    <a:pt x="17" y="16"/>
                    <a:pt x="0" y="0"/>
                  </a:cubicBezTo>
                  <a:cubicBezTo>
                    <a:pt x="196" y="0"/>
                    <a:pt x="196" y="0"/>
                    <a:pt x="196" y="0"/>
                  </a:cubicBezTo>
                  <a:close/>
                  <a:moveTo>
                    <a:pt x="25" y="105"/>
                  </a:moveTo>
                  <a:cubicBezTo>
                    <a:pt x="68" y="105"/>
                    <a:pt x="68" y="105"/>
                    <a:pt x="68" y="105"/>
                  </a:cubicBezTo>
                  <a:cubicBezTo>
                    <a:pt x="68" y="105"/>
                    <a:pt x="68" y="105"/>
                    <a:pt x="68" y="105"/>
                  </a:cubicBezTo>
                  <a:cubicBezTo>
                    <a:pt x="199" y="105"/>
                    <a:pt x="199" y="105"/>
                    <a:pt x="199" y="105"/>
                  </a:cubicBezTo>
                  <a:cubicBezTo>
                    <a:pt x="221" y="105"/>
                    <a:pt x="234" y="97"/>
                    <a:pt x="241" y="82"/>
                  </a:cubicBezTo>
                  <a:cubicBezTo>
                    <a:pt x="245" y="75"/>
                    <a:pt x="246" y="67"/>
                    <a:pt x="246" y="58"/>
                  </a:cubicBezTo>
                  <a:cubicBezTo>
                    <a:pt x="246" y="50"/>
                    <a:pt x="245" y="42"/>
                    <a:pt x="241" y="35"/>
                  </a:cubicBezTo>
                  <a:cubicBezTo>
                    <a:pt x="234" y="20"/>
                    <a:pt x="221" y="11"/>
                    <a:pt x="19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9" y="33"/>
                    <a:pt x="40" y="83"/>
                    <a:pt x="25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1" name="文本占位符 3"/>
          <p:cNvSpPr txBox="1">
            <a:spLocks/>
          </p:cNvSpPr>
          <p:nvPr/>
        </p:nvSpPr>
        <p:spPr>
          <a:xfrm>
            <a:off x="2301095" y="3538762"/>
            <a:ext cx="7589808" cy="138070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/>
          </a:p>
        </p:txBody>
      </p:sp>
      <p:sp>
        <p:nvSpPr>
          <p:cNvPr id="42" name="矩形 41"/>
          <p:cNvSpPr/>
          <p:nvPr/>
        </p:nvSpPr>
        <p:spPr>
          <a:xfrm>
            <a:off x="3638550" y="2776309"/>
            <a:ext cx="493395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kumimoji="1"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经验分享</a:t>
            </a:r>
          </a:p>
        </p:txBody>
      </p:sp>
      <p:cxnSp>
        <p:nvCxnSpPr>
          <p:cNvPr id="46" name="直接连接符 45"/>
          <p:cNvCxnSpPr/>
          <p:nvPr/>
        </p:nvCxnSpPr>
        <p:spPr>
          <a:xfrm>
            <a:off x="3276600" y="3721606"/>
            <a:ext cx="57912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2899779" y="3893223"/>
            <a:ext cx="63891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大胆试，我这样的都能上复旦！</a:t>
            </a:r>
          </a:p>
        </p:txBody>
      </p:sp>
    </p:spTree>
    <p:extLst>
      <p:ext uri="{BB962C8B-B14F-4D97-AF65-F5344CB8AC3E}">
        <p14:creationId xmlns:p14="http://schemas.microsoft.com/office/powerpoint/2010/main" val="2051720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文本框 13"/>
          <p:cNvSpPr txBox="1"/>
          <p:nvPr/>
        </p:nvSpPr>
        <p:spPr>
          <a:xfrm>
            <a:off x="5157905" y="624573"/>
            <a:ext cx="19041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kumimoji="1" lang="zh-CN" altLang="en-US" sz="48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目录</a:t>
            </a:r>
            <a:endParaRPr kumimoji="1" lang="en-US" altLang="zh-CN" sz="48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algn="dist"/>
            <a:r>
              <a:rPr kumimoji="1" lang="zh-CN" altLang="en-US" sz="3200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 </a:t>
            </a:r>
            <a:r>
              <a:rPr kumimoji="1" lang="en-US" altLang="zh-CN" dirty="0">
                <a:solidFill>
                  <a:srgbClr val="00206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CONTENTS</a:t>
            </a:r>
            <a:endParaRPr kumimoji="1" lang="zh-CN" altLang="en-US" sz="3200" dirty="0">
              <a:solidFill>
                <a:srgbClr val="00206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5255321" y="317429"/>
            <a:ext cx="1703523" cy="1706783"/>
            <a:chOff x="4438650" y="1768475"/>
            <a:chExt cx="3317875" cy="3324225"/>
          </a:xfrm>
          <a:solidFill>
            <a:schemeClr val="tx1">
              <a:lumMod val="75000"/>
              <a:lumOff val="25000"/>
              <a:alpha val="15000"/>
            </a:schemeClr>
          </a:solidFill>
        </p:grpSpPr>
        <p:sp>
          <p:nvSpPr>
            <p:cNvPr id="16" name="Freeform 5"/>
            <p:cNvSpPr>
              <a:spLocks noEditPoints="1"/>
            </p:cNvSpPr>
            <p:nvPr/>
          </p:nvSpPr>
          <p:spPr bwMode="auto">
            <a:xfrm>
              <a:off x="4713288" y="2043113"/>
              <a:ext cx="2768600" cy="2773363"/>
            </a:xfrm>
            <a:custGeom>
              <a:avLst/>
              <a:gdLst>
                <a:gd name="T0" fmla="*/ 509 w 1017"/>
                <a:gd name="T1" fmla="*/ 0 h 1017"/>
                <a:gd name="T2" fmla="*/ 1017 w 1017"/>
                <a:gd name="T3" fmla="*/ 508 h 1017"/>
                <a:gd name="T4" fmla="*/ 509 w 1017"/>
                <a:gd name="T5" fmla="*/ 1017 h 1017"/>
                <a:gd name="T6" fmla="*/ 0 w 1017"/>
                <a:gd name="T7" fmla="*/ 508 h 1017"/>
                <a:gd name="T8" fmla="*/ 509 w 1017"/>
                <a:gd name="T9" fmla="*/ 0 h 1017"/>
                <a:gd name="T10" fmla="*/ 509 w 1017"/>
                <a:gd name="T11" fmla="*/ 14 h 1017"/>
                <a:gd name="T12" fmla="*/ 14 w 1017"/>
                <a:gd name="T13" fmla="*/ 508 h 1017"/>
                <a:gd name="T14" fmla="*/ 509 w 1017"/>
                <a:gd name="T15" fmla="*/ 1003 h 1017"/>
                <a:gd name="T16" fmla="*/ 1003 w 1017"/>
                <a:gd name="T17" fmla="*/ 508 h 1017"/>
                <a:gd name="T18" fmla="*/ 509 w 1017"/>
                <a:gd name="T19" fmla="*/ 14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7" h="1017">
                  <a:moveTo>
                    <a:pt x="509" y="0"/>
                  </a:moveTo>
                  <a:cubicBezTo>
                    <a:pt x="789" y="0"/>
                    <a:pt x="1017" y="228"/>
                    <a:pt x="1017" y="508"/>
                  </a:cubicBezTo>
                  <a:cubicBezTo>
                    <a:pt x="1017" y="788"/>
                    <a:pt x="789" y="1017"/>
                    <a:pt x="509" y="1017"/>
                  </a:cubicBezTo>
                  <a:cubicBezTo>
                    <a:pt x="229" y="1017"/>
                    <a:pt x="0" y="788"/>
                    <a:pt x="0" y="508"/>
                  </a:cubicBezTo>
                  <a:cubicBezTo>
                    <a:pt x="0" y="228"/>
                    <a:pt x="229" y="0"/>
                    <a:pt x="509" y="0"/>
                  </a:cubicBezTo>
                  <a:close/>
                  <a:moveTo>
                    <a:pt x="509" y="14"/>
                  </a:moveTo>
                  <a:cubicBezTo>
                    <a:pt x="236" y="14"/>
                    <a:pt x="14" y="236"/>
                    <a:pt x="14" y="508"/>
                  </a:cubicBezTo>
                  <a:cubicBezTo>
                    <a:pt x="14" y="781"/>
                    <a:pt x="236" y="1003"/>
                    <a:pt x="509" y="1003"/>
                  </a:cubicBezTo>
                  <a:cubicBezTo>
                    <a:pt x="781" y="1003"/>
                    <a:pt x="1003" y="781"/>
                    <a:pt x="1003" y="508"/>
                  </a:cubicBezTo>
                  <a:cubicBezTo>
                    <a:pt x="1003" y="236"/>
                    <a:pt x="781" y="14"/>
                    <a:pt x="50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Freeform 6"/>
            <p:cNvSpPr>
              <a:spLocks noEditPoints="1"/>
            </p:cNvSpPr>
            <p:nvPr/>
          </p:nvSpPr>
          <p:spPr bwMode="auto">
            <a:xfrm>
              <a:off x="4438650" y="1768475"/>
              <a:ext cx="3317875" cy="3324225"/>
            </a:xfrm>
            <a:custGeom>
              <a:avLst/>
              <a:gdLst>
                <a:gd name="T0" fmla="*/ 413 w 1219"/>
                <a:gd name="T1" fmla="*/ 1106 h 1219"/>
                <a:gd name="T2" fmla="*/ 275 w 1219"/>
                <a:gd name="T3" fmla="*/ 1080 h 1219"/>
                <a:gd name="T4" fmla="*/ 139 w 1219"/>
                <a:gd name="T5" fmla="*/ 929 h 1219"/>
                <a:gd name="T6" fmla="*/ 127 w 1219"/>
                <a:gd name="T7" fmla="*/ 843 h 1219"/>
                <a:gd name="T8" fmla="*/ 0 w 1219"/>
                <a:gd name="T9" fmla="*/ 609 h 1219"/>
                <a:gd name="T10" fmla="*/ 51 w 1219"/>
                <a:gd name="T11" fmla="*/ 503 h 1219"/>
                <a:gd name="T12" fmla="*/ 113 w 1219"/>
                <a:gd name="T13" fmla="*/ 414 h 1219"/>
                <a:gd name="T14" fmla="*/ 119 w 1219"/>
                <a:gd name="T15" fmla="*/ 399 h 1219"/>
                <a:gd name="T16" fmla="*/ 262 w 1219"/>
                <a:gd name="T17" fmla="*/ 139 h 1219"/>
                <a:gd name="T18" fmla="*/ 359 w 1219"/>
                <a:gd name="T19" fmla="*/ 131 h 1219"/>
                <a:gd name="T20" fmla="*/ 610 w 1219"/>
                <a:gd name="T21" fmla="*/ 0 h 1219"/>
                <a:gd name="T22" fmla="*/ 716 w 1219"/>
                <a:gd name="T23" fmla="*/ 50 h 1219"/>
                <a:gd name="T24" fmla="*/ 721 w 1219"/>
                <a:gd name="T25" fmla="*/ 55 h 1219"/>
                <a:gd name="T26" fmla="*/ 944 w 1219"/>
                <a:gd name="T27" fmla="*/ 138 h 1219"/>
                <a:gd name="T28" fmla="*/ 1080 w 1219"/>
                <a:gd name="T29" fmla="*/ 275 h 1219"/>
                <a:gd name="T30" fmla="*/ 1097 w 1219"/>
                <a:gd name="T31" fmla="*/ 391 h 1219"/>
                <a:gd name="T32" fmla="*/ 1179 w 1219"/>
                <a:gd name="T33" fmla="*/ 513 h 1219"/>
                <a:gd name="T34" fmla="*/ 1179 w 1219"/>
                <a:gd name="T35" fmla="*/ 706 h 1219"/>
                <a:gd name="T36" fmla="*/ 1116 w 1219"/>
                <a:gd name="T37" fmla="*/ 786 h 1219"/>
                <a:gd name="T38" fmla="*/ 1041 w 1219"/>
                <a:gd name="T39" fmla="*/ 1040 h 1219"/>
                <a:gd name="T40" fmla="*/ 930 w 1219"/>
                <a:gd name="T41" fmla="*/ 1080 h 1219"/>
                <a:gd name="T42" fmla="*/ 921 w 1219"/>
                <a:gd name="T43" fmla="*/ 1080 h 1219"/>
                <a:gd name="T44" fmla="*/ 830 w 1219"/>
                <a:gd name="T45" fmla="*/ 1096 h 1219"/>
                <a:gd name="T46" fmla="*/ 808 w 1219"/>
                <a:gd name="T47" fmla="*/ 1105 h 1219"/>
                <a:gd name="T48" fmla="*/ 518 w 1219"/>
                <a:gd name="T49" fmla="*/ 1183 h 1219"/>
                <a:gd name="T50" fmla="*/ 816 w 1219"/>
                <a:gd name="T51" fmla="*/ 131 h 1219"/>
                <a:gd name="T52" fmla="*/ 718 w 1219"/>
                <a:gd name="T53" fmla="*/ 70 h 1219"/>
                <a:gd name="T54" fmla="*/ 520 w 1219"/>
                <a:gd name="T55" fmla="*/ 51 h 1219"/>
                <a:gd name="T56" fmla="*/ 406 w 1219"/>
                <a:gd name="T57" fmla="*/ 130 h 1219"/>
                <a:gd name="T58" fmla="*/ 263 w 1219"/>
                <a:gd name="T59" fmla="*/ 152 h 1219"/>
                <a:gd name="T60" fmla="*/ 152 w 1219"/>
                <a:gd name="T61" fmla="*/ 293 h 1219"/>
                <a:gd name="T62" fmla="*/ 123 w 1219"/>
                <a:gd name="T63" fmla="*/ 424 h 1219"/>
                <a:gd name="T64" fmla="*/ 68 w 1219"/>
                <a:gd name="T65" fmla="*/ 503 h 1219"/>
                <a:gd name="T66" fmla="*/ 14 w 1219"/>
                <a:gd name="T67" fmla="*/ 609 h 1219"/>
                <a:gd name="T68" fmla="*/ 62 w 1219"/>
                <a:gd name="T69" fmla="*/ 709 h 1219"/>
                <a:gd name="T70" fmla="*/ 152 w 1219"/>
                <a:gd name="T71" fmla="*/ 914 h 1219"/>
                <a:gd name="T72" fmla="*/ 151 w 1219"/>
                <a:gd name="T73" fmla="*/ 941 h 1219"/>
                <a:gd name="T74" fmla="*/ 293 w 1219"/>
                <a:gd name="T75" fmla="*/ 1067 h 1219"/>
                <a:gd name="T76" fmla="*/ 424 w 1219"/>
                <a:gd name="T77" fmla="*/ 1096 h 1219"/>
                <a:gd name="T78" fmla="*/ 700 w 1219"/>
                <a:gd name="T79" fmla="*/ 1167 h 1219"/>
                <a:gd name="T80" fmla="*/ 815 w 1219"/>
                <a:gd name="T81" fmla="*/ 1088 h 1219"/>
                <a:gd name="T82" fmla="*/ 915 w 1219"/>
                <a:gd name="T83" fmla="*/ 1067 h 1219"/>
                <a:gd name="T84" fmla="*/ 919 w 1219"/>
                <a:gd name="T85" fmla="*/ 1067 h 1219"/>
                <a:gd name="T86" fmla="*/ 1068 w 1219"/>
                <a:gd name="T87" fmla="*/ 926 h 1219"/>
                <a:gd name="T88" fmla="*/ 1149 w 1219"/>
                <a:gd name="T89" fmla="*/ 718 h 1219"/>
                <a:gd name="T90" fmla="*/ 1168 w 1219"/>
                <a:gd name="T91" fmla="*/ 699 h 1219"/>
                <a:gd name="T92" fmla="*/ 1157 w 1219"/>
                <a:gd name="T93" fmla="*/ 509 h 1219"/>
                <a:gd name="T94" fmla="*/ 1089 w 1219"/>
                <a:gd name="T95" fmla="*/ 405 h 1219"/>
                <a:gd name="T96" fmla="*/ 941 w 1219"/>
                <a:gd name="T97" fmla="*/ 151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9" h="1219">
                  <a:moveTo>
                    <a:pt x="482" y="1149"/>
                  </a:moveTo>
                  <a:cubicBezTo>
                    <a:pt x="462" y="1132"/>
                    <a:pt x="439" y="1117"/>
                    <a:pt x="414" y="1106"/>
                  </a:cubicBezTo>
                  <a:cubicBezTo>
                    <a:pt x="414" y="1106"/>
                    <a:pt x="414" y="1106"/>
                    <a:pt x="414" y="1106"/>
                  </a:cubicBezTo>
                  <a:cubicBezTo>
                    <a:pt x="414" y="1106"/>
                    <a:pt x="413" y="1106"/>
                    <a:pt x="413" y="1106"/>
                  </a:cubicBezTo>
                  <a:cubicBezTo>
                    <a:pt x="413" y="1106"/>
                    <a:pt x="413" y="1106"/>
                    <a:pt x="413" y="1106"/>
                  </a:cubicBezTo>
                  <a:cubicBezTo>
                    <a:pt x="408" y="1104"/>
                    <a:pt x="404" y="1102"/>
                    <a:pt x="399" y="1100"/>
                  </a:cubicBezTo>
                  <a:cubicBezTo>
                    <a:pt x="360" y="1085"/>
                    <a:pt x="317" y="1078"/>
                    <a:pt x="275" y="1080"/>
                  </a:cubicBezTo>
                  <a:cubicBezTo>
                    <a:pt x="275" y="1080"/>
                    <a:pt x="275" y="1080"/>
                    <a:pt x="275" y="1080"/>
                  </a:cubicBezTo>
                  <a:cubicBezTo>
                    <a:pt x="238" y="1080"/>
                    <a:pt x="204" y="1065"/>
                    <a:pt x="179" y="1040"/>
                  </a:cubicBezTo>
                  <a:cubicBezTo>
                    <a:pt x="154" y="1016"/>
                    <a:pt x="139" y="982"/>
                    <a:pt x="139" y="944"/>
                  </a:cubicBezTo>
                  <a:cubicBezTo>
                    <a:pt x="139" y="944"/>
                    <a:pt x="139" y="944"/>
                    <a:pt x="139" y="944"/>
                  </a:cubicBezTo>
                  <a:cubicBezTo>
                    <a:pt x="139" y="939"/>
                    <a:pt x="139" y="934"/>
                    <a:pt x="139" y="929"/>
                  </a:cubicBezTo>
                  <a:cubicBezTo>
                    <a:pt x="139" y="929"/>
                    <a:pt x="139" y="929"/>
                    <a:pt x="139" y="929"/>
                  </a:cubicBezTo>
                  <a:cubicBezTo>
                    <a:pt x="139" y="928"/>
                    <a:pt x="139" y="927"/>
                    <a:pt x="139" y="925"/>
                  </a:cubicBezTo>
                  <a:cubicBezTo>
                    <a:pt x="139" y="925"/>
                    <a:pt x="139" y="924"/>
                    <a:pt x="139" y="924"/>
                  </a:cubicBezTo>
                  <a:cubicBezTo>
                    <a:pt x="139" y="897"/>
                    <a:pt x="135" y="869"/>
                    <a:pt x="127" y="843"/>
                  </a:cubicBezTo>
                  <a:cubicBezTo>
                    <a:pt x="123" y="831"/>
                    <a:pt x="119" y="819"/>
                    <a:pt x="114" y="807"/>
                  </a:cubicBezTo>
                  <a:cubicBezTo>
                    <a:pt x="97" y="768"/>
                    <a:pt x="71" y="734"/>
                    <a:pt x="40" y="706"/>
                  </a:cubicBezTo>
                  <a:cubicBezTo>
                    <a:pt x="40" y="706"/>
                    <a:pt x="40" y="706"/>
                    <a:pt x="40" y="706"/>
                  </a:cubicBezTo>
                  <a:cubicBezTo>
                    <a:pt x="14" y="679"/>
                    <a:pt x="0" y="644"/>
                    <a:pt x="0" y="609"/>
                  </a:cubicBezTo>
                  <a:cubicBezTo>
                    <a:pt x="0" y="575"/>
                    <a:pt x="14" y="540"/>
                    <a:pt x="40" y="513"/>
                  </a:cubicBezTo>
                  <a:cubicBezTo>
                    <a:pt x="40" y="513"/>
                    <a:pt x="40" y="513"/>
                    <a:pt x="40" y="513"/>
                  </a:cubicBezTo>
                  <a:cubicBezTo>
                    <a:pt x="44" y="510"/>
                    <a:pt x="47" y="506"/>
                    <a:pt x="51" y="503"/>
                  </a:cubicBezTo>
                  <a:cubicBezTo>
                    <a:pt x="51" y="503"/>
                    <a:pt x="51" y="503"/>
                    <a:pt x="51" y="503"/>
                  </a:cubicBezTo>
                  <a:cubicBezTo>
                    <a:pt x="52" y="502"/>
                    <a:pt x="53" y="501"/>
                    <a:pt x="54" y="500"/>
                  </a:cubicBezTo>
                  <a:cubicBezTo>
                    <a:pt x="54" y="500"/>
                    <a:pt x="54" y="500"/>
                    <a:pt x="54" y="500"/>
                  </a:cubicBezTo>
                  <a:cubicBezTo>
                    <a:pt x="54" y="500"/>
                    <a:pt x="54" y="500"/>
                    <a:pt x="54" y="499"/>
                  </a:cubicBezTo>
                  <a:cubicBezTo>
                    <a:pt x="79" y="475"/>
                    <a:pt x="98" y="446"/>
                    <a:pt x="113" y="414"/>
                  </a:cubicBezTo>
                  <a:cubicBezTo>
                    <a:pt x="113" y="414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5" y="408"/>
                    <a:pt x="117" y="403"/>
                    <a:pt x="119" y="399"/>
                  </a:cubicBezTo>
                  <a:cubicBezTo>
                    <a:pt x="134" y="359"/>
                    <a:pt x="141" y="317"/>
                    <a:pt x="139" y="275"/>
                  </a:cubicBezTo>
                  <a:cubicBezTo>
                    <a:pt x="139" y="275"/>
                    <a:pt x="139" y="275"/>
                    <a:pt x="139" y="275"/>
                  </a:cubicBezTo>
                  <a:cubicBezTo>
                    <a:pt x="139" y="237"/>
                    <a:pt x="154" y="203"/>
                    <a:pt x="179" y="179"/>
                  </a:cubicBezTo>
                  <a:cubicBezTo>
                    <a:pt x="200" y="157"/>
                    <a:pt x="229" y="142"/>
                    <a:pt x="262" y="139"/>
                  </a:cubicBezTo>
                  <a:cubicBezTo>
                    <a:pt x="271" y="138"/>
                    <a:pt x="280" y="139"/>
                    <a:pt x="290" y="139"/>
                  </a:cubicBezTo>
                  <a:cubicBezTo>
                    <a:pt x="290" y="139"/>
                    <a:pt x="290" y="139"/>
                    <a:pt x="290" y="139"/>
                  </a:cubicBezTo>
                  <a:cubicBezTo>
                    <a:pt x="294" y="139"/>
                    <a:pt x="298" y="139"/>
                    <a:pt x="302" y="139"/>
                  </a:cubicBezTo>
                  <a:cubicBezTo>
                    <a:pt x="321" y="138"/>
                    <a:pt x="340" y="135"/>
                    <a:pt x="359" y="131"/>
                  </a:cubicBezTo>
                  <a:cubicBezTo>
                    <a:pt x="377" y="127"/>
                    <a:pt x="395" y="121"/>
                    <a:pt x="412" y="114"/>
                  </a:cubicBezTo>
                  <a:cubicBezTo>
                    <a:pt x="450" y="96"/>
                    <a:pt x="485" y="71"/>
                    <a:pt x="513" y="40"/>
                  </a:cubicBezTo>
                  <a:cubicBezTo>
                    <a:pt x="513" y="40"/>
                    <a:pt x="513" y="40"/>
                    <a:pt x="513" y="40"/>
                  </a:cubicBezTo>
                  <a:cubicBezTo>
                    <a:pt x="540" y="13"/>
                    <a:pt x="575" y="0"/>
                    <a:pt x="610" y="0"/>
                  </a:cubicBezTo>
                  <a:cubicBezTo>
                    <a:pt x="644" y="0"/>
                    <a:pt x="679" y="13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9" y="44"/>
                    <a:pt x="713" y="47"/>
                    <a:pt x="716" y="51"/>
                  </a:cubicBezTo>
                  <a:cubicBezTo>
                    <a:pt x="716" y="50"/>
                    <a:pt x="716" y="50"/>
                    <a:pt x="716" y="50"/>
                  </a:cubicBezTo>
                  <a:cubicBezTo>
                    <a:pt x="717" y="51"/>
                    <a:pt x="718" y="52"/>
                    <a:pt x="719" y="53"/>
                  </a:cubicBezTo>
                  <a:cubicBezTo>
                    <a:pt x="719" y="54"/>
                    <a:pt x="719" y="54"/>
                    <a:pt x="720" y="54"/>
                  </a:cubicBezTo>
                  <a:cubicBezTo>
                    <a:pt x="720" y="54"/>
                    <a:pt x="720" y="54"/>
                    <a:pt x="720" y="54"/>
                  </a:cubicBezTo>
                  <a:cubicBezTo>
                    <a:pt x="720" y="54"/>
                    <a:pt x="720" y="55"/>
                    <a:pt x="721" y="55"/>
                  </a:cubicBezTo>
                  <a:cubicBezTo>
                    <a:pt x="721" y="55"/>
                    <a:pt x="721" y="56"/>
                    <a:pt x="721" y="56"/>
                  </a:cubicBezTo>
                  <a:cubicBezTo>
                    <a:pt x="742" y="76"/>
                    <a:pt x="766" y="93"/>
                    <a:pt x="793" y="106"/>
                  </a:cubicBezTo>
                  <a:cubicBezTo>
                    <a:pt x="802" y="111"/>
                    <a:pt x="811" y="115"/>
                    <a:pt x="820" y="119"/>
                  </a:cubicBezTo>
                  <a:cubicBezTo>
                    <a:pt x="860" y="134"/>
                    <a:pt x="902" y="141"/>
                    <a:pt x="944" y="138"/>
                  </a:cubicBezTo>
                  <a:cubicBezTo>
                    <a:pt x="944" y="138"/>
                    <a:pt x="944" y="138"/>
                    <a:pt x="944" y="138"/>
                  </a:cubicBezTo>
                  <a:cubicBezTo>
                    <a:pt x="982" y="138"/>
                    <a:pt x="1016" y="154"/>
                    <a:pt x="1040" y="178"/>
                  </a:cubicBezTo>
                  <a:cubicBezTo>
                    <a:pt x="1065" y="203"/>
                    <a:pt x="1080" y="237"/>
                    <a:pt x="1080" y="275"/>
                  </a:cubicBezTo>
                  <a:cubicBezTo>
                    <a:pt x="1080" y="275"/>
                    <a:pt x="1080" y="275"/>
                    <a:pt x="1080" y="275"/>
                  </a:cubicBezTo>
                  <a:cubicBezTo>
                    <a:pt x="1080" y="288"/>
                    <a:pt x="1080" y="301"/>
                    <a:pt x="1081" y="315"/>
                  </a:cubicBezTo>
                  <a:cubicBezTo>
                    <a:pt x="1083" y="340"/>
                    <a:pt x="1088" y="365"/>
                    <a:pt x="1096" y="389"/>
                  </a:cubicBezTo>
                  <a:cubicBezTo>
                    <a:pt x="1097" y="389"/>
                    <a:pt x="1097" y="390"/>
                    <a:pt x="1097" y="390"/>
                  </a:cubicBezTo>
                  <a:cubicBezTo>
                    <a:pt x="1097" y="390"/>
                    <a:pt x="1097" y="391"/>
                    <a:pt x="1097" y="391"/>
                  </a:cubicBezTo>
                  <a:cubicBezTo>
                    <a:pt x="1097" y="391"/>
                    <a:pt x="1098" y="392"/>
                    <a:pt x="1098" y="392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100" y="399"/>
                    <a:pt x="1103" y="405"/>
                    <a:pt x="1105" y="411"/>
                  </a:cubicBezTo>
                  <a:cubicBezTo>
                    <a:pt x="1123" y="450"/>
                    <a:pt x="1148" y="485"/>
                    <a:pt x="1179" y="513"/>
                  </a:cubicBezTo>
                  <a:cubicBezTo>
                    <a:pt x="1179" y="513"/>
                    <a:pt x="1179" y="513"/>
                    <a:pt x="1179" y="513"/>
                  </a:cubicBezTo>
                  <a:cubicBezTo>
                    <a:pt x="1206" y="539"/>
                    <a:pt x="1219" y="574"/>
                    <a:pt x="1219" y="609"/>
                  </a:cubicBezTo>
                  <a:cubicBezTo>
                    <a:pt x="1219" y="644"/>
                    <a:pt x="1206" y="679"/>
                    <a:pt x="1179" y="706"/>
                  </a:cubicBezTo>
                  <a:cubicBezTo>
                    <a:pt x="1179" y="706"/>
                    <a:pt x="1179" y="706"/>
                    <a:pt x="1179" y="706"/>
                  </a:cubicBezTo>
                  <a:cubicBezTo>
                    <a:pt x="1175" y="709"/>
                    <a:pt x="1172" y="712"/>
                    <a:pt x="1168" y="716"/>
                  </a:cubicBezTo>
                  <a:cubicBezTo>
                    <a:pt x="1168" y="716"/>
                    <a:pt x="1168" y="716"/>
                    <a:pt x="1168" y="716"/>
                  </a:cubicBezTo>
                  <a:cubicBezTo>
                    <a:pt x="1168" y="717"/>
                    <a:pt x="1167" y="717"/>
                    <a:pt x="1166" y="718"/>
                  </a:cubicBezTo>
                  <a:cubicBezTo>
                    <a:pt x="1146" y="738"/>
                    <a:pt x="1129" y="761"/>
                    <a:pt x="1116" y="786"/>
                  </a:cubicBezTo>
                  <a:cubicBezTo>
                    <a:pt x="1110" y="797"/>
                    <a:pt x="1105" y="808"/>
                    <a:pt x="1100" y="820"/>
                  </a:cubicBezTo>
                  <a:cubicBezTo>
                    <a:pt x="1085" y="859"/>
                    <a:pt x="1078" y="902"/>
                    <a:pt x="1081" y="944"/>
                  </a:cubicBezTo>
                  <a:cubicBezTo>
                    <a:pt x="1081" y="944"/>
                    <a:pt x="1081" y="944"/>
                    <a:pt x="1081" y="944"/>
                  </a:cubicBezTo>
                  <a:cubicBezTo>
                    <a:pt x="1081" y="981"/>
                    <a:pt x="1065" y="1015"/>
                    <a:pt x="1041" y="1040"/>
                  </a:cubicBezTo>
                  <a:cubicBezTo>
                    <a:pt x="1016" y="1065"/>
                    <a:pt x="982" y="1080"/>
                    <a:pt x="944" y="1080"/>
                  </a:cubicBezTo>
                  <a:cubicBezTo>
                    <a:pt x="944" y="1080"/>
                    <a:pt x="944" y="1080"/>
                    <a:pt x="944" y="1080"/>
                  </a:cubicBezTo>
                  <a:cubicBezTo>
                    <a:pt x="939" y="1080"/>
                    <a:pt x="934" y="1080"/>
                    <a:pt x="930" y="1080"/>
                  </a:cubicBezTo>
                  <a:cubicBezTo>
                    <a:pt x="930" y="1080"/>
                    <a:pt x="930" y="1080"/>
                    <a:pt x="930" y="1080"/>
                  </a:cubicBezTo>
                  <a:cubicBezTo>
                    <a:pt x="928" y="1080"/>
                    <a:pt x="925" y="1080"/>
                    <a:pt x="923" y="1080"/>
                  </a:cubicBezTo>
                  <a:cubicBezTo>
                    <a:pt x="923" y="1080"/>
                    <a:pt x="923" y="1080"/>
                    <a:pt x="922" y="1080"/>
                  </a:cubicBezTo>
                  <a:cubicBezTo>
                    <a:pt x="922" y="1080"/>
                    <a:pt x="922" y="1080"/>
                    <a:pt x="922" y="1080"/>
                  </a:cubicBezTo>
                  <a:cubicBezTo>
                    <a:pt x="922" y="1080"/>
                    <a:pt x="921" y="1080"/>
                    <a:pt x="921" y="1080"/>
                  </a:cubicBezTo>
                  <a:cubicBezTo>
                    <a:pt x="921" y="1080"/>
                    <a:pt x="921" y="1080"/>
                    <a:pt x="921" y="1080"/>
                  </a:cubicBezTo>
                  <a:cubicBezTo>
                    <a:pt x="920" y="1080"/>
                    <a:pt x="920" y="1080"/>
                    <a:pt x="919" y="1080"/>
                  </a:cubicBezTo>
                  <a:cubicBezTo>
                    <a:pt x="919" y="1080"/>
                    <a:pt x="919" y="1080"/>
                    <a:pt x="919" y="1080"/>
                  </a:cubicBezTo>
                  <a:cubicBezTo>
                    <a:pt x="889" y="1081"/>
                    <a:pt x="859" y="1086"/>
                    <a:pt x="830" y="1096"/>
                  </a:cubicBezTo>
                  <a:cubicBezTo>
                    <a:pt x="830" y="1096"/>
                    <a:pt x="830" y="1096"/>
                    <a:pt x="830" y="1096"/>
                  </a:cubicBezTo>
                  <a:cubicBezTo>
                    <a:pt x="829" y="1096"/>
                    <a:pt x="829" y="1097"/>
                    <a:pt x="829" y="1097"/>
                  </a:cubicBezTo>
                  <a:cubicBezTo>
                    <a:pt x="829" y="1097"/>
                    <a:pt x="829" y="1097"/>
                    <a:pt x="829" y="1097"/>
                  </a:cubicBezTo>
                  <a:cubicBezTo>
                    <a:pt x="822" y="1099"/>
                    <a:pt x="815" y="1102"/>
                    <a:pt x="808" y="1105"/>
                  </a:cubicBezTo>
                  <a:cubicBezTo>
                    <a:pt x="769" y="1122"/>
                    <a:pt x="734" y="1148"/>
                    <a:pt x="706" y="1179"/>
                  </a:cubicBezTo>
                  <a:cubicBezTo>
                    <a:pt x="706" y="1179"/>
                    <a:pt x="706" y="1179"/>
                    <a:pt x="706" y="1179"/>
                  </a:cubicBezTo>
                  <a:cubicBezTo>
                    <a:pt x="680" y="1205"/>
                    <a:pt x="645" y="1219"/>
                    <a:pt x="610" y="1219"/>
                  </a:cubicBezTo>
                  <a:cubicBezTo>
                    <a:pt x="577" y="1219"/>
                    <a:pt x="544" y="1207"/>
                    <a:pt x="518" y="1183"/>
                  </a:cubicBezTo>
                  <a:cubicBezTo>
                    <a:pt x="506" y="1172"/>
                    <a:pt x="495" y="1160"/>
                    <a:pt x="482" y="1149"/>
                  </a:cubicBezTo>
                  <a:close/>
                  <a:moveTo>
                    <a:pt x="926" y="151"/>
                  </a:moveTo>
                  <a:cubicBezTo>
                    <a:pt x="926" y="151"/>
                    <a:pt x="926" y="151"/>
                    <a:pt x="926" y="151"/>
                  </a:cubicBezTo>
                  <a:cubicBezTo>
                    <a:pt x="887" y="152"/>
                    <a:pt x="850" y="145"/>
                    <a:pt x="816" y="131"/>
                  </a:cubicBezTo>
                  <a:cubicBezTo>
                    <a:pt x="806" y="127"/>
                    <a:pt x="795" y="123"/>
                    <a:pt x="785" y="117"/>
                  </a:cubicBezTo>
                  <a:cubicBezTo>
                    <a:pt x="761" y="105"/>
                    <a:pt x="739" y="90"/>
                    <a:pt x="719" y="71"/>
                  </a:cubicBezTo>
                  <a:cubicBezTo>
                    <a:pt x="719" y="71"/>
                    <a:pt x="719" y="70"/>
                    <a:pt x="718" y="70"/>
                  </a:cubicBezTo>
                  <a:cubicBezTo>
                    <a:pt x="718" y="70"/>
                    <a:pt x="718" y="70"/>
                    <a:pt x="718" y="70"/>
                  </a:cubicBezTo>
                  <a:cubicBezTo>
                    <a:pt x="712" y="64"/>
                    <a:pt x="705" y="58"/>
                    <a:pt x="699" y="51"/>
                  </a:cubicBezTo>
                  <a:cubicBezTo>
                    <a:pt x="675" y="26"/>
                    <a:pt x="642" y="14"/>
                    <a:pt x="610" y="14"/>
                  </a:cubicBezTo>
                  <a:cubicBezTo>
                    <a:pt x="577" y="14"/>
                    <a:pt x="544" y="26"/>
                    <a:pt x="520" y="51"/>
                  </a:cubicBezTo>
                  <a:cubicBezTo>
                    <a:pt x="520" y="51"/>
                    <a:pt x="520" y="51"/>
                    <a:pt x="520" y="51"/>
                  </a:cubicBezTo>
                  <a:cubicBezTo>
                    <a:pt x="517" y="55"/>
                    <a:pt x="513" y="58"/>
                    <a:pt x="510" y="62"/>
                  </a:cubicBezTo>
                  <a:cubicBezTo>
                    <a:pt x="510" y="62"/>
                    <a:pt x="510" y="62"/>
                    <a:pt x="510" y="62"/>
                  </a:cubicBezTo>
                  <a:cubicBezTo>
                    <a:pt x="479" y="92"/>
                    <a:pt x="444" y="115"/>
                    <a:pt x="406" y="130"/>
                  </a:cubicBezTo>
                  <a:cubicBezTo>
                    <a:pt x="406" y="130"/>
                    <a:pt x="406" y="130"/>
                    <a:pt x="406" y="130"/>
                  </a:cubicBezTo>
                  <a:cubicBezTo>
                    <a:pt x="406" y="130"/>
                    <a:pt x="406" y="130"/>
                    <a:pt x="405" y="130"/>
                  </a:cubicBezTo>
                  <a:cubicBezTo>
                    <a:pt x="391" y="136"/>
                    <a:pt x="375" y="141"/>
                    <a:pt x="360" y="145"/>
                  </a:cubicBezTo>
                  <a:cubicBezTo>
                    <a:pt x="341" y="149"/>
                    <a:pt x="321" y="151"/>
                    <a:pt x="302" y="151"/>
                  </a:cubicBezTo>
                  <a:cubicBezTo>
                    <a:pt x="289" y="152"/>
                    <a:pt x="276" y="150"/>
                    <a:pt x="263" y="152"/>
                  </a:cubicBezTo>
                  <a:cubicBezTo>
                    <a:pt x="234" y="155"/>
                    <a:pt x="208" y="169"/>
                    <a:pt x="189" y="188"/>
                  </a:cubicBezTo>
                  <a:cubicBezTo>
                    <a:pt x="166" y="211"/>
                    <a:pt x="151" y="243"/>
                    <a:pt x="151" y="278"/>
                  </a:cubicBezTo>
                  <a:cubicBezTo>
                    <a:pt x="152" y="283"/>
                    <a:pt x="152" y="288"/>
                    <a:pt x="152" y="293"/>
                  </a:cubicBezTo>
                  <a:cubicBezTo>
                    <a:pt x="152" y="293"/>
                    <a:pt x="152" y="293"/>
                    <a:pt x="152" y="293"/>
                  </a:cubicBezTo>
                  <a:cubicBezTo>
                    <a:pt x="152" y="337"/>
                    <a:pt x="143" y="379"/>
                    <a:pt x="126" y="417"/>
                  </a:cubicBezTo>
                  <a:cubicBezTo>
                    <a:pt x="125" y="419"/>
                    <a:pt x="124" y="421"/>
                    <a:pt x="123" y="423"/>
                  </a:cubicBezTo>
                  <a:cubicBezTo>
                    <a:pt x="123" y="423"/>
                    <a:pt x="123" y="423"/>
                    <a:pt x="123" y="423"/>
                  </a:cubicBezTo>
                  <a:cubicBezTo>
                    <a:pt x="123" y="424"/>
                    <a:pt x="123" y="424"/>
                    <a:pt x="123" y="424"/>
                  </a:cubicBezTo>
                  <a:cubicBezTo>
                    <a:pt x="109" y="452"/>
                    <a:pt x="92" y="478"/>
                    <a:pt x="70" y="502"/>
                  </a:cubicBezTo>
                  <a:cubicBezTo>
                    <a:pt x="70" y="502"/>
                    <a:pt x="69" y="502"/>
                    <a:pt x="69" y="502"/>
                  </a:cubicBezTo>
                  <a:cubicBezTo>
                    <a:pt x="69" y="502"/>
                    <a:pt x="69" y="502"/>
                    <a:pt x="69" y="502"/>
                  </a:cubicBezTo>
                  <a:cubicBezTo>
                    <a:pt x="69" y="503"/>
                    <a:pt x="68" y="503"/>
                    <a:pt x="68" y="503"/>
                  </a:cubicBezTo>
                  <a:cubicBezTo>
                    <a:pt x="68" y="504"/>
                    <a:pt x="68" y="504"/>
                    <a:pt x="68" y="504"/>
                  </a:cubicBezTo>
                  <a:cubicBezTo>
                    <a:pt x="68" y="504"/>
                    <a:pt x="67" y="504"/>
                    <a:pt x="67" y="504"/>
                  </a:cubicBezTo>
                  <a:cubicBezTo>
                    <a:pt x="62" y="510"/>
                    <a:pt x="57" y="515"/>
                    <a:pt x="51" y="520"/>
                  </a:cubicBezTo>
                  <a:cubicBezTo>
                    <a:pt x="27" y="544"/>
                    <a:pt x="14" y="577"/>
                    <a:pt x="14" y="609"/>
                  </a:cubicBezTo>
                  <a:cubicBezTo>
                    <a:pt x="14" y="642"/>
                    <a:pt x="27" y="675"/>
                    <a:pt x="52" y="699"/>
                  </a:cubicBezTo>
                  <a:cubicBezTo>
                    <a:pt x="51" y="699"/>
                    <a:pt x="51" y="699"/>
                    <a:pt x="51" y="699"/>
                  </a:cubicBezTo>
                  <a:cubicBezTo>
                    <a:pt x="55" y="702"/>
                    <a:pt x="59" y="706"/>
                    <a:pt x="62" y="709"/>
                  </a:cubicBezTo>
                  <a:cubicBezTo>
                    <a:pt x="62" y="709"/>
                    <a:pt x="62" y="709"/>
                    <a:pt x="62" y="709"/>
                  </a:cubicBezTo>
                  <a:cubicBezTo>
                    <a:pt x="93" y="740"/>
                    <a:pt x="116" y="775"/>
                    <a:pt x="131" y="813"/>
                  </a:cubicBezTo>
                  <a:cubicBezTo>
                    <a:pt x="131" y="813"/>
                    <a:pt x="131" y="813"/>
                    <a:pt x="131" y="813"/>
                  </a:cubicBezTo>
                  <a:cubicBezTo>
                    <a:pt x="131" y="813"/>
                    <a:pt x="131" y="814"/>
                    <a:pt x="131" y="814"/>
                  </a:cubicBezTo>
                  <a:cubicBezTo>
                    <a:pt x="143" y="845"/>
                    <a:pt x="150" y="879"/>
                    <a:pt x="152" y="914"/>
                  </a:cubicBezTo>
                  <a:cubicBezTo>
                    <a:pt x="152" y="915"/>
                    <a:pt x="152" y="915"/>
                    <a:pt x="152" y="915"/>
                  </a:cubicBezTo>
                  <a:cubicBezTo>
                    <a:pt x="152" y="916"/>
                    <a:pt x="152" y="916"/>
                    <a:pt x="152" y="916"/>
                  </a:cubicBezTo>
                  <a:cubicBezTo>
                    <a:pt x="152" y="916"/>
                    <a:pt x="152" y="916"/>
                    <a:pt x="152" y="917"/>
                  </a:cubicBezTo>
                  <a:cubicBezTo>
                    <a:pt x="152" y="925"/>
                    <a:pt x="152" y="933"/>
                    <a:pt x="151" y="941"/>
                  </a:cubicBezTo>
                  <a:cubicBezTo>
                    <a:pt x="151" y="976"/>
                    <a:pt x="166" y="1007"/>
                    <a:pt x="189" y="1030"/>
                  </a:cubicBezTo>
                  <a:cubicBezTo>
                    <a:pt x="212" y="1053"/>
                    <a:pt x="243" y="1068"/>
                    <a:pt x="278" y="1068"/>
                  </a:cubicBezTo>
                  <a:cubicBezTo>
                    <a:pt x="283" y="1067"/>
                    <a:pt x="288" y="1067"/>
                    <a:pt x="293" y="1067"/>
                  </a:cubicBezTo>
                  <a:cubicBezTo>
                    <a:pt x="293" y="1067"/>
                    <a:pt x="293" y="1067"/>
                    <a:pt x="293" y="1067"/>
                  </a:cubicBezTo>
                  <a:cubicBezTo>
                    <a:pt x="337" y="1067"/>
                    <a:pt x="379" y="1076"/>
                    <a:pt x="417" y="1093"/>
                  </a:cubicBezTo>
                  <a:cubicBezTo>
                    <a:pt x="419" y="1094"/>
                    <a:pt x="421" y="1095"/>
                    <a:pt x="423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47" y="1107"/>
                    <a:pt x="468" y="1120"/>
                    <a:pt x="488" y="1137"/>
                  </a:cubicBezTo>
                  <a:cubicBezTo>
                    <a:pt x="499" y="1146"/>
                    <a:pt x="510" y="1157"/>
                    <a:pt x="520" y="1168"/>
                  </a:cubicBezTo>
                  <a:cubicBezTo>
                    <a:pt x="545" y="1192"/>
                    <a:pt x="577" y="1205"/>
                    <a:pt x="610" y="1205"/>
                  </a:cubicBezTo>
                  <a:cubicBezTo>
                    <a:pt x="642" y="1205"/>
                    <a:pt x="675" y="1192"/>
                    <a:pt x="700" y="1167"/>
                  </a:cubicBezTo>
                  <a:cubicBezTo>
                    <a:pt x="700" y="1168"/>
                    <a:pt x="700" y="1168"/>
                    <a:pt x="700" y="1168"/>
                  </a:cubicBezTo>
                  <a:cubicBezTo>
                    <a:pt x="703" y="1164"/>
                    <a:pt x="706" y="1160"/>
                    <a:pt x="710" y="1157"/>
                  </a:cubicBezTo>
                  <a:cubicBezTo>
                    <a:pt x="710" y="1157"/>
                    <a:pt x="710" y="1157"/>
                    <a:pt x="710" y="1157"/>
                  </a:cubicBezTo>
                  <a:cubicBezTo>
                    <a:pt x="741" y="1126"/>
                    <a:pt x="777" y="1102"/>
                    <a:pt x="815" y="1088"/>
                  </a:cubicBezTo>
                  <a:cubicBezTo>
                    <a:pt x="816" y="1087"/>
                    <a:pt x="816" y="1087"/>
                    <a:pt x="816" y="1087"/>
                  </a:cubicBezTo>
                  <a:cubicBezTo>
                    <a:pt x="816" y="1087"/>
                    <a:pt x="817" y="1087"/>
                    <a:pt x="817" y="1087"/>
                  </a:cubicBezTo>
                  <a:cubicBezTo>
                    <a:pt x="817" y="1087"/>
                    <a:pt x="817" y="1087"/>
                    <a:pt x="817" y="1087"/>
                  </a:cubicBezTo>
                  <a:cubicBezTo>
                    <a:pt x="848" y="1075"/>
                    <a:pt x="881" y="1068"/>
                    <a:pt x="915" y="1067"/>
                  </a:cubicBezTo>
                  <a:cubicBezTo>
                    <a:pt x="915" y="1067"/>
                    <a:pt x="916" y="1067"/>
                    <a:pt x="916" y="1067"/>
                  </a:cubicBezTo>
                  <a:cubicBezTo>
                    <a:pt x="916" y="1067"/>
                    <a:pt x="917" y="1067"/>
                    <a:pt x="917" y="1067"/>
                  </a:cubicBezTo>
                  <a:cubicBezTo>
                    <a:pt x="917" y="1067"/>
                    <a:pt x="918" y="1067"/>
                    <a:pt x="918" y="1067"/>
                  </a:cubicBezTo>
                  <a:cubicBezTo>
                    <a:pt x="918" y="1067"/>
                    <a:pt x="919" y="1067"/>
                    <a:pt x="919" y="1067"/>
                  </a:cubicBezTo>
                  <a:cubicBezTo>
                    <a:pt x="926" y="1067"/>
                    <a:pt x="934" y="1067"/>
                    <a:pt x="941" y="1068"/>
                  </a:cubicBezTo>
                  <a:cubicBezTo>
                    <a:pt x="976" y="1068"/>
                    <a:pt x="1008" y="1053"/>
                    <a:pt x="1031" y="1030"/>
                  </a:cubicBezTo>
                  <a:cubicBezTo>
                    <a:pt x="1054" y="1007"/>
                    <a:pt x="1068" y="975"/>
                    <a:pt x="1068" y="941"/>
                  </a:cubicBezTo>
                  <a:cubicBezTo>
                    <a:pt x="1068" y="936"/>
                    <a:pt x="1068" y="931"/>
                    <a:pt x="1068" y="926"/>
                  </a:cubicBezTo>
                  <a:cubicBezTo>
                    <a:pt x="1067" y="926"/>
                    <a:pt x="1067" y="926"/>
                    <a:pt x="1067" y="926"/>
                  </a:cubicBezTo>
                  <a:cubicBezTo>
                    <a:pt x="1067" y="882"/>
                    <a:pt x="1077" y="840"/>
                    <a:pt x="1093" y="802"/>
                  </a:cubicBezTo>
                  <a:cubicBezTo>
                    <a:pt x="1097" y="793"/>
                    <a:pt x="1102" y="784"/>
                    <a:pt x="1107" y="775"/>
                  </a:cubicBezTo>
                  <a:cubicBezTo>
                    <a:pt x="1119" y="754"/>
                    <a:pt x="1133" y="735"/>
                    <a:pt x="1149" y="718"/>
                  </a:cubicBezTo>
                  <a:cubicBezTo>
                    <a:pt x="1149" y="717"/>
                    <a:pt x="1149" y="717"/>
                    <a:pt x="1150" y="717"/>
                  </a:cubicBezTo>
                  <a:cubicBezTo>
                    <a:pt x="1150" y="717"/>
                    <a:pt x="1150" y="717"/>
                    <a:pt x="1150" y="717"/>
                  </a:cubicBezTo>
                  <a:cubicBezTo>
                    <a:pt x="1150" y="717"/>
                    <a:pt x="1150" y="717"/>
                    <a:pt x="1150" y="716"/>
                  </a:cubicBezTo>
                  <a:cubicBezTo>
                    <a:pt x="1156" y="710"/>
                    <a:pt x="1162" y="705"/>
                    <a:pt x="1168" y="699"/>
                  </a:cubicBezTo>
                  <a:cubicBezTo>
                    <a:pt x="1193" y="674"/>
                    <a:pt x="1205" y="642"/>
                    <a:pt x="1205" y="609"/>
                  </a:cubicBezTo>
                  <a:cubicBezTo>
                    <a:pt x="1205" y="577"/>
                    <a:pt x="1193" y="544"/>
                    <a:pt x="1168" y="519"/>
                  </a:cubicBezTo>
                  <a:cubicBezTo>
                    <a:pt x="1168" y="519"/>
                    <a:pt x="1168" y="519"/>
                    <a:pt x="1168" y="519"/>
                  </a:cubicBezTo>
                  <a:cubicBezTo>
                    <a:pt x="1164" y="516"/>
                    <a:pt x="1161" y="513"/>
                    <a:pt x="1157" y="509"/>
                  </a:cubicBezTo>
                  <a:cubicBezTo>
                    <a:pt x="1157" y="509"/>
                    <a:pt x="1157" y="509"/>
                    <a:pt x="1157" y="509"/>
                  </a:cubicBezTo>
                  <a:cubicBezTo>
                    <a:pt x="1127" y="479"/>
                    <a:pt x="1104" y="444"/>
                    <a:pt x="1089" y="406"/>
                  </a:cubicBezTo>
                  <a:cubicBezTo>
                    <a:pt x="1089" y="406"/>
                    <a:pt x="1089" y="405"/>
                    <a:pt x="1089" y="405"/>
                  </a:cubicBezTo>
                  <a:cubicBezTo>
                    <a:pt x="1089" y="405"/>
                    <a:pt x="1089" y="405"/>
                    <a:pt x="1089" y="405"/>
                  </a:cubicBezTo>
                  <a:cubicBezTo>
                    <a:pt x="1078" y="378"/>
                    <a:pt x="1071" y="349"/>
                    <a:pt x="1068" y="319"/>
                  </a:cubicBezTo>
                  <a:cubicBezTo>
                    <a:pt x="1067" y="305"/>
                    <a:pt x="1067" y="292"/>
                    <a:pt x="1068" y="278"/>
                  </a:cubicBezTo>
                  <a:cubicBezTo>
                    <a:pt x="1068" y="243"/>
                    <a:pt x="1054" y="211"/>
                    <a:pt x="1031" y="188"/>
                  </a:cubicBezTo>
                  <a:cubicBezTo>
                    <a:pt x="1008" y="165"/>
                    <a:pt x="976" y="151"/>
                    <a:pt x="941" y="151"/>
                  </a:cubicBezTo>
                  <a:cubicBezTo>
                    <a:pt x="936" y="151"/>
                    <a:pt x="931" y="151"/>
                    <a:pt x="926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Oval 7"/>
            <p:cNvSpPr>
              <a:spLocks noChangeArrowheads="1"/>
            </p:cNvSpPr>
            <p:nvPr/>
          </p:nvSpPr>
          <p:spPr bwMode="auto">
            <a:xfrm>
              <a:off x="5559425" y="2573338"/>
              <a:ext cx="209550" cy="209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Freeform 8"/>
            <p:cNvSpPr>
              <a:spLocks noEditPoints="1"/>
            </p:cNvSpPr>
            <p:nvPr/>
          </p:nvSpPr>
          <p:spPr bwMode="auto">
            <a:xfrm>
              <a:off x="5326063" y="2333625"/>
              <a:ext cx="263525" cy="288925"/>
            </a:xfrm>
            <a:custGeom>
              <a:avLst/>
              <a:gdLst>
                <a:gd name="T0" fmla="*/ 44 w 97"/>
                <a:gd name="T1" fmla="*/ 91 h 106"/>
                <a:gd name="T2" fmla="*/ 49 w 97"/>
                <a:gd name="T3" fmla="*/ 74 h 106"/>
                <a:gd name="T4" fmla="*/ 43 w 97"/>
                <a:gd name="T5" fmla="*/ 85 h 106"/>
                <a:gd name="T6" fmla="*/ 48 w 97"/>
                <a:gd name="T7" fmla="*/ 78 h 106"/>
                <a:gd name="T8" fmla="*/ 77 w 97"/>
                <a:gd name="T9" fmla="*/ 55 h 106"/>
                <a:gd name="T10" fmla="*/ 31 w 97"/>
                <a:gd name="T11" fmla="*/ 80 h 106"/>
                <a:gd name="T12" fmla="*/ 35 w 97"/>
                <a:gd name="T13" fmla="*/ 65 h 106"/>
                <a:gd name="T14" fmla="*/ 35 w 97"/>
                <a:gd name="T15" fmla="*/ 65 h 106"/>
                <a:gd name="T16" fmla="*/ 28 w 97"/>
                <a:gd name="T17" fmla="*/ 44 h 106"/>
                <a:gd name="T18" fmla="*/ 28 w 97"/>
                <a:gd name="T19" fmla="*/ 45 h 106"/>
                <a:gd name="T20" fmla="*/ 28 w 97"/>
                <a:gd name="T21" fmla="*/ 50 h 106"/>
                <a:gd name="T22" fmla="*/ 31 w 97"/>
                <a:gd name="T23" fmla="*/ 38 h 106"/>
                <a:gd name="T24" fmla="*/ 36 w 97"/>
                <a:gd name="T25" fmla="*/ 3 h 106"/>
                <a:gd name="T26" fmla="*/ 26 w 97"/>
                <a:gd name="T27" fmla="*/ 20 h 106"/>
                <a:gd name="T28" fmla="*/ 20 w 97"/>
                <a:gd name="T29" fmla="*/ 30 h 106"/>
                <a:gd name="T30" fmla="*/ 19 w 97"/>
                <a:gd name="T31" fmla="*/ 49 h 106"/>
                <a:gd name="T32" fmla="*/ 27 w 97"/>
                <a:gd name="T33" fmla="*/ 38 h 106"/>
                <a:gd name="T34" fmla="*/ 34 w 97"/>
                <a:gd name="T35" fmla="*/ 29 h 106"/>
                <a:gd name="T36" fmla="*/ 38 w 97"/>
                <a:gd name="T37" fmla="*/ 45 h 106"/>
                <a:gd name="T38" fmla="*/ 30 w 97"/>
                <a:gd name="T39" fmla="*/ 62 h 106"/>
                <a:gd name="T40" fmla="*/ 43 w 97"/>
                <a:gd name="T41" fmla="*/ 59 h 106"/>
                <a:gd name="T42" fmla="*/ 39 w 97"/>
                <a:gd name="T43" fmla="*/ 73 h 106"/>
                <a:gd name="T44" fmla="*/ 35 w 97"/>
                <a:gd name="T45" fmla="*/ 85 h 106"/>
                <a:gd name="T46" fmla="*/ 39 w 97"/>
                <a:gd name="T47" fmla="*/ 83 h 106"/>
                <a:gd name="T48" fmla="*/ 45 w 97"/>
                <a:gd name="T49" fmla="*/ 73 h 106"/>
                <a:gd name="T50" fmla="*/ 59 w 97"/>
                <a:gd name="T51" fmla="*/ 72 h 106"/>
                <a:gd name="T52" fmla="*/ 56 w 97"/>
                <a:gd name="T53" fmla="*/ 85 h 106"/>
                <a:gd name="T54" fmla="*/ 55 w 97"/>
                <a:gd name="T55" fmla="*/ 97 h 106"/>
                <a:gd name="T56" fmla="*/ 66 w 97"/>
                <a:gd name="T57" fmla="*/ 97 h 106"/>
                <a:gd name="T58" fmla="*/ 76 w 97"/>
                <a:gd name="T59" fmla="*/ 90 h 106"/>
                <a:gd name="T60" fmla="*/ 86 w 97"/>
                <a:gd name="T61" fmla="*/ 79 h 106"/>
                <a:gd name="T62" fmla="*/ 81 w 97"/>
                <a:gd name="T63" fmla="*/ 65 h 106"/>
                <a:gd name="T64" fmla="*/ 73 w 97"/>
                <a:gd name="T65" fmla="*/ 53 h 106"/>
                <a:gd name="T66" fmla="*/ 79 w 97"/>
                <a:gd name="T67" fmla="*/ 58 h 106"/>
                <a:gd name="T68" fmla="*/ 84 w 97"/>
                <a:gd name="T69" fmla="*/ 64 h 106"/>
                <a:gd name="T70" fmla="*/ 91 w 97"/>
                <a:gd name="T71" fmla="*/ 71 h 106"/>
                <a:gd name="T72" fmla="*/ 96 w 97"/>
                <a:gd name="T73" fmla="*/ 80 h 106"/>
                <a:gd name="T74" fmla="*/ 84 w 97"/>
                <a:gd name="T75" fmla="*/ 91 h 106"/>
                <a:gd name="T76" fmla="*/ 73 w 97"/>
                <a:gd name="T77" fmla="*/ 98 h 106"/>
                <a:gd name="T78" fmla="*/ 57 w 97"/>
                <a:gd name="T79" fmla="*/ 106 h 106"/>
                <a:gd name="T80" fmla="*/ 46 w 97"/>
                <a:gd name="T81" fmla="*/ 97 h 106"/>
                <a:gd name="T82" fmla="*/ 39 w 97"/>
                <a:gd name="T83" fmla="*/ 97 h 106"/>
                <a:gd name="T84" fmla="*/ 30 w 97"/>
                <a:gd name="T85" fmla="*/ 97 h 106"/>
                <a:gd name="T86" fmla="*/ 31 w 97"/>
                <a:gd name="T87" fmla="*/ 84 h 106"/>
                <a:gd name="T88" fmla="*/ 26 w 97"/>
                <a:gd name="T89" fmla="*/ 73 h 106"/>
                <a:gd name="T90" fmla="*/ 19 w 97"/>
                <a:gd name="T91" fmla="*/ 76 h 106"/>
                <a:gd name="T92" fmla="*/ 7 w 97"/>
                <a:gd name="T93" fmla="*/ 87 h 106"/>
                <a:gd name="T94" fmla="*/ 6 w 97"/>
                <a:gd name="T95" fmla="*/ 77 h 106"/>
                <a:gd name="T96" fmla="*/ 17 w 97"/>
                <a:gd name="T97" fmla="*/ 57 h 106"/>
                <a:gd name="T98" fmla="*/ 10 w 97"/>
                <a:gd name="T99" fmla="*/ 46 h 106"/>
                <a:gd name="T100" fmla="*/ 9 w 97"/>
                <a:gd name="T101" fmla="*/ 33 h 106"/>
                <a:gd name="T102" fmla="*/ 0 w 97"/>
                <a:gd name="T103" fmla="*/ 33 h 106"/>
                <a:gd name="T104" fmla="*/ 14 w 97"/>
                <a:gd name="T105" fmla="*/ 1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06">
                  <a:moveTo>
                    <a:pt x="44" y="91"/>
                  </a:moveTo>
                  <a:cubicBezTo>
                    <a:pt x="44" y="93"/>
                    <a:pt x="44" y="93"/>
                    <a:pt x="45" y="94"/>
                  </a:cubicBezTo>
                  <a:cubicBezTo>
                    <a:pt x="45" y="94"/>
                    <a:pt x="46" y="94"/>
                    <a:pt x="46" y="94"/>
                  </a:cubicBezTo>
                  <a:cubicBezTo>
                    <a:pt x="46" y="93"/>
                    <a:pt x="46" y="93"/>
                    <a:pt x="47" y="93"/>
                  </a:cubicBezTo>
                  <a:cubicBezTo>
                    <a:pt x="47" y="92"/>
                    <a:pt x="46" y="91"/>
                    <a:pt x="45" y="91"/>
                  </a:cubicBezTo>
                  <a:cubicBezTo>
                    <a:pt x="45" y="91"/>
                    <a:pt x="44" y="91"/>
                    <a:pt x="44" y="91"/>
                  </a:cubicBezTo>
                  <a:close/>
                  <a:moveTo>
                    <a:pt x="79" y="56"/>
                  </a:moveTo>
                  <a:cubicBezTo>
                    <a:pt x="79" y="56"/>
                    <a:pt x="79" y="56"/>
                    <a:pt x="80" y="56"/>
                  </a:cubicBezTo>
                  <a:cubicBezTo>
                    <a:pt x="80" y="55"/>
                    <a:pt x="81" y="56"/>
                    <a:pt x="81" y="57"/>
                  </a:cubicBezTo>
                  <a:cubicBezTo>
                    <a:pt x="80" y="57"/>
                    <a:pt x="80" y="57"/>
                    <a:pt x="79" y="57"/>
                  </a:cubicBezTo>
                  <a:cubicBezTo>
                    <a:pt x="79" y="57"/>
                    <a:pt x="79" y="56"/>
                    <a:pt x="79" y="56"/>
                  </a:cubicBezTo>
                  <a:close/>
                  <a:moveTo>
                    <a:pt x="49" y="74"/>
                  </a:moveTo>
                  <a:cubicBezTo>
                    <a:pt x="48" y="74"/>
                    <a:pt x="48" y="75"/>
                    <a:pt x="47" y="76"/>
                  </a:cubicBezTo>
                  <a:cubicBezTo>
                    <a:pt x="47" y="77"/>
                    <a:pt x="47" y="78"/>
                    <a:pt x="47" y="78"/>
                  </a:cubicBezTo>
                  <a:cubicBezTo>
                    <a:pt x="47" y="79"/>
                    <a:pt x="46" y="80"/>
                    <a:pt x="46" y="81"/>
                  </a:cubicBezTo>
                  <a:cubicBezTo>
                    <a:pt x="46" y="82"/>
                    <a:pt x="45" y="82"/>
                    <a:pt x="45" y="83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5"/>
                    <a:pt x="43" y="85"/>
                    <a:pt x="43" y="85"/>
                  </a:cubicBezTo>
                  <a:cubicBezTo>
                    <a:pt x="43" y="86"/>
                    <a:pt x="43" y="86"/>
                    <a:pt x="42" y="86"/>
                  </a:cubicBezTo>
                  <a:cubicBezTo>
                    <a:pt x="42" y="87"/>
                    <a:pt x="41" y="87"/>
                    <a:pt x="42" y="88"/>
                  </a:cubicBezTo>
                  <a:cubicBezTo>
                    <a:pt x="43" y="88"/>
                    <a:pt x="44" y="87"/>
                    <a:pt x="44" y="87"/>
                  </a:cubicBezTo>
                  <a:cubicBezTo>
                    <a:pt x="45" y="87"/>
                    <a:pt x="47" y="87"/>
                    <a:pt x="47" y="86"/>
                  </a:cubicBezTo>
                  <a:cubicBezTo>
                    <a:pt x="48" y="86"/>
                    <a:pt x="49" y="81"/>
                    <a:pt x="49" y="80"/>
                  </a:cubicBezTo>
                  <a:cubicBezTo>
                    <a:pt x="49" y="80"/>
                    <a:pt x="48" y="79"/>
                    <a:pt x="48" y="78"/>
                  </a:cubicBezTo>
                  <a:cubicBezTo>
                    <a:pt x="48" y="77"/>
                    <a:pt x="49" y="77"/>
                    <a:pt x="49" y="76"/>
                  </a:cubicBezTo>
                  <a:cubicBezTo>
                    <a:pt x="49" y="76"/>
                    <a:pt x="49" y="75"/>
                    <a:pt x="50" y="75"/>
                  </a:cubicBezTo>
                  <a:cubicBezTo>
                    <a:pt x="50" y="75"/>
                    <a:pt x="50" y="73"/>
                    <a:pt x="49" y="73"/>
                  </a:cubicBezTo>
                  <a:cubicBezTo>
                    <a:pt x="49" y="73"/>
                    <a:pt x="49" y="73"/>
                    <a:pt x="49" y="74"/>
                  </a:cubicBezTo>
                  <a:close/>
                  <a:moveTo>
                    <a:pt x="76" y="54"/>
                  </a:moveTo>
                  <a:cubicBezTo>
                    <a:pt x="77" y="54"/>
                    <a:pt x="77" y="54"/>
                    <a:pt x="77" y="55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6" y="55"/>
                    <a:pt x="76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lose/>
                  <a:moveTo>
                    <a:pt x="28" y="77"/>
                  </a:moveTo>
                  <a:cubicBezTo>
                    <a:pt x="28" y="78"/>
                    <a:pt x="27" y="80"/>
                    <a:pt x="27" y="81"/>
                  </a:cubicBezTo>
                  <a:cubicBezTo>
                    <a:pt x="27" y="82"/>
                    <a:pt x="30" y="81"/>
                    <a:pt x="31" y="80"/>
                  </a:cubicBezTo>
                  <a:cubicBezTo>
                    <a:pt x="31" y="80"/>
                    <a:pt x="32" y="79"/>
                    <a:pt x="32" y="79"/>
                  </a:cubicBezTo>
                  <a:cubicBezTo>
                    <a:pt x="32" y="79"/>
                    <a:pt x="32" y="78"/>
                    <a:pt x="32" y="78"/>
                  </a:cubicBezTo>
                  <a:cubicBezTo>
                    <a:pt x="32" y="78"/>
                    <a:pt x="31" y="78"/>
                    <a:pt x="31" y="78"/>
                  </a:cubicBezTo>
                  <a:cubicBezTo>
                    <a:pt x="30" y="78"/>
                    <a:pt x="29" y="77"/>
                    <a:pt x="29" y="77"/>
                  </a:cubicBezTo>
                  <a:cubicBezTo>
                    <a:pt x="28" y="77"/>
                    <a:pt x="28" y="77"/>
                    <a:pt x="28" y="77"/>
                  </a:cubicBezTo>
                  <a:close/>
                  <a:moveTo>
                    <a:pt x="35" y="65"/>
                  </a:moveTo>
                  <a:cubicBezTo>
                    <a:pt x="34" y="66"/>
                    <a:pt x="33" y="69"/>
                    <a:pt x="34" y="70"/>
                  </a:cubicBezTo>
                  <a:cubicBezTo>
                    <a:pt x="34" y="71"/>
                    <a:pt x="35" y="71"/>
                    <a:pt x="35" y="71"/>
                  </a:cubicBezTo>
                  <a:cubicBezTo>
                    <a:pt x="35" y="71"/>
                    <a:pt x="36" y="70"/>
                    <a:pt x="36" y="70"/>
                  </a:cubicBezTo>
                  <a:cubicBezTo>
                    <a:pt x="36" y="69"/>
                    <a:pt x="36" y="68"/>
                    <a:pt x="36" y="68"/>
                  </a:cubicBezTo>
                  <a:cubicBezTo>
                    <a:pt x="37" y="67"/>
                    <a:pt x="38" y="66"/>
                    <a:pt x="37" y="65"/>
                  </a:cubicBezTo>
                  <a:cubicBezTo>
                    <a:pt x="37" y="63"/>
                    <a:pt x="35" y="64"/>
                    <a:pt x="35" y="65"/>
                  </a:cubicBezTo>
                  <a:close/>
                  <a:moveTo>
                    <a:pt x="31" y="38"/>
                  </a:moveTo>
                  <a:cubicBezTo>
                    <a:pt x="30" y="40"/>
                    <a:pt x="30" y="40"/>
                    <a:pt x="28" y="41"/>
                  </a:cubicBezTo>
                  <a:cubicBezTo>
                    <a:pt x="28" y="41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30" y="41"/>
                    <a:pt x="30" y="42"/>
                  </a:cubicBezTo>
                  <a:cubicBezTo>
                    <a:pt x="31" y="43"/>
                    <a:pt x="29" y="44"/>
                    <a:pt x="28" y="44"/>
                  </a:cubicBezTo>
                  <a:cubicBezTo>
                    <a:pt x="28" y="44"/>
                    <a:pt x="27" y="44"/>
                    <a:pt x="28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2"/>
                  </a:cubicBezTo>
                  <a:cubicBezTo>
                    <a:pt x="27" y="43"/>
                    <a:pt x="26" y="43"/>
                    <a:pt x="27" y="44"/>
                  </a:cubicBezTo>
                  <a:cubicBezTo>
                    <a:pt x="27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27" y="46"/>
                    <a:pt x="26" y="47"/>
                    <a:pt x="26" y="47"/>
                  </a:cubicBezTo>
                  <a:cubicBezTo>
                    <a:pt x="26" y="48"/>
                    <a:pt x="26" y="48"/>
                    <a:pt x="26" y="49"/>
                  </a:cubicBezTo>
                  <a:cubicBezTo>
                    <a:pt x="25" y="50"/>
                    <a:pt x="25" y="52"/>
                    <a:pt x="24" y="52"/>
                  </a:cubicBezTo>
                  <a:cubicBezTo>
                    <a:pt x="24" y="53"/>
                    <a:pt x="27" y="52"/>
                    <a:pt x="27" y="52"/>
                  </a:cubicBezTo>
                  <a:cubicBezTo>
                    <a:pt x="27" y="51"/>
                    <a:pt x="27" y="51"/>
                    <a:pt x="28" y="50"/>
                  </a:cubicBezTo>
                  <a:cubicBezTo>
                    <a:pt x="30" y="51"/>
                    <a:pt x="30" y="47"/>
                    <a:pt x="30" y="45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1"/>
                    <a:pt x="31" y="41"/>
                    <a:pt x="31" y="40"/>
                  </a:cubicBezTo>
                  <a:cubicBezTo>
                    <a:pt x="31" y="40"/>
                    <a:pt x="31" y="39"/>
                    <a:pt x="31" y="39"/>
                  </a:cubicBezTo>
                  <a:cubicBezTo>
                    <a:pt x="31" y="39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lose/>
                  <a:moveTo>
                    <a:pt x="26" y="2"/>
                  </a:moveTo>
                  <a:cubicBezTo>
                    <a:pt x="27" y="1"/>
                    <a:pt x="28" y="1"/>
                    <a:pt x="29" y="0"/>
                  </a:cubicBezTo>
                  <a:cubicBezTo>
                    <a:pt x="30" y="0"/>
                    <a:pt x="34" y="0"/>
                    <a:pt x="34" y="1"/>
                  </a:cubicBezTo>
                  <a:cubicBezTo>
                    <a:pt x="35" y="1"/>
                    <a:pt x="36" y="2"/>
                    <a:pt x="36" y="3"/>
                  </a:cubicBezTo>
                  <a:cubicBezTo>
                    <a:pt x="36" y="4"/>
                    <a:pt x="35" y="4"/>
                    <a:pt x="35" y="4"/>
                  </a:cubicBezTo>
                  <a:cubicBezTo>
                    <a:pt x="34" y="7"/>
                    <a:pt x="32" y="8"/>
                    <a:pt x="31" y="11"/>
                  </a:cubicBezTo>
                  <a:cubicBezTo>
                    <a:pt x="31" y="11"/>
                    <a:pt x="30" y="12"/>
                    <a:pt x="30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5"/>
                    <a:pt x="28" y="16"/>
                    <a:pt x="28" y="17"/>
                  </a:cubicBezTo>
                  <a:cubicBezTo>
                    <a:pt x="27" y="18"/>
                    <a:pt x="26" y="19"/>
                    <a:pt x="26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3" y="24"/>
                    <a:pt x="23" y="25"/>
                  </a:cubicBezTo>
                  <a:cubicBezTo>
                    <a:pt x="22" y="26"/>
                    <a:pt x="20" y="28"/>
                    <a:pt x="20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20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19" y="31"/>
                    <a:pt x="19" y="31"/>
                  </a:cubicBezTo>
                  <a:cubicBezTo>
                    <a:pt x="18" y="32"/>
                    <a:pt x="15" y="38"/>
                    <a:pt x="16" y="40"/>
                  </a:cubicBezTo>
                  <a:cubicBezTo>
                    <a:pt x="16" y="41"/>
                    <a:pt x="17" y="41"/>
                    <a:pt x="18" y="41"/>
                  </a:cubicBezTo>
                  <a:cubicBezTo>
                    <a:pt x="18" y="42"/>
                    <a:pt x="19" y="43"/>
                    <a:pt x="19" y="44"/>
                  </a:cubicBezTo>
                  <a:cubicBezTo>
                    <a:pt x="19" y="44"/>
                    <a:pt x="19" y="44"/>
                    <a:pt x="19" y="45"/>
                  </a:cubicBezTo>
                  <a:cubicBezTo>
                    <a:pt x="19" y="46"/>
                    <a:pt x="18" y="48"/>
                    <a:pt x="19" y="49"/>
                  </a:cubicBezTo>
                  <a:cubicBezTo>
                    <a:pt x="19" y="49"/>
                    <a:pt x="19" y="50"/>
                    <a:pt x="20" y="50"/>
                  </a:cubicBezTo>
                  <a:cubicBezTo>
                    <a:pt x="20" y="50"/>
                    <a:pt x="21" y="49"/>
                    <a:pt x="21" y="49"/>
                  </a:cubicBezTo>
                  <a:cubicBezTo>
                    <a:pt x="22" y="48"/>
                    <a:pt x="22" y="46"/>
                    <a:pt x="23" y="45"/>
                  </a:cubicBezTo>
                  <a:cubicBezTo>
                    <a:pt x="23" y="44"/>
                    <a:pt x="24" y="43"/>
                    <a:pt x="24" y="43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0"/>
                    <a:pt x="26" y="39"/>
                    <a:pt x="27" y="38"/>
                  </a:cubicBezTo>
                  <a:cubicBezTo>
                    <a:pt x="27" y="37"/>
                    <a:pt x="28" y="36"/>
                    <a:pt x="29" y="35"/>
                  </a:cubicBezTo>
                  <a:cubicBezTo>
                    <a:pt x="29" y="35"/>
                    <a:pt x="29" y="34"/>
                    <a:pt x="29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4" y="29"/>
                    <a:pt x="34" y="29"/>
                  </a:cubicBezTo>
                  <a:cubicBezTo>
                    <a:pt x="34" y="29"/>
                    <a:pt x="35" y="28"/>
                    <a:pt x="35" y="28"/>
                  </a:cubicBezTo>
                  <a:cubicBezTo>
                    <a:pt x="36" y="28"/>
                    <a:pt x="39" y="28"/>
                    <a:pt x="40" y="29"/>
                  </a:cubicBezTo>
                  <a:cubicBezTo>
                    <a:pt x="42" y="30"/>
                    <a:pt x="42" y="32"/>
                    <a:pt x="42" y="34"/>
                  </a:cubicBezTo>
                  <a:cubicBezTo>
                    <a:pt x="42" y="36"/>
                    <a:pt x="41" y="37"/>
                    <a:pt x="40" y="38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39" y="42"/>
                    <a:pt x="38" y="43"/>
                    <a:pt x="38" y="45"/>
                  </a:cubicBezTo>
                  <a:cubicBezTo>
                    <a:pt x="37" y="45"/>
                    <a:pt x="37" y="46"/>
                    <a:pt x="37" y="46"/>
                  </a:cubicBezTo>
                  <a:cubicBezTo>
                    <a:pt x="36" y="49"/>
                    <a:pt x="36" y="51"/>
                    <a:pt x="34" y="53"/>
                  </a:cubicBezTo>
                  <a:cubicBezTo>
                    <a:pt x="34" y="54"/>
                    <a:pt x="33" y="55"/>
                    <a:pt x="32" y="55"/>
                  </a:cubicBezTo>
                  <a:cubicBezTo>
                    <a:pt x="31" y="56"/>
                    <a:pt x="28" y="57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1"/>
                    <a:pt x="29" y="61"/>
                    <a:pt x="30" y="62"/>
                  </a:cubicBezTo>
                  <a:cubicBezTo>
                    <a:pt x="30" y="62"/>
                    <a:pt x="30" y="63"/>
                    <a:pt x="30" y="64"/>
                  </a:cubicBezTo>
                  <a:cubicBezTo>
                    <a:pt x="30" y="64"/>
                    <a:pt x="30" y="65"/>
                    <a:pt x="30" y="64"/>
                  </a:cubicBezTo>
                  <a:cubicBezTo>
                    <a:pt x="31" y="64"/>
                    <a:pt x="31" y="64"/>
                    <a:pt x="32" y="63"/>
                  </a:cubicBezTo>
                  <a:cubicBezTo>
                    <a:pt x="33" y="61"/>
                    <a:pt x="33" y="59"/>
                    <a:pt x="36" y="58"/>
                  </a:cubicBezTo>
                  <a:cubicBezTo>
                    <a:pt x="37" y="58"/>
                    <a:pt x="38" y="59"/>
                    <a:pt x="39" y="59"/>
                  </a:cubicBezTo>
                  <a:cubicBezTo>
                    <a:pt x="40" y="59"/>
                    <a:pt x="41" y="58"/>
                    <a:pt x="43" y="59"/>
                  </a:cubicBezTo>
                  <a:cubicBezTo>
                    <a:pt x="43" y="59"/>
                    <a:pt x="43" y="61"/>
                    <a:pt x="43" y="61"/>
                  </a:cubicBezTo>
                  <a:cubicBezTo>
                    <a:pt x="43" y="63"/>
                    <a:pt x="42" y="64"/>
                    <a:pt x="42" y="66"/>
                  </a:cubicBezTo>
                  <a:cubicBezTo>
                    <a:pt x="41" y="67"/>
                    <a:pt x="41" y="68"/>
                    <a:pt x="41" y="69"/>
                  </a:cubicBezTo>
                  <a:cubicBezTo>
                    <a:pt x="40" y="70"/>
                    <a:pt x="40" y="70"/>
                    <a:pt x="40" y="71"/>
                  </a:cubicBezTo>
                  <a:cubicBezTo>
                    <a:pt x="40" y="71"/>
                    <a:pt x="40" y="71"/>
                    <a:pt x="40" y="72"/>
                  </a:cubicBezTo>
                  <a:cubicBezTo>
                    <a:pt x="40" y="72"/>
                    <a:pt x="39" y="73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0" y="75"/>
                    <a:pt x="38" y="76"/>
                    <a:pt x="37" y="78"/>
                  </a:cubicBezTo>
                  <a:cubicBezTo>
                    <a:pt x="37" y="78"/>
                    <a:pt x="37" y="79"/>
                    <a:pt x="37" y="80"/>
                  </a:cubicBezTo>
                  <a:cubicBezTo>
                    <a:pt x="37" y="81"/>
                    <a:pt x="36" y="82"/>
                    <a:pt x="36" y="82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4"/>
                    <a:pt x="35" y="85"/>
                    <a:pt x="35" y="85"/>
                  </a:cubicBezTo>
                  <a:cubicBezTo>
                    <a:pt x="35" y="86"/>
                    <a:pt x="34" y="86"/>
                    <a:pt x="34" y="87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4" y="89"/>
                    <a:pt x="34" y="90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7" y="87"/>
                    <a:pt x="37" y="87"/>
                  </a:cubicBezTo>
                  <a:cubicBezTo>
                    <a:pt x="37" y="86"/>
                    <a:pt x="38" y="85"/>
                    <a:pt x="39" y="83"/>
                  </a:cubicBezTo>
                  <a:cubicBezTo>
                    <a:pt x="39" y="83"/>
                    <a:pt x="39" y="82"/>
                    <a:pt x="40" y="82"/>
                  </a:cubicBezTo>
                  <a:cubicBezTo>
                    <a:pt x="40" y="81"/>
                    <a:pt x="41" y="81"/>
                    <a:pt x="41" y="80"/>
                  </a:cubicBezTo>
                  <a:cubicBezTo>
                    <a:pt x="42" y="80"/>
                    <a:pt x="42" y="79"/>
                    <a:pt x="42" y="78"/>
                  </a:cubicBezTo>
                  <a:cubicBezTo>
                    <a:pt x="43" y="77"/>
                    <a:pt x="43" y="77"/>
                    <a:pt x="44" y="76"/>
                  </a:cubicBezTo>
                  <a:cubicBezTo>
                    <a:pt x="44" y="75"/>
                    <a:pt x="45" y="75"/>
                    <a:pt x="45" y="75"/>
                  </a:cubicBezTo>
                  <a:cubicBezTo>
                    <a:pt x="45" y="74"/>
                    <a:pt x="45" y="74"/>
                    <a:pt x="45" y="73"/>
                  </a:cubicBezTo>
                  <a:cubicBezTo>
                    <a:pt x="46" y="73"/>
                    <a:pt x="46" y="72"/>
                    <a:pt x="46" y="72"/>
                  </a:cubicBezTo>
                  <a:cubicBezTo>
                    <a:pt x="47" y="71"/>
                    <a:pt x="48" y="69"/>
                    <a:pt x="49" y="69"/>
                  </a:cubicBezTo>
                  <a:cubicBezTo>
                    <a:pt x="49" y="67"/>
                    <a:pt x="51" y="66"/>
                    <a:pt x="53" y="66"/>
                  </a:cubicBezTo>
                  <a:cubicBezTo>
                    <a:pt x="53" y="66"/>
                    <a:pt x="54" y="66"/>
                    <a:pt x="54" y="66"/>
                  </a:cubicBezTo>
                  <a:cubicBezTo>
                    <a:pt x="56" y="66"/>
                    <a:pt x="59" y="67"/>
                    <a:pt x="59" y="69"/>
                  </a:cubicBezTo>
                  <a:cubicBezTo>
                    <a:pt x="60" y="70"/>
                    <a:pt x="59" y="71"/>
                    <a:pt x="59" y="72"/>
                  </a:cubicBezTo>
                  <a:cubicBezTo>
                    <a:pt x="59" y="73"/>
                    <a:pt x="59" y="74"/>
                    <a:pt x="59" y="75"/>
                  </a:cubicBezTo>
                  <a:cubicBezTo>
                    <a:pt x="58" y="76"/>
                    <a:pt x="58" y="76"/>
                    <a:pt x="58" y="77"/>
                  </a:cubicBezTo>
                  <a:cubicBezTo>
                    <a:pt x="57" y="78"/>
                    <a:pt x="57" y="79"/>
                    <a:pt x="57" y="80"/>
                  </a:cubicBezTo>
                  <a:cubicBezTo>
                    <a:pt x="58" y="80"/>
                    <a:pt x="58" y="81"/>
                    <a:pt x="58" y="82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7" y="84"/>
                    <a:pt x="56" y="84"/>
                    <a:pt x="56" y="85"/>
                  </a:cubicBezTo>
                  <a:cubicBezTo>
                    <a:pt x="56" y="85"/>
                    <a:pt x="56" y="86"/>
                    <a:pt x="55" y="86"/>
                  </a:cubicBezTo>
                  <a:cubicBezTo>
                    <a:pt x="55" y="87"/>
                    <a:pt x="56" y="87"/>
                    <a:pt x="56" y="88"/>
                  </a:cubicBezTo>
                  <a:cubicBezTo>
                    <a:pt x="55" y="88"/>
                    <a:pt x="55" y="89"/>
                    <a:pt x="55" y="90"/>
                  </a:cubicBezTo>
                  <a:cubicBezTo>
                    <a:pt x="55" y="90"/>
                    <a:pt x="55" y="90"/>
                    <a:pt x="55" y="91"/>
                  </a:cubicBezTo>
                  <a:cubicBezTo>
                    <a:pt x="54" y="91"/>
                    <a:pt x="54" y="92"/>
                    <a:pt x="54" y="93"/>
                  </a:cubicBezTo>
                  <a:cubicBezTo>
                    <a:pt x="54" y="94"/>
                    <a:pt x="55" y="96"/>
                    <a:pt x="55" y="97"/>
                  </a:cubicBezTo>
                  <a:cubicBezTo>
                    <a:pt x="56" y="97"/>
                    <a:pt x="57" y="99"/>
                    <a:pt x="57" y="99"/>
                  </a:cubicBezTo>
                  <a:cubicBezTo>
                    <a:pt x="58" y="100"/>
                    <a:pt x="59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2" y="99"/>
                    <a:pt x="62" y="98"/>
                    <a:pt x="62" y="98"/>
                  </a:cubicBezTo>
                  <a:cubicBezTo>
                    <a:pt x="63" y="98"/>
                    <a:pt x="63" y="98"/>
                    <a:pt x="64" y="98"/>
                  </a:cubicBezTo>
                  <a:cubicBezTo>
                    <a:pt x="65" y="98"/>
                    <a:pt x="65" y="97"/>
                    <a:pt x="66" y="97"/>
                  </a:cubicBezTo>
                  <a:cubicBezTo>
                    <a:pt x="66" y="96"/>
                    <a:pt x="67" y="96"/>
                    <a:pt x="68" y="96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69" y="94"/>
                    <a:pt x="69" y="94"/>
                    <a:pt x="70" y="94"/>
                  </a:cubicBezTo>
                  <a:cubicBezTo>
                    <a:pt x="71" y="94"/>
                    <a:pt x="71" y="93"/>
                    <a:pt x="72" y="93"/>
                  </a:cubicBezTo>
                  <a:cubicBezTo>
                    <a:pt x="72" y="92"/>
                    <a:pt x="73" y="92"/>
                    <a:pt x="73" y="92"/>
                  </a:cubicBezTo>
                  <a:cubicBezTo>
                    <a:pt x="74" y="91"/>
                    <a:pt x="75" y="91"/>
                    <a:pt x="76" y="90"/>
                  </a:cubicBezTo>
                  <a:cubicBezTo>
                    <a:pt x="76" y="89"/>
                    <a:pt x="78" y="88"/>
                    <a:pt x="79" y="87"/>
                  </a:cubicBezTo>
                  <a:cubicBezTo>
                    <a:pt x="79" y="87"/>
                    <a:pt x="80" y="86"/>
                    <a:pt x="81" y="86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82" y="84"/>
                    <a:pt x="83" y="83"/>
                    <a:pt x="84" y="82"/>
                  </a:cubicBezTo>
                  <a:cubicBezTo>
                    <a:pt x="85" y="82"/>
                    <a:pt x="85" y="81"/>
                    <a:pt x="85" y="81"/>
                  </a:cubicBezTo>
                  <a:cubicBezTo>
                    <a:pt x="86" y="80"/>
                    <a:pt x="86" y="79"/>
                    <a:pt x="86" y="79"/>
                  </a:cubicBezTo>
                  <a:cubicBezTo>
                    <a:pt x="86" y="78"/>
                    <a:pt x="85" y="78"/>
                    <a:pt x="85" y="77"/>
                  </a:cubicBezTo>
                  <a:cubicBezTo>
                    <a:pt x="85" y="77"/>
                    <a:pt x="85" y="76"/>
                    <a:pt x="85" y="75"/>
                  </a:cubicBezTo>
                  <a:cubicBezTo>
                    <a:pt x="85" y="75"/>
                    <a:pt x="85" y="74"/>
                    <a:pt x="85" y="74"/>
                  </a:cubicBezTo>
                  <a:cubicBezTo>
                    <a:pt x="85" y="73"/>
                    <a:pt x="84" y="73"/>
                    <a:pt x="84" y="72"/>
                  </a:cubicBezTo>
                  <a:cubicBezTo>
                    <a:pt x="84" y="71"/>
                    <a:pt x="83" y="70"/>
                    <a:pt x="83" y="69"/>
                  </a:cubicBezTo>
                  <a:cubicBezTo>
                    <a:pt x="82" y="68"/>
                    <a:pt x="82" y="67"/>
                    <a:pt x="81" y="65"/>
                  </a:cubicBezTo>
                  <a:cubicBezTo>
                    <a:pt x="81" y="65"/>
                    <a:pt x="81" y="65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79" y="62"/>
                    <a:pt x="79" y="61"/>
                    <a:pt x="78" y="61"/>
                  </a:cubicBezTo>
                  <a:cubicBezTo>
                    <a:pt x="78" y="60"/>
                    <a:pt x="77" y="59"/>
                    <a:pt x="77" y="58"/>
                  </a:cubicBezTo>
                  <a:cubicBezTo>
                    <a:pt x="76" y="58"/>
                    <a:pt x="75" y="57"/>
                    <a:pt x="74" y="56"/>
                  </a:cubicBezTo>
                  <a:cubicBezTo>
                    <a:pt x="74" y="56"/>
                    <a:pt x="72" y="53"/>
                    <a:pt x="73" y="53"/>
                  </a:cubicBezTo>
                  <a:cubicBezTo>
                    <a:pt x="73" y="52"/>
                    <a:pt x="73" y="52"/>
                    <a:pt x="74" y="52"/>
                  </a:cubicBezTo>
                  <a:cubicBezTo>
                    <a:pt x="74" y="52"/>
                    <a:pt x="74" y="53"/>
                    <a:pt x="74" y="53"/>
                  </a:cubicBezTo>
                  <a:cubicBezTo>
                    <a:pt x="75" y="54"/>
                    <a:pt x="76" y="55"/>
                    <a:pt x="76" y="56"/>
                  </a:cubicBezTo>
                  <a:cubicBezTo>
                    <a:pt x="77" y="56"/>
                    <a:pt x="77" y="56"/>
                    <a:pt x="78" y="56"/>
                  </a:cubicBezTo>
                  <a:cubicBezTo>
                    <a:pt x="78" y="57"/>
                    <a:pt x="78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2" y="58"/>
                    <a:pt x="83" y="59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3" y="61"/>
                    <a:pt x="82" y="61"/>
                    <a:pt x="82" y="61"/>
                  </a:cubicBezTo>
                  <a:cubicBezTo>
                    <a:pt x="82" y="62"/>
                    <a:pt x="83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6" y="62"/>
                    <a:pt x="86" y="64"/>
                    <a:pt x="86" y="65"/>
                  </a:cubicBezTo>
                  <a:cubicBezTo>
                    <a:pt x="87" y="65"/>
                    <a:pt x="87" y="65"/>
                    <a:pt x="88" y="66"/>
                  </a:cubicBezTo>
                  <a:cubicBezTo>
                    <a:pt x="88" y="67"/>
                    <a:pt x="89" y="68"/>
                    <a:pt x="89" y="69"/>
                  </a:cubicBezTo>
                  <a:cubicBezTo>
                    <a:pt x="90" y="69"/>
                    <a:pt x="90" y="69"/>
                    <a:pt x="90" y="70"/>
                  </a:cubicBezTo>
                  <a:cubicBezTo>
                    <a:pt x="91" y="70"/>
                    <a:pt x="91" y="71"/>
                    <a:pt x="91" y="71"/>
                  </a:cubicBezTo>
                  <a:cubicBezTo>
                    <a:pt x="92" y="72"/>
                    <a:pt x="92" y="72"/>
                    <a:pt x="93" y="72"/>
                  </a:cubicBezTo>
                  <a:cubicBezTo>
                    <a:pt x="93" y="73"/>
                    <a:pt x="93" y="73"/>
                    <a:pt x="93" y="74"/>
                  </a:cubicBezTo>
                  <a:cubicBezTo>
                    <a:pt x="94" y="74"/>
                    <a:pt x="95" y="75"/>
                    <a:pt x="94" y="75"/>
                  </a:cubicBezTo>
                  <a:cubicBezTo>
                    <a:pt x="95" y="75"/>
                    <a:pt x="95" y="76"/>
                    <a:pt x="95" y="76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7" y="78"/>
                    <a:pt x="96" y="79"/>
                    <a:pt x="96" y="80"/>
                  </a:cubicBezTo>
                  <a:cubicBezTo>
                    <a:pt x="95" y="82"/>
                    <a:pt x="94" y="82"/>
                    <a:pt x="93" y="83"/>
                  </a:cubicBezTo>
                  <a:cubicBezTo>
                    <a:pt x="92" y="84"/>
                    <a:pt x="92" y="85"/>
                    <a:pt x="91" y="85"/>
                  </a:cubicBezTo>
                  <a:cubicBezTo>
                    <a:pt x="90" y="86"/>
                    <a:pt x="89" y="86"/>
                    <a:pt x="89" y="87"/>
                  </a:cubicBezTo>
                  <a:cubicBezTo>
                    <a:pt x="89" y="87"/>
                    <a:pt x="88" y="87"/>
                    <a:pt x="88" y="88"/>
                  </a:cubicBezTo>
                  <a:cubicBezTo>
                    <a:pt x="87" y="88"/>
                    <a:pt x="86" y="89"/>
                    <a:pt x="85" y="89"/>
                  </a:cubicBezTo>
                  <a:cubicBezTo>
                    <a:pt x="85" y="90"/>
                    <a:pt x="84" y="90"/>
                    <a:pt x="84" y="91"/>
                  </a:cubicBezTo>
                  <a:cubicBezTo>
                    <a:pt x="83" y="91"/>
                    <a:pt x="83" y="91"/>
                    <a:pt x="82" y="91"/>
                  </a:cubicBezTo>
                  <a:cubicBezTo>
                    <a:pt x="81" y="92"/>
                    <a:pt x="81" y="93"/>
                    <a:pt x="80" y="94"/>
                  </a:cubicBezTo>
                  <a:cubicBezTo>
                    <a:pt x="79" y="94"/>
                    <a:pt x="78" y="95"/>
                    <a:pt x="78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6" y="96"/>
                    <a:pt x="76" y="97"/>
                    <a:pt x="75" y="97"/>
                  </a:cubicBezTo>
                  <a:cubicBezTo>
                    <a:pt x="74" y="98"/>
                    <a:pt x="74" y="98"/>
                    <a:pt x="73" y="98"/>
                  </a:cubicBezTo>
                  <a:cubicBezTo>
                    <a:pt x="71" y="99"/>
                    <a:pt x="70" y="100"/>
                    <a:pt x="68" y="101"/>
                  </a:cubicBezTo>
                  <a:cubicBezTo>
                    <a:pt x="68" y="101"/>
                    <a:pt x="67" y="102"/>
                    <a:pt x="67" y="102"/>
                  </a:cubicBezTo>
                  <a:cubicBezTo>
                    <a:pt x="66" y="102"/>
                    <a:pt x="66" y="103"/>
                    <a:pt x="65" y="103"/>
                  </a:cubicBezTo>
                  <a:cubicBezTo>
                    <a:pt x="64" y="103"/>
                    <a:pt x="63" y="103"/>
                    <a:pt x="62" y="104"/>
                  </a:cubicBezTo>
                  <a:cubicBezTo>
                    <a:pt x="61" y="104"/>
                    <a:pt x="61" y="105"/>
                    <a:pt x="60" y="105"/>
                  </a:cubicBezTo>
                  <a:cubicBezTo>
                    <a:pt x="59" y="105"/>
                    <a:pt x="57" y="106"/>
                    <a:pt x="57" y="106"/>
                  </a:cubicBezTo>
                  <a:cubicBezTo>
                    <a:pt x="56" y="105"/>
                    <a:pt x="54" y="105"/>
                    <a:pt x="54" y="104"/>
                  </a:cubicBezTo>
                  <a:cubicBezTo>
                    <a:pt x="53" y="104"/>
                    <a:pt x="53" y="103"/>
                    <a:pt x="52" y="102"/>
                  </a:cubicBezTo>
                  <a:cubicBezTo>
                    <a:pt x="52" y="102"/>
                    <a:pt x="51" y="101"/>
                    <a:pt x="51" y="101"/>
                  </a:cubicBezTo>
                  <a:cubicBezTo>
                    <a:pt x="51" y="101"/>
                    <a:pt x="50" y="99"/>
                    <a:pt x="50" y="99"/>
                  </a:cubicBezTo>
                  <a:cubicBezTo>
                    <a:pt x="49" y="98"/>
                    <a:pt x="49" y="97"/>
                    <a:pt x="48" y="97"/>
                  </a:cubicBezTo>
                  <a:cubicBezTo>
                    <a:pt x="47" y="97"/>
                    <a:pt x="47" y="97"/>
                    <a:pt x="46" y="97"/>
                  </a:cubicBezTo>
                  <a:cubicBezTo>
                    <a:pt x="46" y="97"/>
                    <a:pt x="45" y="97"/>
                    <a:pt x="45" y="98"/>
                  </a:cubicBezTo>
                  <a:cubicBezTo>
                    <a:pt x="44" y="98"/>
                    <a:pt x="43" y="98"/>
                    <a:pt x="42" y="98"/>
                  </a:cubicBezTo>
                  <a:cubicBezTo>
                    <a:pt x="40" y="98"/>
                    <a:pt x="41" y="94"/>
                    <a:pt x="40" y="9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39" y="92"/>
                    <a:pt x="39" y="95"/>
                    <a:pt x="39" y="96"/>
                  </a:cubicBezTo>
                  <a:cubicBezTo>
                    <a:pt x="39" y="96"/>
                    <a:pt x="39" y="96"/>
                    <a:pt x="39" y="97"/>
                  </a:cubicBezTo>
                  <a:cubicBezTo>
                    <a:pt x="39" y="97"/>
                    <a:pt x="38" y="98"/>
                    <a:pt x="38" y="99"/>
                  </a:cubicBezTo>
                  <a:cubicBezTo>
                    <a:pt x="38" y="101"/>
                    <a:pt x="39" y="105"/>
                    <a:pt x="35" y="106"/>
                  </a:cubicBezTo>
                  <a:cubicBezTo>
                    <a:pt x="35" y="106"/>
                    <a:pt x="34" y="106"/>
                    <a:pt x="33" y="106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1" y="103"/>
                    <a:pt x="30" y="103"/>
                    <a:pt x="30" y="102"/>
                  </a:cubicBezTo>
                  <a:cubicBezTo>
                    <a:pt x="30" y="100"/>
                    <a:pt x="30" y="99"/>
                    <a:pt x="30" y="97"/>
                  </a:cubicBezTo>
                  <a:cubicBezTo>
                    <a:pt x="30" y="97"/>
                    <a:pt x="30" y="97"/>
                    <a:pt x="30" y="96"/>
                  </a:cubicBezTo>
                  <a:cubicBezTo>
                    <a:pt x="30" y="96"/>
                    <a:pt x="30" y="96"/>
                    <a:pt x="30" y="95"/>
                  </a:cubicBezTo>
                  <a:cubicBezTo>
                    <a:pt x="30" y="95"/>
                    <a:pt x="30" y="94"/>
                    <a:pt x="30" y="93"/>
                  </a:cubicBezTo>
                  <a:cubicBezTo>
                    <a:pt x="30" y="93"/>
                    <a:pt x="30" y="92"/>
                    <a:pt x="31" y="91"/>
                  </a:cubicBezTo>
                  <a:cubicBezTo>
                    <a:pt x="31" y="90"/>
                    <a:pt x="31" y="88"/>
                    <a:pt x="30" y="87"/>
                  </a:cubicBezTo>
                  <a:cubicBezTo>
                    <a:pt x="30" y="86"/>
                    <a:pt x="31" y="85"/>
                    <a:pt x="31" y="84"/>
                  </a:cubicBezTo>
                  <a:cubicBezTo>
                    <a:pt x="30" y="83"/>
                    <a:pt x="24" y="88"/>
                    <a:pt x="22" y="84"/>
                  </a:cubicBezTo>
                  <a:cubicBezTo>
                    <a:pt x="22" y="84"/>
                    <a:pt x="22" y="83"/>
                    <a:pt x="22" y="83"/>
                  </a:cubicBezTo>
                  <a:cubicBezTo>
                    <a:pt x="22" y="82"/>
                    <a:pt x="22" y="81"/>
                    <a:pt x="23" y="80"/>
                  </a:cubicBezTo>
                  <a:cubicBezTo>
                    <a:pt x="23" y="79"/>
                    <a:pt x="23" y="78"/>
                    <a:pt x="24" y="77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5"/>
                    <a:pt x="26" y="74"/>
                    <a:pt x="26" y="73"/>
                  </a:cubicBezTo>
                  <a:cubicBezTo>
                    <a:pt x="27" y="72"/>
                    <a:pt x="26" y="72"/>
                    <a:pt x="26" y="71"/>
                  </a:cubicBezTo>
                  <a:cubicBezTo>
                    <a:pt x="26" y="70"/>
                    <a:pt x="26" y="67"/>
                    <a:pt x="24" y="66"/>
                  </a:cubicBezTo>
                  <a:cubicBezTo>
                    <a:pt x="23" y="66"/>
                    <a:pt x="23" y="66"/>
                    <a:pt x="22" y="66"/>
                  </a:cubicBezTo>
                  <a:cubicBezTo>
                    <a:pt x="21" y="67"/>
                    <a:pt x="21" y="70"/>
                    <a:pt x="21" y="71"/>
                  </a:cubicBezTo>
                  <a:cubicBezTo>
                    <a:pt x="20" y="72"/>
                    <a:pt x="20" y="72"/>
                    <a:pt x="20" y="73"/>
                  </a:cubicBezTo>
                  <a:cubicBezTo>
                    <a:pt x="20" y="74"/>
                    <a:pt x="19" y="75"/>
                    <a:pt x="19" y="76"/>
                  </a:cubicBezTo>
                  <a:cubicBezTo>
                    <a:pt x="19" y="77"/>
                    <a:pt x="19" y="78"/>
                    <a:pt x="18" y="78"/>
                  </a:cubicBezTo>
                  <a:cubicBezTo>
                    <a:pt x="18" y="79"/>
                    <a:pt x="18" y="80"/>
                    <a:pt x="17" y="81"/>
                  </a:cubicBezTo>
                  <a:cubicBezTo>
                    <a:pt x="17" y="82"/>
                    <a:pt x="15" y="83"/>
                    <a:pt x="15" y="84"/>
                  </a:cubicBezTo>
                  <a:cubicBezTo>
                    <a:pt x="14" y="84"/>
                    <a:pt x="13" y="85"/>
                    <a:pt x="13" y="85"/>
                  </a:cubicBezTo>
                  <a:cubicBezTo>
                    <a:pt x="11" y="85"/>
                    <a:pt x="10" y="86"/>
                    <a:pt x="9" y="87"/>
                  </a:cubicBezTo>
                  <a:cubicBezTo>
                    <a:pt x="8" y="87"/>
                    <a:pt x="8" y="87"/>
                    <a:pt x="7" y="87"/>
                  </a:cubicBezTo>
                  <a:cubicBezTo>
                    <a:pt x="6" y="87"/>
                    <a:pt x="5" y="87"/>
                    <a:pt x="4" y="87"/>
                  </a:cubicBezTo>
                  <a:cubicBezTo>
                    <a:pt x="3" y="88"/>
                    <a:pt x="2" y="88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0" y="84"/>
                    <a:pt x="4" y="80"/>
                    <a:pt x="5" y="79"/>
                  </a:cubicBezTo>
                  <a:cubicBezTo>
                    <a:pt x="5" y="79"/>
                    <a:pt x="6" y="79"/>
                    <a:pt x="6" y="79"/>
                  </a:cubicBezTo>
                  <a:cubicBezTo>
                    <a:pt x="6" y="78"/>
                    <a:pt x="6" y="78"/>
                    <a:pt x="6" y="77"/>
                  </a:cubicBezTo>
                  <a:cubicBezTo>
                    <a:pt x="7" y="77"/>
                    <a:pt x="7" y="77"/>
                    <a:pt x="7" y="76"/>
                  </a:cubicBezTo>
                  <a:cubicBezTo>
                    <a:pt x="9" y="74"/>
                    <a:pt x="10" y="72"/>
                    <a:pt x="12" y="70"/>
                  </a:cubicBezTo>
                  <a:cubicBezTo>
                    <a:pt x="12" y="69"/>
                    <a:pt x="13" y="67"/>
                    <a:pt x="13" y="66"/>
                  </a:cubicBezTo>
                  <a:cubicBezTo>
                    <a:pt x="13" y="65"/>
                    <a:pt x="14" y="65"/>
                    <a:pt x="14" y="64"/>
                  </a:cubicBezTo>
                  <a:cubicBezTo>
                    <a:pt x="15" y="63"/>
                    <a:pt x="15" y="62"/>
                    <a:pt x="15" y="60"/>
                  </a:cubicBezTo>
                  <a:cubicBezTo>
                    <a:pt x="16" y="59"/>
                    <a:pt x="16" y="58"/>
                    <a:pt x="17" y="57"/>
                  </a:cubicBezTo>
                  <a:cubicBezTo>
                    <a:pt x="17" y="57"/>
                    <a:pt x="17" y="57"/>
                    <a:pt x="17" y="56"/>
                  </a:cubicBezTo>
                  <a:cubicBezTo>
                    <a:pt x="17" y="55"/>
                    <a:pt x="16" y="55"/>
                    <a:pt x="15" y="54"/>
                  </a:cubicBezTo>
                  <a:cubicBezTo>
                    <a:pt x="15" y="54"/>
                    <a:pt x="15" y="53"/>
                    <a:pt x="14" y="53"/>
                  </a:cubicBezTo>
                  <a:cubicBezTo>
                    <a:pt x="14" y="51"/>
                    <a:pt x="13" y="50"/>
                    <a:pt x="12" y="49"/>
                  </a:cubicBezTo>
                  <a:cubicBezTo>
                    <a:pt x="12" y="48"/>
                    <a:pt x="11" y="48"/>
                    <a:pt x="10" y="47"/>
                  </a:cubicBezTo>
                  <a:cubicBezTo>
                    <a:pt x="10" y="47"/>
                    <a:pt x="10" y="46"/>
                    <a:pt x="10" y="46"/>
                  </a:cubicBezTo>
                  <a:cubicBezTo>
                    <a:pt x="10" y="45"/>
                    <a:pt x="12" y="42"/>
                    <a:pt x="13" y="41"/>
                  </a:cubicBezTo>
                  <a:cubicBezTo>
                    <a:pt x="13" y="40"/>
                    <a:pt x="14" y="40"/>
                    <a:pt x="14" y="39"/>
                  </a:cubicBezTo>
                  <a:cubicBezTo>
                    <a:pt x="14" y="38"/>
                    <a:pt x="14" y="38"/>
                    <a:pt x="15" y="37"/>
                  </a:cubicBezTo>
                  <a:cubicBezTo>
                    <a:pt x="15" y="36"/>
                    <a:pt x="16" y="34"/>
                    <a:pt x="15" y="33"/>
                  </a:cubicBezTo>
                  <a:cubicBezTo>
                    <a:pt x="14" y="32"/>
                    <a:pt x="12" y="32"/>
                    <a:pt x="12" y="32"/>
                  </a:cubicBezTo>
                  <a:cubicBezTo>
                    <a:pt x="11" y="32"/>
                    <a:pt x="10" y="33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  <a:cubicBezTo>
                    <a:pt x="6" y="33"/>
                    <a:pt x="6" y="34"/>
                    <a:pt x="5" y="34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3" y="35"/>
                    <a:pt x="2" y="36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2" y="30"/>
                    <a:pt x="4" y="27"/>
                    <a:pt x="7" y="25"/>
                  </a:cubicBezTo>
                  <a:cubicBezTo>
                    <a:pt x="8" y="24"/>
                    <a:pt x="8" y="23"/>
                    <a:pt x="9" y="22"/>
                  </a:cubicBezTo>
                  <a:cubicBezTo>
                    <a:pt x="10" y="22"/>
                    <a:pt x="10" y="21"/>
                    <a:pt x="10" y="21"/>
                  </a:cubicBezTo>
                  <a:cubicBezTo>
                    <a:pt x="10" y="21"/>
                    <a:pt x="11" y="20"/>
                    <a:pt x="11" y="19"/>
                  </a:cubicBezTo>
                  <a:cubicBezTo>
                    <a:pt x="12" y="19"/>
                    <a:pt x="12" y="19"/>
                    <a:pt x="12" y="18"/>
                  </a:cubicBezTo>
                  <a:cubicBezTo>
                    <a:pt x="13" y="18"/>
                    <a:pt x="13" y="17"/>
                    <a:pt x="14" y="16"/>
                  </a:cubicBezTo>
                  <a:cubicBezTo>
                    <a:pt x="14" y="16"/>
                    <a:pt x="15" y="15"/>
                    <a:pt x="15" y="15"/>
                  </a:cubicBezTo>
                  <a:cubicBezTo>
                    <a:pt x="16" y="13"/>
                    <a:pt x="17" y="12"/>
                    <a:pt x="18" y="11"/>
                  </a:cubicBezTo>
                  <a:cubicBezTo>
                    <a:pt x="19" y="10"/>
                    <a:pt x="19" y="9"/>
                    <a:pt x="20" y="9"/>
                  </a:cubicBezTo>
                  <a:cubicBezTo>
                    <a:pt x="22" y="7"/>
                    <a:pt x="23" y="4"/>
                    <a:pt x="25" y="3"/>
                  </a:cubicBezTo>
                  <a:cubicBezTo>
                    <a:pt x="25" y="3"/>
                    <a:pt x="26" y="3"/>
                    <a:pt x="2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Freeform 9"/>
            <p:cNvSpPr>
              <a:spLocks noEditPoints="1"/>
            </p:cNvSpPr>
            <p:nvPr/>
          </p:nvSpPr>
          <p:spPr bwMode="auto">
            <a:xfrm>
              <a:off x="5067300" y="2651125"/>
              <a:ext cx="201613" cy="306388"/>
            </a:xfrm>
            <a:custGeom>
              <a:avLst/>
              <a:gdLst>
                <a:gd name="T0" fmla="*/ 47 w 74"/>
                <a:gd name="T1" fmla="*/ 56 h 112"/>
                <a:gd name="T2" fmla="*/ 46 w 74"/>
                <a:gd name="T3" fmla="*/ 69 h 112"/>
                <a:gd name="T4" fmla="*/ 58 w 74"/>
                <a:gd name="T5" fmla="*/ 69 h 112"/>
                <a:gd name="T6" fmla="*/ 24 w 74"/>
                <a:gd name="T7" fmla="*/ 33 h 112"/>
                <a:gd name="T8" fmla="*/ 29 w 74"/>
                <a:gd name="T9" fmla="*/ 10 h 112"/>
                <a:gd name="T10" fmla="*/ 28 w 74"/>
                <a:gd name="T11" fmla="*/ 24 h 112"/>
                <a:gd name="T12" fmla="*/ 34 w 74"/>
                <a:gd name="T13" fmla="*/ 34 h 112"/>
                <a:gd name="T14" fmla="*/ 35 w 74"/>
                <a:gd name="T15" fmla="*/ 30 h 112"/>
                <a:gd name="T16" fmla="*/ 37 w 74"/>
                <a:gd name="T17" fmla="*/ 15 h 112"/>
                <a:gd name="T18" fmla="*/ 8 w 74"/>
                <a:gd name="T19" fmla="*/ 11 h 112"/>
                <a:gd name="T20" fmla="*/ 16 w 74"/>
                <a:gd name="T21" fmla="*/ 30 h 112"/>
                <a:gd name="T22" fmla="*/ 18 w 74"/>
                <a:gd name="T23" fmla="*/ 25 h 112"/>
                <a:gd name="T24" fmla="*/ 10 w 74"/>
                <a:gd name="T25" fmla="*/ 8 h 112"/>
                <a:gd name="T26" fmla="*/ 10 w 74"/>
                <a:gd name="T27" fmla="*/ 0 h 112"/>
                <a:gd name="T28" fmla="*/ 18 w 74"/>
                <a:gd name="T29" fmla="*/ 9 h 112"/>
                <a:gd name="T30" fmla="*/ 22 w 74"/>
                <a:gd name="T31" fmla="*/ 15 h 112"/>
                <a:gd name="T32" fmla="*/ 26 w 74"/>
                <a:gd name="T33" fmla="*/ 8 h 112"/>
                <a:gd name="T34" fmla="*/ 39 w 74"/>
                <a:gd name="T35" fmla="*/ 3 h 112"/>
                <a:gd name="T36" fmla="*/ 44 w 74"/>
                <a:gd name="T37" fmla="*/ 20 h 112"/>
                <a:gd name="T38" fmla="*/ 42 w 74"/>
                <a:gd name="T39" fmla="*/ 32 h 112"/>
                <a:gd name="T40" fmla="*/ 37 w 74"/>
                <a:gd name="T41" fmla="*/ 39 h 112"/>
                <a:gd name="T42" fmla="*/ 38 w 74"/>
                <a:gd name="T43" fmla="*/ 51 h 112"/>
                <a:gd name="T44" fmla="*/ 42 w 74"/>
                <a:gd name="T45" fmla="*/ 52 h 112"/>
                <a:gd name="T46" fmla="*/ 46 w 74"/>
                <a:gd name="T47" fmla="*/ 44 h 112"/>
                <a:gd name="T48" fmla="*/ 50 w 74"/>
                <a:gd name="T49" fmla="*/ 36 h 112"/>
                <a:gd name="T50" fmla="*/ 59 w 74"/>
                <a:gd name="T51" fmla="*/ 25 h 112"/>
                <a:gd name="T52" fmla="*/ 69 w 74"/>
                <a:gd name="T53" fmla="*/ 20 h 112"/>
                <a:gd name="T54" fmla="*/ 54 w 74"/>
                <a:gd name="T55" fmla="*/ 40 h 112"/>
                <a:gd name="T56" fmla="*/ 48 w 74"/>
                <a:gd name="T57" fmla="*/ 53 h 112"/>
                <a:gd name="T58" fmla="*/ 56 w 74"/>
                <a:gd name="T59" fmla="*/ 55 h 112"/>
                <a:gd name="T60" fmla="*/ 67 w 74"/>
                <a:gd name="T61" fmla="*/ 58 h 112"/>
                <a:gd name="T62" fmla="*/ 66 w 74"/>
                <a:gd name="T63" fmla="*/ 76 h 112"/>
                <a:gd name="T64" fmla="*/ 64 w 74"/>
                <a:gd name="T65" fmla="*/ 86 h 112"/>
                <a:gd name="T66" fmla="*/ 54 w 74"/>
                <a:gd name="T67" fmla="*/ 95 h 112"/>
                <a:gd name="T68" fmla="*/ 56 w 74"/>
                <a:gd name="T69" fmla="*/ 90 h 112"/>
                <a:gd name="T70" fmla="*/ 60 w 74"/>
                <a:gd name="T71" fmla="*/ 83 h 112"/>
                <a:gd name="T72" fmla="*/ 57 w 74"/>
                <a:gd name="T73" fmla="*/ 80 h 112"/>
                <a:gd name="T74" fmla="*/ 44 w 74"/>
                <a:gd name="T75" fmla="*/ 76 h 112"/>
                <a:gd name="T76" fmla="*/ 35 w 74"/>
                <a:gd name="T77" fmla="*/ 79 h 112"/>
                <a:gd name="T78" fmla="*/ 32 w 74"/>
                <a:gd name="T79" fmla="*/ 86 h 112"/>
                <a:gd name="T80" fmla="*/ 26 w 74"/>
                <a:gd name="T81" fmla="*/ 98 h 112"/>
                <a:gd name="T82" fmla="*/ 24 w 74"/>
                <a:gd name="T83" fmla="*/ 106 h 112"/>
                <a:gd name="T84" fmla="*/ 18 w 74"/>
                <a:gd name="T85" fmla="*/ 101 h 112"/>
                <a:gd name="T86" fmla="*/ 22 w 74"/>
                <a:gd name="T87" fmla="*/ 95 h 112"/>
                <a:gd name="T88" fmla="*/ 25 w 74"/>
                <a:gd name="T89" fmla="*/ 87 h 112"/>
                <a:gd name="T90" fmla="*/ 28 w 74"/>
                <a:gd name="T91" fmla="*/ 76 h 112"/>
                <a:gd name="T92" fmla="*/ 33 w 74"/>
                <a:gd name="T93" fmla="*/ 69 h 112"/>
                <a:gd name="T94" fmla="*/ 36 w 74"/>
                <a:gd name="T95" fmla="*/ 62 h 112"/>
                <a:gd name="T96" fmla="*/ 30 w 74"/>
                <a:gd name="T97" fmla="*/ 46 h 112"/>
                <a:gd name="T98" fmla="*/ 23 w 74"/>
                <a:gd name="T99" fmla="*/ 39 h 112"/>
                <a:gd name="T100" fmla="*/ 23 w 74"/>
                <a:gd name="T101" fmla="*/ 52 h 112"/>
                <a:gd name="T102" fmla="*/ 23 w 74"/>
                <a:gd name="T103" fmla="*/ 67 h 112"/>
                <a:gd name="T104" fmla="*/ 17 w 74"/>
                <a:gd name="T105" fmla="*/ 77 h 112"/>
                <a:gd name="T106" fmla="*/ 8 w 74"/>
                <a:gd name="T107" fmla="*/ 69 h 112"/>
                <a:gd name="T108" fmla="*/ 2 w 74"/>
                <a:gd name="T109" fmla="*/ 54 h 112"/>
                <a:gd name="T110" fmla="*/ 0 w 74"/>
                <a:gd name="T111" fmla="*/ 42 h 112"/>
                <a:gd name="T112" fmla="*/ 8 w 74"/>
                <a:gd name="T113" fmla="*/ 49 h 112"/>
                <a:gd name="T114" fmla="*/ 13 w 74"/>
                <a:gd name="T115" fmla="*/ 54 h 112"/>
                <a:gd name="T116" fmla="*/ 14 w 74"/>
                <a:gd name="T117" fmla="*/ 39 h 112"/>
                <a:gd name="T118" fmla="*/ 10 w 74"/>
                <a:gd name="T119" fmla="*/ 30 h 112"/>
                <a:gd name="T120" fmla="*/ 3 w 74"/>
                <a:gd name="T121" fmla="*/ 17 h 112"/>
                <a:gd name="T122" fmla="*/ 2 w 74"/>
                <a:gd name="T123" fmla="*/ 10 h 112"/>
                <a:gd name="T124" fmla="*/ 4 w 74"/>
                <a:gd name="T125" fmla="*/ 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" h="112">
                  <a:moveTo>
                    <a:pt x="65" y="61"/>
                  </a:moveTo>
                  <a:cubicBezTo>
                    <a:pt x="65" y="62"/>
                    <a:pt x="65" y="62"/>
                    <a:pt x="66" y="63"/>
                  </a:cubicBezTo>
                  <a:cubicBezTo>
                    <a:pt x="66" y="63"/>
                    <a:pt x="66" y="64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6" y="63"/>
                    <a:pt x="65" y="62"/>
                    <a:pt x="65" y="61"/>
                  </a:cubicBezTo>
                  <a:close/>
                  <a:moveTo>
                    <a:pt x="47" y="56"/>
                  </a:moveTo>
                  <a:cubicBezTo>
                    <a:pt x="47" y="57"/>
                    <a:pt x="47" y="57"/>
                    <a:pt x="47" y="58"/>
                  </a:cubicBezTo>
                  <a:cubicBezTo>
                    <a:pt x="46" y="59"/>
                    <a:pt x="46" y="60"/>
                    <a:pt x="46" y="60"/>
                  </a:cubicBezTo>
                  <a:cubicBezTo>
                    <a:pt x="46" y="61"/>
                    <a:pt x="45" y="61"/>
                    <a:pt x="45" y="62"/>
                  </a:cubicBezTo>
                  <a:cubicBezTo>
                    <a:pt x="45" y="62"/>
                    <a:pt x="44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8"/>
                    <a:pt x="46" y="69"/>
                    <a:pt x="46" y="69"/>
                  </a:cubicBezTo>
                  <a:cubicBezTo>
                    <a:pt x="46" y="69"/>
                    <a:pt x="46" y="70"/>
                    <a:pt x="46" y="70"/>
                  </a:cubicBezTo>
                  <a:cubicBezTo>
                    <a:pt x="47" y="71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4"/>
                    <a:pt x="52" y="74"/>
                    <a:pt x="53" y="74"/>
                  </a:cubicBezTo>
                  <a:cubicBezTo>
                    <a:pt x="53" y="73"/>
                    <a:pt x="55" y="72"/>
                    <a:pt x="56" y="71"/>
                  </a:cubicBezTo>
                  <a:cubicBezTo>
                    <a:pt x="56" y="70"/>
                    <a:pt x="57" y="69"/>
                    <a:pt x="58" y="69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66"/>
                    <a:pt x="56" y="63"/>
                    <a:pt x="54" y="61"/>
                  </a:cubicBezTo>
                  <a:cubicBezTo>
                    <a:pt x="54" y="61"/>
                    <a:pt x="53" y="61"/>
                    <a:pt x="53" y="60"/>
                  </a:cubicBezTo>
                  <a:cubicBezTo>
                    <a:pt x="52" y="60"/>
                    <a:pt x="51" y="60"/>
                    <a:pt x="51" y="59"/>
                  </a:cubicBezTo>
                  <a:cubicBezTo>
                    <a:pt x="50" y="58"/>
                    <a:pt x="49" y="56"/>
                    <a:pt x="47" y="56"/>
                  </a:cubicBezTo>
                  <a:close/>
                  <a:moveTo>
                    <a:pt x="24" y="33"/>
                  </a:moveTo>
                  <a:cubicBezTo>
                    <a:pt x="24" y="33"/>
                    <a:pt x="24" y="34"/>
                    <a:pt x="24" y="34"/>
                  </a:cubicBezTo>
                  <a:cubicBezTo>
                    <a:pt x="24" y="34"/>
                    <a:pt x="24" y="35"/>
                    <a:pt x="24" y="35"/>
                  </a:cubicBezTo>
                  <a:cubicBezTo>
                    <a:pt x="24" y="35"/>
                    <a:pt x="25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lose/>
                  <a:moveTo>
                    <a:pt x="30" y="8"/>
                  </a:moveTo>
                  <a:cubicBezTo>
                    <a:pt x="30" y="9"/>
                    <a:pt x="29" y="9"/>
                    <a:pt x="29" y="10"/>
                  </a:cubicBezTo>
                  <a:cubicBezTo>
                    <a:pt x="28" y="11"/>
                    <a:pt x="28" y="12"/>
                    <a:pt x="28" y="13"/>
                  </a:cubicBezTo>
                  <a:cubicBezTo>
                    <a:pt x="28" y="13"/>
                    <a:pt x="28" y="14"/>
                    <a:pt x="27" y="14"/>
                  </a:cubicBezTo>
                  <a:cubicBezTo>
                    <a:pt x="27" y="15"/>
                    <a:pt x="27" y="16"/>
                    <a:pt x="27" y="16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19"/>
                    <a:pt x="26" y="20"/>
                    <a:pt x="26" y="21"/>
                  </a:cubicBezTo>
                  <a:cubicBezTo>
                    <a:pt x="26" y="22"/>
                    <a:pt x="27" y="23"/>
                    <a:pt x="28" y="24"/>
                  </a:cubicBezTo>
                  <a:cubicBezTo>
                    <a:pt x="28" y="25"/>
                    <a:pt x="29" y="25"/>
                    <a:pt x="29" y="26"/>
                  </a:cubicBezTo>
                  <a:cubicBezTo>
                    <a:pt x="29" y="27"/>
                    <a:pt x="30" y="28"/>
                    <a:pt x="30" y="28"/>
                  </a:cubicBezTo>
                  <a:cubicBezTo>
                    <a:pt x="31" y="29"/>
                    <a:pt x="31" y="30"/>
                    <a:pt x="32" y="30"/>
                  </a:cubicBezTo>
                  <a:cubicBezTo>
                    <a:pt x="32" y="31"/>
                    <a:pt x="33" y="32"/>
                    <a:pt x="33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2"/>
                  </a:cubicBezTo>
                  <a:cubicBezTo>
                    <a:pt x="34" y="32"/>
                    <a:pt x="34" y="31"/>
                    <a:pt x="34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6" y="29"/>
                    <a:pt x="36" y="28"/>
                    <a:pt x="36" y="27"/>
                  </a:cubicBezTo>
                  <a:cubicBezTo>
                    <a:pt x="36" y="26"/>
                    <a:pt x="35" y="25"/>
                    <a:pt x="35" y="24"/>
                  </a:cubicBezTo>
                  <a:cubicBezTo>
                    <a:pt x="36" y="23"/>
                    <a:pt x="36" y="23"/>
                    <a:pt x="37" y="22"/>
                  </a:cubicBezTo>
                  <a:cubicBezTo>
                    <a:pt x="36" y="21"/>
                    <a:pt x="36" y="20"/>
                    <a:pt x="36" y="18"/>
                  </a:cubicBezTo>
                  <a:cubicBezTo>
                    <a:pt x="36" y="18"/>
                    <a:pt x="36" y="18"/>
                    <a:pt x="37" y="17"/>
                  </a:cubicBezTo>
                  <a:cubicBezTo>
                    <a:pt x="37" y="17"/>
                    <a:pt x="36" y="16"/>
                    <a:pt x="37" y="15"/>
                  </a:cubicBezTo>
                  <a:cubicBezTo>
                    <a:pt x="37" y="15"/>
                    <a:pt x="37" y="14"/>
                    <a:pt x="37" y="14"/>
                  </a:cubicBezTo>
                  <a:cubicBezTo>
                    <a:pt x="37" y="12"/>
                    <a:pt x="36" y="10"/>
                    <a:pt x="34" y="8"/>
                  </a:cubicBezTo>
                  <a:cubicBezTo>
                    <a:pt x="33" y="7"/>
                    <a:pt x="32" y="7"/>
                    <a:pt x="30" y="8"/>
                  </a:cubicBezTo>
                  <a:close/>
                  <a:moveTo>
                    <a:pt x="8" y="6"/>
                  </a:moveTo>
                  <a:cubicBezTo>
                    <a:pt x="8" y="6"/>
                    <a:pt x="8" y="6"/>
                    <a:pt x="8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2"/>
                    <a:pt x="8" y="14"/>
                    <a:pt x="8" y="15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9"/>
                    <a:pt x="10" y="20"/>
                    <a:pt x="10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2" y="23"/>
                    <a:pt x="13" y="25"/>
                    <a:pt x="13" y="26"/>
                  </a:cubicBezTo>
                  <a:cubicBezTo>
                    <a:pt x="14" y="28"/>
                    <a:pt x="15" y="29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6"/>
                    <a:pt x="16" y="26"/>
                    <a:pt x="17" y="25"/>
                  </a:cubicBezTo>
                  <a:cubicBezTo>
                    <a:pt x="17" y="25"/>
                    <a:pt x="18" y="25"/>
                    <a:pt x="18" y="25"/>
                  </a:cubicBezTo>
                  <a:cubicBezTo>
                    <a:pt x="17" y="25"/>
                    <a:pt x="17" y="24"/>
                    <a:pt x="17" y="24"/>
                  </a:cubicBezTo>
                  <a:cubicBezTo>
                    <a:pt x="18" y="23"/>
                    <a:pt x="18" y="23"/>
                    <a:pt x="18" y="22"/>
                  </a:cubicBezTo>
                  <a:cubicBezTo>
                    <a:pt x="18" y="21"/>
                    <a:pt x="17" y="21"/>
                    <a:pt x="17" y="20"/>
                  </a:cubicBezTo>
                  <a:cubicBezTo>
                    <a:pt x="16" y="19"/>
                    <a:pt x="16" y="18"/>
                    <a:pt x="15" y="17"/>
                  </a:cubicBezTo>
                  <a:cubicBezTo>
                    <a:pt x="14" y="16"/>
                    <a:pt x="14" y="15"/>
                    <a:pt x="14" y="14"/>
                  </a:cubicBezTo>
                  <a:cubicBezTo>
                    <a:pt x="13" y="12"/>
                    <a:pt x="11" y="10"/>
                    <a:pt x="10" y="8"/>
                  </a:cubicBezTo>
                  <a:cubicBezTo>
                    <a:pt x="9" y="8"/>
                    <a:pt x="9" y="7"/>
                    <a:pt x="9" y="7"/>
                  </a:cubicBezTo>
                  <a:cubicBezTo>
                    <a:pt x="8" y="6"/>
                    <a:pt x="8" y="6"/>
                    <a:pt x="8" y="6"/>
                  </a:cubicBezTo>
                  <a:close/>
                  <a:moveTo>
                    <a:pt x="4" y="2"/>
                  </a:moveTo>
                  <a:cubicBezTo>
                    <a:pt x="5" y="1"/>
                    <a:pt x="7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4" y="3"/>
                    <a:pt x="14" y="3"/>
                    <a:pt x="15" y="4"/>
                  </a:cubicBezTo>
                  <a:cubicBezTo>
                    <a:pt x="15" y="5"/>
                    <a:pt x="16" y="5"/>
                    <a:pt x="16" y="6"/>
                  </a:cubicBezTo>
                  <a:cubicBezTo>
                    <a:pt x="17" y="6"/>
                    <a:pt x="17" y="7"/>
                    <a:pt x="18" y="7"/>
                  </a:cubicBezTo>
                  <a:cubicBezTo>
                    <a:pt x="18" y="8"/>
                    <a:pt x="18" y="8"/>
                    <a:pt x="18" y="9"/>
                  </a:cubicBezTo>
                  <a:cubicBezTo>
                    <a:pt x="19" y="10"/>
                    <a:pt x="19" y="10"/>
                    <a:pt x="19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3"/>
                    <a:pt x="21" y="13"/>
                  </a:cubicBezTo>
                  <a:cubicBezTo>
                    <a:pt x="21" y="13"/>
                    <a:pt x="21" y="14"/>
                    <a:pt x="21" y="14"/>
                  </a:cubicBezTo>
                  <a:cubicBezTo>
                    <a:pt x="21" y="14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4"/>
                    <a:pt x="22" y="13"/>
                    <a:pt x="22" y="12"/>
                  </a:cubicBezTo>
                  <a:cubicBezTo>
                    <a:pt x="23" y="11"/>
                    <a:pt x="24" y="11"/>
                    <a:pt x="24" y="10"/>
                  </a:cubicBezTo>
                  <a:cubicBezTo>
                    <a:pt x="24" y="10"/>
                    <a:pt x="25" y="9"/>
                    <a:pt x="25" y="9"/>
                  </a:cubicBezTo>
                  <a:cubicBezTo>
                    <a:pt x="25" y="9"/>
                    <a:pt x="25" y="8"/>
                    <a:pt x="26" y="8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7" y="6"/>
                    <a:pt x="28" y="6"/>
                    <a:pt x="29" y="5"/>
                  </a:cubicBezTo>
                  <a:cubicBezTo>
                    <a:pt x="30" y="4"/>
                    <a:pt x="31" y="3"/>
                    <a:pt x="32" y="3"/>
                  </a:cubicBezTo>
                  <a:cubicBezTo>
                    <a:pt x="33" y="2"/>
                    <a:pt x="34" y="2"/>
                    <a:pt x="34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6" y="2"/>
                    <a:pt x="38" y="2"/>
                    <a:pt x="39" y="3"/>
                  </a:cubicBezTo>
                  <a:cubicBezTo>
                    <a:pt x="40" y="3"/>
                    <a:pt x="43" y="7"/>
                    <a:pt x="44" y="8"/>
                  </a:cubicBezTo>
                  <a:cubicBezTo>
                    <a:pt x="44" y="9"/>
                    <a:pt x="44" y="10"/>
                    <a:pt x="44" y="11"/>
                  </a:cubicBezTo>
                  <a:cubicBezTo>
                    <a:pt x="44" y="11"/>
                    <a:pt x="44" y="12"/>
                    <a:pt x="44" y="12"/>
                  </a:cubicBezTo>
                  <a:cubicBezTo>
                    <a:pt x="45" y="13"/>
                    <a:pt x="44" y="13"/>
                    <a:pt x="44" y="14"/>
                  </a:cubicBezTo>
                  <a:cubicBezTo>
                    <a:pt x="44" y="14"/>
                    <a:pt x="44" y="15"/>
                    <a:pt x="45" y="15"/>
                  </a:cubicBezTo>
                  <a:cubicBezTo>
                    <a:pt x="44" y="17"/>
                    <a:pt x="44" y="19"/>
                    <a:pt x="44" y="20"/>
                  </a:cubicBezTo>
                  <a:cubicBezTo>
                    <a:pt x="44" y="21"/>
                    <a:pt x="44" y="23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3" y="28"/>
                    <a:pt x="43" y="29"/>
                    <a:pt x="43" y="29"/>
                  </a:cubicBezTo>
                  <a:cubicBezTo>
                    <a:pt x="43" y="30"/>
                    <a:pt x="43" y="30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1" y="32"/>
                    <a:pt x="41" y="33"/>
                  </a:cubicBezTo>
                  <a:cubicBezTo>
                    <a:pt x="41" y="33"/>
                    <a:pt x="41" y="34"/>
                    <a:pt x="41" y="34"/>
                  </a:cubicBezTo>
                  <a:cubicBezTo>
                    <a:pt x="40" y="34"/>
                    <a:pt x="40" y="35"/>
                    <a:pt x="40" y="35"/>
                  </a:cubicBezTo>
                  <a:cubicBezTo>
                    <a:pt x="40" y="35"/>
                    <a:pt x="39" y="36"/>
                    <a:pt x="39" y="36"/>
                  </a:cubicBezTo>
                  <a:cubicBezTo>
                    <a:pt x="38" y="37"/>
                    <a:pt x="38" y="37"/>
                    <a:pt x="38" y="38"/>
                  </a:cubicBezTo>
                  <a:cubicBezTo>
                    <a:pt x="37" y="38"/>
                    <a:pt x="37" y="38"/>
                    <a:pt x="37" y="39"/>
                  </a:cubicBezTo>
                  <a:cubicBezTo>
                    <a:pt x="36" y="39"/>
                    <a:pt x="36" y="43"/>
                    <a:pt x="36" y="43"/>
                  </a:cubicBezTo>
                  <a:cubicBezTo>
                    <a:pt x="36" y="44"/>
                    <a:pt x="37" y="45"/>
                    <a:pt x="37" y="45"/>
                  </a:cubicBezTo>
                  <a:cubicBezTo>
                    <a:pt x="37" y="46"/>
                    <a:pt x="36" y="46"/>
                    <a:pt x="36" y="47"/>
                  </a:cubicBezTo>
                  <a:cubicBezTo>
                    <a:pt x="36" y="47"/>
                    <a:pt x="37" y="48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7" y="50"/>
                    <a:pt x="38" y="51"/>
                    <a:pt x="38" y="51"/>
                  </a:cubicBezTo>
                  <a:cubicBezTo>
                    <a:pt x="38" y="52"/>
                    <a:pt x="39" y="54"/>
                    <a:pt x="39" y="55"/>
                  </a:cubicBezTo>
                  <a:cubicBezTo>
                    <a:pt x="39" y="55"/>
                    <a:pt x="39" y="56"/>
                    <a:pt x="39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6"/>
                    <a:pt x="40" y="55"/>
                    <a:pt x="41" y="55"/>
                  </a:cubicBezTo>
                  <a:cubicBezTo>
                    <a:pt x="41" y="55"/>
                    <a:pt x="41" y="54"/>
                    <a:pt x="41" y="54"/>
                  </a:cubicBezTo>
                  <a:cubicBezTo>
                    <a:pt x="41" y="53"/>
                    <a:pt x="41" y="52"/>
                    <a:pt x="42" y="52"/>
                  </a:cubicBezTo>
                  <a:cubicBezTo>
                    <a:pt x="42" y="51"/>
                    <a:pt x="42" y="51"/>
                    <a:pt x="42" y="50"/>
                  </a:cubicBezTo>
                  <a:cubicBezTo>
                    <a:pt x="42" y="50"/>
                    <a:pt x="43" y="49"/>
                    <a:pt x="43" y="49"/>
                  </a:cubicBezTo>
                  <a:cubicBezTo>
                    <a:pt x="43" y="48"/>
                    <a:pt x="43" y="48"/>
                    <a:pt x="44" y="47"/>
                  </a:cubicBezTo>
                  <a:cubicBezTo>
                    <a:pt x="44" y="47"/>
                    <a:pt x="44" y="46"/>
                    <a:pt x="45" y="46"/>
                  </a:cubicBezTo>
                  <a:cubicBezTo>
                    <a:pt x="45" y="46"/>
                    <a:pt x="45" y="45"/>
                    <a:pt x="45" y="45"/>
                  </a:cubicBezTo>
                  <a:cubicBezTo>
                    <a:pt x="45" y="44"/>
                    <a:pt x="46" y="44"/>
                    <a:pt x="46" y="44"/>
                  </a:cubicBezTo>
                  <a:cubicBezTo>
                    <a:pt x="47" y="43"/>
                    <a:pt x="46" y="42"/>
                    <a:pt x="47" y="41"/>
                  </a:cubicBezTo>
                  <a:cubicBezTo>
                    <a:pt x="48" y="41"/>
                    <a:pt x="48" y="40"/>
                    <a:pt x="48" y="40"/>
                  </a:cubicBezTo>
                  <a:cubicBezTo>
                    <a:pt x="48" y="40"/>
                    <a:pt x="48" y="39"/>
                    <a:pt x="48" y="39"/>
                  </a:cubicBezTo>
                  <a:cubicBezTo>
                    <a:pt x="48" y="39"/>
                    <a:pt x="49" y="38"/>
                    <a:pt x="49" y="38"/>
                  </a:cubicBezTo>
                  <a:cubicBezTo>
                    <a:pt x="49" y="37"/>
                    <a:pt x="50" y="37"/>
                    <a:pt x="50" y="37"/>
                  </a:cubicBezTo>
                  <a:cubicBezTo>
                    <a:pt x="50" y="37"/>
                    <a:pt x="50" y="36"/>
                    <a:pt x="50" y="36"/>
                  </a:cubicBezTo>
                  <a:cubicBezTo>
                    <a:pt x="50" y="35"/>
                    <a:pt x="51" y="35"/>
                    <a:pt x="52" y="34"/>
                  </a:cubicBezTo>
                  <a:cubicBezTo>
                    <a:pt x="52" y="33"/>
                    <a:pt x="53" y="32"/>
                    <a:pt x="54" y="31"/>
                  </a:cubicBezTo>
                  <a:cubicBezTo>
                    <a:pt x="54" y="31"/>
                    <a:pt x="55" y="30"/>
                    <a:pt x="56" y="29"/>
                  </a:cubicBezTo>
                  <a:cubicBezTo>
                    <a:pt x="56" y="29"/>
                    <a:pt x="57" y="28"/>
                    <a:pt x="57" y="28"/>
                  </a:cubicBezTo>
                  <a:cubicBezTo>
                    <a:pt x="57" y="27"/>
                    <a:pt x="57" y="27"/>
                    <a:pt x="58" y="26"/>
                  </a:cubicBezTo>
                  <a:cubicBezTo>
                    <a:pt x="58" y="26"/>
                    <a:pt x="59" y="25"/>
                    <a:pt x="59" y="25"/>
                  </a:cubicBezTo>
                  <a:cubicBezTo>
                    <a:pt x="60" y="24"/>
                    <a:pt x="61" y="23"/>
                    <a:pt x="62" y="22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4" y="20"/>
                    <a:pt x="66" y="19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8" y="20"/>
                    <a:pt x="69" y="19"/>
                    <a:pt x="69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8" y="21"/>
                    <a:pt x="67" y="22"/>
                    <a:pt x="66" y="24"/>
                  </a:cubicBezTo>
                  <a:cubicBezTo>
                    <a:pt x="65" y="25"/>
                    <a:pt x="65" y="26"/>
                    <a:pt x="64" y="27"/>
                  </a:cubicBezTo>
                  <a:cubicBezTo>
                    <a:pt x="63" y="29"/>
                    <a:pt x="61" y="29"/>
                    <a:pt x="59" y="31"/>
                  </a:cubicBezTo>
                  <a:cubicBezTo>
                    <a:pt x="58" y="32"/>
                    <a:pt x="58" y="34"/>
                    <a:pt x="57" y="36"/>
                  </a:cubicBezTo>
                  <a:cubicBezTo>
                    <a:pt x="56" y="36"/>
                    <a:pt x="55" y="37"/>
                    <a:pt x="55" y="37"/>
                  </a:cubicBezTo>
                  <a:cubicBezTo>
                    <a:pt x="55" y="38"/>
                    <a:pt x="55" y="39"/>
                    <a:pt x="54" y="40"/>
                  </a:cubicBezTo>
                  <a:cubicBezTo>
                    <a:pt x="54" y="41"/>
                    <a:pt x="53" y="42"/>
                    <a:pt x="52" y="43"/>
                  </a:cubicBezTo>
                  <a:cubicBezTo>
                    <a:pt x="52" y="43"/>
                    <a:pt x="52" y="44"/>
                    <a:pt x="52" y="45"/>
                  </a:cubicBezTo>
                  <a:cubicBezTo>
                    <a:pt x="52" y="45"/>
                    <a:pt x="51" y="45"/>
                    <a:pt x="51" y="46"/>
                  </a:cubicBezTo>
                  <a:cubicBezTo>
                    <a:pt x="51" y="46"/>
                    <a:pt x="51" y="47"/>
                    <a:pt x="51" y="48"/>
                  </a:cubicBezTo>
                  <a:cubicBezTo>
                    <a:pt x="50" y="49"/>
                    <a:pt x="50" y="49"/>
                    <a:pt x="50" y="50"/>
                  </a:cubicBezTo>
                  <a:cubicBezTo>
                    <a:pt x="49" y="51"/>
                    <a:pt x="49" y="52"/>
                    <a:pt x="48" y="53"/>
                  </a:cubicBezTo>
                  <a:cubicBezTo>
                    <a:pt x="49" y="53"/>
                    <a:pt x="49" y="53"/>
                    <a:pt x="48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2" y="53"/>
                    <a:pt x="53" y="54"/>
                  </a:cubicBezTo>
                  <a:cubicBezTo>
                    <a:pt x="53" y="54"/>
                    <a:pt x="53" y="54"/>
                    <a:pt x="54" y="54"/>
                  </a:cubicBezTo>
                  <a:cubicBezTo>
                    <a:pt x="54" y="54"/>
                    <a:pt x="55" y="55"/>
                    <a:pt x="55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8" y="56"/>
                    <a:pt x="58" y="56"/>
                    <a:pt x="59" y="56"/>
                  </a:cubicBezTo>
                  <a:cubicBezTo>
                    <a:pt x="59" y="56"/>
                    <a:pt x="60" y="56"/>
                    <a:pt x="60" y="56"/>
                  </a:cubicBezTo>
                  <a:cubicBezTo>
                    <a:pt x="61" y="57"/>
                    <a:pt x="61" y="58"/>
                    <a:pt x="62" y="58"/>
                  </a:cubicBezTo>
                  <a:cubicBezTo>
                    <a:pt x="63" y="58"/>
                    <a:pt x="63" y="58"/>
                    <a:pt x="64" y="58"/>
                  </a:cubicBezTo>
                  <a:cubicBezTo>
                    <a:pt x="65" y="58"/>
                    <a:pt x="66" y="58"/>
                    <a:pt x="67" y="58"/>
                  </a:cubicBezTo>
                  <a:cubicBezTo>
                    <a:pt x="67" y="59"/>
                    <a:pt x="68" y="59"/>
                    <a:pt x="69" y="60"/>
                  </a:cubicBezTo>
                  <a:cubicBezTo>
                    <a:pt x="70" y="60"/>
                    <a:pt x="71" y="60"/>
                    <a:pt x="72" y="60"/>
                  </a:cubicBezTo>
                  <a:cubicBezTo>
                    <a:pt x="73" y="61"/>
                    <a:pt x="74" y="63"/>
                    <a:pt x="74" y="64"/>
                  </a:cubicBezTo>
                  <a:cubicBezTo>
                    <a:pt x="74" y="67"/>
                    <a:pt x="68" y="69"/>
                    <a:pt x="66" y="72"/>
                  </a:cubicBezTo>
                  <a:cubicBezTo>
                    <a:pt x="66" y="72"/>
                    <a:pt x="66" y="74"/>
                    <a:pt x="66" y="74"/>
                  </a:cubicBezTo>
                  <a:cubicBezTo>
                    <a:pt x="66" y="75"/>
                    <a:pt x="66" y="75"/>
                    <a:pt x="66" y="76"/>
                  </a:cubicBezTo>
                  <a:cubicBezTo>
                    <a:pt x="66" y="77"/>
                    <a:pt x="66" y="77"/>
                    <a:pt x="66" y="78"/>
                  </a:cubicBezTo>
                  <a:cubicBezTo>
                    <a:pt x="66" y="79"/>
                    <a:pt x="66" y="80"/>
                    <a:pt x="66" y="80"/>
                  </a:cubicBezTo>
                  <a:cubicBezTo>
                    <a:pt x="66" y="81"/>
                    <a:pt x="65" y="82"/>
                    <a:pt x="65" y="82"/>
                  </a:cubicBezTo>
                  <a:cubicBezTo>
                    <a:pt x="65" y="83"/>
                    <a:pt x="65" y="83"/>
                    <a:pt x="65" y="84"/>
                  </a:cubicBezTo>
                  <a:cubicBezTo>
                    <a:pt x="65" y="84"/>
                    <a:pt x="65" y="84"/>
                    <a:pt x="64" y="85"/>
                  </a:cubicBezTo>
                  <a:cubicBezTo>
                    <a:pt x="64" y="85"/>
                    <a:pt x="64" y="86"/>
                    <a:pt x="64" y="86"/>
                  </a:cubicBezTo>
                  <a:cubicBezTo>
                    <a:pt x="63" y="87"/>
                    <a:pt x="63" y="88"/>
                    <a:pt x="62" y="89"/>
                  </a:cubicBezTo>
                  <a:cubicBezTo>
                    <a:pt x="62" y="89"/>
                    <a:pt x="62" y="89"/>
                    <a:pt x="61" y="89"/>
                  </a:cubicBezTo>
                  <a:cubicBezTo>
                    <a:pt x="61" y="90"/>
                    <a:pt x="61" y="90"/>
                    <a:pt x="60" y="90"/>
                  </a:cubicBezTo>
                  <a:cubicBezTo>
                    <a:pt x="60" y="91"/>
                    <a:pt x="60" y="91"/>
                    <a:pt x="60" y="92"/>
                  </a:cubicBezTo>
                  <a:cubicBezTo>
                    <a:pt x="59" y="93"/>
                    <a:pt x="57" y="94"/>
                    <a:pt x="56" y="95"/>
                  </a:cubicBezTo>
                  <a:cubicBezTo>
                    <a:pt x="55" y="95"/>
                    <a:pt x="55" y="95"/>
                    <a:pt x="54" y="95"/>
                  </a:cubicBezTo>
                  <a:cubicBezTo>
                    <a:pt x="54" y="95"/>
                    <a:pt x="53" y="96"/>
                    <a:pt x="53" y="96"/>
                  </a:cubicBezTo>
                  <a:cubicBezTo>
                    <a:pt x="53" y="96"/>
                    <a:pt x="52" y="96"/>
                    <a:pt x="52" y="96"/>
                  </a:cubicBezTo>
                  <a:cubicBezTo>
                    <a:pt x="52" y="96"/>
                    <a:pt x="51" y="95"/>
                    <a:pt x="51" y="95"/>
                  </a:cubicBezTo>
                  <a:cubicBezTo>
                    <a:pt x="51" y="94"/>
                    <a:pt x="52" y="94"/>
                    <a:pt x="5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2"/>
                    <a:pt x="56" y="91"/>
                    <a:pt x="56" y="90"/>
                  </a:cubicBezTo>
                  <a:cubicBezTo>
                    <a:pt x="56" y="90"/>
                    <a:pt x="57" y="90"/>
                    <a:pt x="57" y="89"/>
                  </a:cubicBezTo>
                  <a:cubicBezTo>
                    <a:pt x="57" y="89"/>
                    <a:pt x="57" y="89"/>
                    <a:pt x="57" y="88"/>
                  </a:cubicBezTo>
                  <a:cubicBezTo>
                    <a:pt x="58" y="88"/>
                    <a:pt x="58" y="87"/>
                    <a:pt x="59" y="87"/>
                  </a:cubicBezTo>
                  <a:cubicBezTo>
                    <a:pt x="59" y="87"/>
                    <a:pt x="59" y="87"/>
                    <a:pt x="59" y="86"/>
                  </a:cubicBezTo>
                  <a:cubicBezTo>
                    <a:pt x="59" y="86"/>
                    <a:pt x="59" y="85"/>
                    <a:pt x="60" y="84"/>
                  </a:cubicBezTo>
                  <a:cubicBezTo>
                    <a:pt x="60" y="84"/>
                    <a:pt x="60" y="83"/>
                    <a:pt x="60" y="83"/>
                  </a:cubicBezTo>
                  <a:cubicBezTo>
                    <a:pt x="60" y="82"/>
                    <a:pt x="61" y="82"/>
                    <a:pt x="61" y="82"/>
                  </a:cubicBezTo>
                  <a:cubicBezTo>
                    <a:pt x="61" y="81"/>
                    <a:pt x="61" y="81"/>
                    <a:pt x="61" y="80"/>
                  </a:cubicBezTo>
                  <a:cubicBezTo>
                    <a:pt x="61" y="80"/>
                    <a:pt x="61" y="79"/>
                    <a:pt x="61" y="79"/>
                  </a:cubicBezTo>
                  <a:cubicBezTo>
                    <a:pt x="61" y="78"/>
                    <a:pt x="61" y="77"/>
                    <a:pt x="61" y="76"/>
                  </a:cubicBezTo>
                  <a:cubicBezTo>
                    <a:pt x="60" y="77"/>
                    <a:pt x="59" y="77"/>
                    <a:pt x="59" y="78"/>
                  </a:cubicBezTo>
                  <a:cubicBezTo>
                    <a:pt x="58" y="78"/>
                    <a:pt x="57" y="79"/>
                    <a:pt x="57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1"/>
                    <a:pt x="54" y="81"/>
                    <a:pt x="53" y="81"/>
                  </a:cubicBezTo>
                  <a:cubicBezTo>
                    <a:pt x="52" y="82"/>
                    <a:pt x="50" y="81"/>
                    <a:pt x="49" y="80"/>
                  </a:cubicBezTo>
                  <a:cubicBezTo>
                    <a:pt x="48" y="80"/>
                    <a:pt x="47" y="80"/>
                    <a:pt x="47" y="79"/>
                  </a:cubicBezTo>
                  <a:cubicBezTo>
                    <a:pt x="46" y="78"/>
                    <a:pt x="46" y="78"/>
                    <a:pt x="45" y="77"/>
                  </a:cubicBezTo>
                  <a:cubicBezTo>
                    <a:pt x="45" y="77"/>
                    <a:pt x="44" y="76"/>
                    <a:pt x="44" y="76"/>
                  </a:cubicBezTo>
                  <a:cubicBezTo>
                    <a:pt x="43" y="75"/>
                    <a:pt x="42" y="73"/>
                    <a:pt x="41" y="72"/>
                  </a:cubicBezTo>
                  <a:cubicBezTo>
                    <a:pt x="41" y="71"/>
                    <a:pt x="41" y="71"/>
                    <a:pt x="40" y="70"/>
                  </a:cubicBezTo>
                  <a:cubicBezTo>
                    <a:pt x="39" y="71"/>
                    <a:pt x="39" y="72"/>
                    <a:pt x="39" y="73"/>
                  </a:cubicBezTo>
                  <a:cubicBezTo>
                    <a:pt x="38" y="74"/>
                    <a:pt x="38" y="75"/>
                    <a:pt x="37" y="76"/>
                  </a:cubicBezTo>
                  <a:cubicBezTo>
                    <a:pt x="37" y="76"/>
                    <a:pt x="37" y="77"/>
                    <a:pt x="36" y="77"/>
                  </a:cubicBezTo>
                  <a:cubicBezTo>
                    <a:pt x="36" y="78"/>
                    <a:pt x="36" y="78"/>
                    <a:pt x="35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1"/>
                    <a:pt x="34" y="81"/>
                    <a:pt x="34" y="82"/>
                  </a:cubicBezTo>
                  <a:cubicBezTo>
                    <a:pt x="34" y="82"/>
                    <a:pt x="34" y="83"/>
                    <a:pt x="33" y="83"/>
                  </a:cubicBezTo>
                  <a:cubicBezTo>
                    <a:pt x="33" y="83"/>
                    <a:pt x="33" y="84"/>
                    <a:pt x="33" y="84"/>
                  </a:cubicBezTo>
                  <a:cubicBezTo>
                    <a:pt x="33" y="85"/>
                    <a:pt x="32" y="85"/>
                    <a:pt x="32" y="86"/>
                  </a:cubicBezTo>
                  <a:cubicBezTo>
                    <a:pt x="32" y="86"/>
                    <a:pt x="31" y="87"/>
                    <a:pt x="31" y="87"/>
                  </a:cubicBezTo>
                  <a:cubicBezTo>
                    <a:pt x="31" y="88"/>
                    <a:pt x="31" y="89"/>
                    <a:pt x="30" y="89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29" y="91"/>
                    <a:pt x="29" y="92"/>
                    <a:pt x="28" y="93"/>
                  </a:cubicBezTo>
                  <a:cubicBezTo>
                    <a:pt x="28" y="94"/>
                    <a:pt x="28" y="95"/>
                    <a:pt x="27" y="96"/>
                  </a:cubicBezTo>
                  <a:cubicBezTo>
                    <a:pt x="27" y="97"/>
                    <a:pt x="26" y="98"/>
                    <a:pt x="26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5" y="100"/>
                    <a:pt x="24" y="101"/>
                    <a:pt x="24" y="101"/>
                  </a:cubicBezTo>
                  <a:cubicBezTo>
                    <a:pt x="24" y="102"/>
                    <a:pt x="24" y="103"/>
                    <a:pt x="23" y="104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5"/>
                    <a:pt x="24" y="106"/>
                  </a:cubicBezTo>
                  <a:cubicBezTo>
                    <a:pt x="24" y="107"/>
                    <a:pt x="22" y="109"/>
                    <a:pt x="21" y="110"/>
                  </a:cubicBezTo>
                  <a:cubicBezTo>
                    <a:pt x="20" y="110"/>
                    <a:pt x="19" y="112"/>
                    <a:pt x="18" y="111"/>
                  </a:cubicBezTo>
                  <a:cubicBezTo>
                    <a:pt x="17" y="110"/>
                    <a:pt x="16" y="108"/>
                    <a:pt x="17" y="107"/>
                  </a:cubicBezTo>
                  <a:cubicBezTo>
                    <a:pt x="17" y="106"/>
                    <a:pt x="17" y="106"/>
                    <a:pt x="17" y="105"/>
                  </a:cubicBezTo>
                  <a:cubicBezTo>
                    <a:pt x="17" y="105"/>
                    <a:pt x="17" y="104"/>
                    <a:pt x="17" y="104"/>
                  </a:cubicBezTo>
                  <a:cubicBezTo>
                    <a:pt x="18" y="103"/>
                    <a:pt x="19" y="102"/>
                    <a:pt x="18" y="101"/>
                  </a:cubicBezTo>
                  <a:cubicBezTo>
                    <a:pt x="19" y="101"/>
                    <a:pt x="19" y="100"/>
                    <a:pt x="20" y="100"/>
                  </a:cubicBezTo>
                  <a:cubicBezTo>
                    <a:pt x="20" y="100"/>
                    <a:pt x="20" y="99"/>
                    <a:pt x="20" y="99"/>
                  </a:cubicBezTo>
                  <a:cubicBezTo>
                    <a:pt x="20" y="98"/>
                    <a:pt x="20" y="98"/>
                    <a:pt x="21" y="98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7"/>
                    <a:pt x="21" y="96"/>
                    <a:pt x="21" y="96"/>
                  </a:cubicBezTo>
                  <a:cubicBezTo>
                    <a:pt x="21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3" y="93"/>
                    <a:pt x="23" y="93"/>
                  </a:cubicBezTo>
                  <a:cubicBezTo>
                    <a:pt x="23" y="92"/>
                    <a:pt x="23" y="91"/>
                    <a:pt x="23" y="91"/>
                  </a:cubicBezTo>
                  <a:cubicBezTo>
                    <a:pt x="23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8"/>
                  </a:cubicBezTo>
                  <a:cubicBezTo>
                    <a:pt x="25" y="88"/>
                    <a:pt x="25" y="87"/>
                    <a:pt x="25" y="87"/>
                  </a:cubicBezTo>
                  <a:cubicBezTo>
                    <a:pt x="25" y="86"/>
                    <a:pt x="26" y="85"/>
                    <a:pt x="26" y="85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3"/>
                    <a:pt x="26" y="83"/>
                    <a:pt x="27" y="82"/>
                  </a:cubicBezTo>
                  <a:cubicBezTo>
                    <a:pt x="27" y="81"/>
                    <a:pt x="27" y="81"/>
                    <a:pt x="28" y="80"/>
                  </a:cubicBezTo>
                  <a:cubicBezTo>
                    <a:pt x="28" y="80"/>
                    <a:pt x="28" y="79"/>
                    <a:pt x="28" y="79"/>
                  </a:cubicBezTo>
                  <a:cubicBezTo>
                    <a:pt x="28" y="78"/>
                    <a:pt x="29" y="77"/>
                    <a:pt x="28" y="76"/>
                  </a:cubicBezTo>
                  <a:cubicBezTo>
                    <a:pt x="29" y="76"/>
                    <a:pt x="29" y="76"/>
                    <a:pt x="29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3"/>
                    <a:pt x="31" y="73"/>
                    <a:pt x="31" y="72"/>
                  </a:cubicBezTo>
                  <a:cubicBezTo>
                    <a:pt x="31" y="71"/>
                    <a:pt x="32" y="71"/>
                    <a:pt x="32" y="70"/>
                  </a:cubicBezTo>
                  <a:cubicBezTo>
                    <a:pt x="32" y="70"/>
                    <a:pt x="33" y="69"/>
                    <a:pt x="33" y="69"/>
                  </a:cubicBezTo>
                  <a:cubicBezTo>
                    <a:pt x="33" y="68"/>
                    <a:pt x="33" y="68"/>
                    <a:pt x="33" y="67"/>
                  </a:cubicBezTo>
                  <a:cubicBezTo>
                    <a:pt x="34" y="67"/>
                    <a:pt x="34" y="67"/>
                    <a:pt x="34" y="66"/>
                  </a:cubicBezTo>
                  <a:cubicBezTo>
                    <a:pt x="35" y="66"/>
                    <a:pt x="35" y="65"/>
                    <a:pt x="35" y="65"/>
                  </a:cubicBezTo>
                  <a:cubicBezTo>
                    <a:pt x="35" y="64"/>
                    <a:pt x="36" y="64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2"/>
                  </a:cubicBezTo>
                  <a:cubicBezTo>
                    <a:pt x="36" y="62"/>
                    <a:pt x="36" y="62"/>
                    <a:pt x="36" y="61"/>
                  </a:cubicBezTo>
                  <a:cubicBezTo>
                    <a:pt x="36" y="59"/>
                    <a:pt x="35" y="57"/>
                    <a:pt x="34" y="55"/>
                  </a:cubicBezTo>
                  <a:cubicBezTo>
                    <a:pt x="34" y="55"/>
                    <a:pt x="33" y="54"/>
                    <a:pt x="33" y="54"/>
                  </a:cubicBezTo>
                  <a:cubicBezTo>
                    <a:pt x="33" y="52"/>
                    <a:pt x="32" y="51"/>
                    <a:pt x="31" y="50"/>
                  </a:cubicBezTo>
                  <a:cubicBezTo>
                    <a:pt x="31" y="50"/>
                    <a:pt x="31" y="49"/>
                    <a:pt x="31" y="48"/>
                  </a:cubicBezTo>
                  <a:cubicBezTo>
                    <a:pt x="31" y="48"/>
                    <a:pt x="30" y="47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4"/>
                    <a:pt x="29" y="44"/>
                  </a:cubicBezTo>
                  <a:cubicBezTo>
                    <a:pt x="29" y="43"/>
                    <a:pt x="29" y="43"/>
                    <a:pt x="28" y="42"/>
                  </a:cubicBezTo>
                  <a:cubicBezTo>
                    <a:pt x="28" y="42"/>
                    <a:pt x="28" y="41"/>
                    <a:pt x="28" y="41"/>
                  </a:cubicBezTo>
                  <a:cubicBezTo>
                    <a:pt x="27" y="40"/>
                    <a:pt x="25" y="40"/>
                    <a:pt x="24" y="40"/>
                  </a:cubicBezTo>
                  <a:cubicBezTo>
                    <a:pt x="24" y="40"/>
                    <a:pt x="24" y="40"/>
                    <a:pt x="23" y="39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2"/>
                    <a:pt x="23" y="42"/>
                  </a:cubicBezTo>
                  <a:cubicBezTo>
                    <a:pt x="23" y="43"/>
                    <a:pt x="23" y="43"/>
                    <a:pt x="23" y="44"/>
                  </a:cubicBezTo>
                  <a:cubicBezTo>
                    <a:pt x="23" y="44"/>
                    <a:pt x="23" y="44"/>
                    <a:pt x="23" y="45"/>
                  </a:cubicBezTo>
                  <a:cubicBezTo>
                    <a:pt x="23" y="45"/>
                    <a:pt x="23" y="46"/>
                    <a:pt x="23" y="46"/>
                  </a:cubicBezTo>
                  <a:cubicBezTo>
                    <a:pt x="23" y="48"/>
                    <a:pt x="23" y="50"/>
                    <a:pt x="23" y="52"/>
                  </a:cubicBezTo>
                  <a:cubicBezTo>
                    <a:pt x="23" y="53"/>
                    <a:pt x="23" y="53"/>
                    <a:pt x="23" y="54"/>
                  </a:cubicBezTo>
                  <a:cubicBezTo>
                    <a:pt x="23" y="54"/>
                    <a:pt x="23" y="55"/>
                    <a:pt x="24" y="55"/>
                  </a:cubicBezTo>
                  <a:cubicBezTo>
                    <a:pt x="24" y="56"/>
                    <a:pt x="23" y="57"/>
                    <a:pt x="23" y="58"/>
                  </a:cubicBezTo>
                  <a:cubicBezTo>
                    <a:pt x="23" y="59"/>
                    <a:pt x="23" y="61"/>
                    <a:pt x="24" y="62"/>
                  </a:cubicBezTo>
                  <a:cubicBezTo>
                    <a:pt x="24" y="62"/>
                    <a:pt x="24" y="63"/>
                    <a:pt x="24" y="63"/>
                  </a:cubicBezTo>
                  <a:cubicBezTo>
                    <a:pt x="24" y="64"/>
                    <a:pt x="23" y="65"/>
                    <a:pt x="23" y="67"/>
                  </a:cubicBezTo>
                  <a:cubicBezTo>
                    <a:pt x="23" y="67"/>
                    <a:pt x="24" y="68"/>
                    <a:pt x="24" y="68"/>
                  </a:cubicBezTo>
                  <a:cubicBezTo>
                    <a:pt x="24" y="69"/>
                    <a:pt x="23" y="69"/>
                    <a:pt x="23" y="70"/>
                  </a:cubicBezTo>
                  <a:cubicBezTo>
                    <a:pt x="23" y="71"/>
                    <a:pt x="23" y="71"/>
                    <a:pt x="22" y="72"/>
                  </a:cubicBezTo>
                  <a:cubicBezTo>
                    <a:pt x="22" y="73"/>
                    <a:pt x="22" y="74"/>
                    <a:pt x="21" y="75"/>
                  </a:cubicBezTo>
                  <a:cubicBezTo>
                    <a:pt x="21" y="75"/>
                    <a:pt x="21" y="76"/>
                    <a:pt x="20" y="77"/>
                  </a:cubicBezTo>
                  <a:cubicBezTo>
                    <a:pt x="19" y="77"/>
                    <a:pt x="18" y="77"/>
                    <a:pt x="17" y="77"/>
                  </a:cubicBezTo>
                  <a:cubicBezTo>
                    <a:pt x="16" y="77"/>
                    <a:pt x="16" y="77"/>
                    <a:pt x="15" y="77"/>
                  </a:cubicBezTo>
                  <a:cubicBezTo>
                    <a:pt x="14" y="77"/>
                    <a:pt x="13" y="78"/>
                    <a:pt x="12" y="77"/>
                  </a:cubicBezTo>
                  <a:cubicBezTo>
                    <a:pt x="11" y="77"/>
                    <a:pt x="10" y="75"/>
                    <a:pt x="10" y="74"/>
                  </a:cubicBezTo>
                  <a:cubicBezTo>
                    <a:pt x="10" y="74"/>
                    <a:pt x="10" y="74"/>
                    <a:pt x="10" y="73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8" y="71"/>
                    <a:pt x="8" y="70"/>
                    <a:pt x="8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6" y="66"/>
                    <a:pt x="6" y="66"/>
                    <a:pt x="6" y="65"/>
                  </a:cubicBezTo>
                  <a:cubicBezTo>
                    <a:pt x="5" y="64"/>
                    <a:pt x="5" y="63"/>
                    <a:pt x="5" y="62"/>
                  </a:cubicBezTo>
                  <a:cubicBezTo>
                    <a:pt x="4" y="61"/>
                    <a:pt x="4" y="60"/>
                    <a:pt x="4" y="60"/>
                  </a:cubicBezTo>
                  <a:cubicBezTo>
                    <a:pt x="3" y="59"/>
                    <a:pt x="3" y="58"/>
                    <a:pt x="2" y="57"/>
                  </a:cubicBezTo>
                  <a:cubicBezTo>
                    <a:pt x="2" y="56"/>
                    <a:pt x="2" y="55"/>
                    <a:pt x="2" y="54"/>
                  </a:cubicBezTo>
                  <a:cubicBezTo>
                    <a:pt x="2" y="53"/>
                    <a:pt x="1" y="53"/>
                    <a:pt x="1" y="52"/>
                  </a:cubicBezTo>
                  <a:cubicBezTo>
                    <a:pt x="1" y="52"/>
                    <a:pt x="1" y="51"/>
                    <a:pt x="1" y="51"/>
                  </a:cubicBezTo>
                  <a:cubicBezTo>
                    <a:pt x="1" y="50"/>
                    <a:pt x="1" y="48"/>
                    <a:pt x="0" y="47"/>
                  </a:cubicBezTo>
                  <a:cubicBezTo>
                    <a:pt x="0" y="46"/>
                    <a:pt x="0" y="45"/>
                    <a:pt x="0" y="44"/>
                  </a:cubicBezTo>
                  <a:cubicBezTo>
                    <a:pt x="0" y="44"/>
                    <a:pt x="0" y="44"/>
                    <a:pt x="0" y="43"/>
                  </a:cubicBezTo>
                  <a:cubicBezTo>
                    <a:pt x="0" y="43"/>
                    <a:pt x="0" y="42"/>
                    <a:pt x="0" y="42"/>
                  </a:cubicBezTo>
                  <a:cubicBezTo>
                    <a:pt x="0" y="41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1" y="39"/>
                    <a:pt x="1" y="38"/>
                    <a:pt x="2" y="39"/>
                  </a:cubicBezTo>
                  <a:cubicBezTo>
                    <a:pt x="4" y="40"/>
                    <a:pt x="4" y="43"/>
                    <a:pt x="5" y="44"/>
                  </a:cubicBezTo>
                  <a:cubicBezTo>
                    <a:pt x="6" y="45"/>
                    <a:pt x="7" y="47"/>
                    <a:pt x="8" y="48"/>
                  </a:cubicBezTo>
                  <a:cubicBezTo>
                    <a:pt x="8" y="48"/>
                    <a:pt x="8" y="49"/>
                    <a:pt x="8" y="49"/>
                  </a:cubicBezTo>
                  <a:cubicBezTo>
                    <a:pt x="9" y="50"/>
                    <a:pt x="9" y="50"/>
                    <a:pt x="10" y="51"/>
                  </a:cubicBezTo>
                  <a:cubicBezTo>
                    <a:pt x="11" y="52"/>
                    <a:pt x="11" y="53"/>
                    <a:pt x="12" y="54"/>
                  </a:cubicBezTo>
                  <a:cubicBezTo>
                    <a:pt x="12" y="55"/>
                    <a:pt x="12" y="56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2"/>
                    <a:pt x="13" y="51"/>
                    <a:pt x="13" y="51"/>
                  </a:cubicBezTo>
                  <a:cubicBezTo>
                    <a:pt x="13" y="50"/>
                    <a:pt x="13" y="50"/>
                    <a:pt x="13" y="49"/>
                  </a:cubicBezTo>
                  <a:cubicBezTo>
                    <a:pt x="13" y="49"/>
                    <a:pt x="13" y="48"/>
                    <a:pt x="13" y="48"/>
                  </a:cubicBezTo>
                  <a:cubicBezTo>
                    <a:pt x="14" y="46"/>
                    <a:pt x="14" y="45"/>
                    <a:pt x="14" y="43"/>
                  </a:cubicBezTo>
                  <a:cubicBezTo>
                    <a:pt x="14" y="42"/>
                    <a:pt x="14" y="41"/>
                    <a:pt x="14" y="39"/>
                  </a:cubicBezTo>
                  <a:cubicBezTo>
                    <a:pt x="14" y="39"/>
                    <a:pt x="14" y="38"/>
                    <a:pt x="14" y="38"/>
                  </a:cubicBezTo>
                  <a:cubicBezTo>
                    <a:pt x="14" y="37"/>
                    <a:pt x="14" y="37"/>
                    <a:pt x="15" y="37"/>
                  </a:cubicBezTo>
                  <a:cubicBezTo>
                    <a:pt x="15" y="37"/>
                    <a:pt x="15" y="36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2" y="31"/>
                    <a:pt x="11" y="31"/>
                  </a:cubicBezTo>
                  <a:cubicBezTo>
                    <a:pt x="11" y="30"/>
                    <a:pt x="10" y="30"/>
                    <a:pt x="10" y="30"/>
                  </a:cubicBezTo>
                  <a:cubicBezTo>
                    <a:pt x="9" y="30"/>
                    <a:pt x="9" y="29"/>
                    <a:pt x="9" y="28"/>
                  </a:cubicBezTo>
                  <a:cubicBezTo>
                    <a:pt x="8" y="27"/>
                    <a:pt x="8" y="26"/>
                    <a:pt x="7" y="25"/>
                  </a:cubicBezTo>
                  <a:cubicBezTo>
                    <a:pt x="7" y="25"/>
                    <a:pt x="7" y="24"/>
                    <a:pt x="6" y="23"/>
                  </a:cubicBezTo>
                  <a:cubicBezTo>
                    <a:pt x="6" y="22"/>
                    <a:pt x="4" y="21"/>
                    <a:pt x="4" y="20"/>
                  </a:cubicBezTo>
                  <a:cubicBezTo>
                    <a:pt x="4" y="20"/>
                    <a:pt x="4" y="19"/>
                    <a:pt x="4" y="19"/>
                  </a:cubicBezTo>
                  <a:cubicBezTo>
                    <a:pt x="4" y="18"/>
                    <a:pt x="4" y="18"/>
                    <a:pt x="3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3" y="15"/>
                    <a:pt x="3" y="15"/>
                    <a:pt x="3" y="14"/>
                  </a:cubicBezTo>
                  <a:cubicBezTo>
                    <a:pt x="3" y="14"/>
                    <a:pt x="3" y="13"/>
                    <a:pt x="2" y="13"/>
                  </a:cubicBezTo>
                  <a:cubicBezTo>
                    <a:pt x="2" y="13"/>
                    <a:pt x="2" y="12"/>
                    <a:pt x="2" y="12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2" y="9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Freeform 10"/>
            <p:cNvSpPr>
              <a:spLocks noEditPoints="1"/>
            </p:cNvSpPr>
            <p:nvPr/>
          </p:nvSpPr>
          <p:spPr bwMode="auto">
            <a:xfrm>
              <a:off x="6569075" y="2411413"/>
              <a:ext cx="277813" cy="306388"/>
            </a:xfrm>
            <a:custGeom>
              <a:avLst/>
              <a:gdLst>
                <a:gd name="T0" fmla="*/ 16 w 102"/>
                <a:gd name="T1" fmla="*/ 44 h 112"/>
                <a:gd name="T2" fmla="*/ 74 w 102"/>
                <a:gd name="T3" fmla="*/ 56 h 112"/>
                <a:gd name="T4" fmla="*/ 71 w 102"/>
                <a:gd name="T5" fmla="*/ 62 h 112"/>
                <a:gd name="T6" fmla="*/ 78 w 102"/>
                <a:gd name="T7" fmla="*/ 59 h 112"/>
                <a:gd name="T8" fmla="*/ 61 w 102"/>
                <a:gd name="T9" fmla="*/ 14 h 112"/>
                <a:gd name="T10" fmla="*/ 96 w 102"/>
                <a:gd name="T11" fmla="*/ 19 h 112"/>
                <a:gd name="T12" fmla="*/ 97 w 102"/>
                <a:gd name="T13" fmla="*/ 24 h 112"/>
                <a:gd name="T14" fmla="*/ 93 w 102"/>
                <a:gd name="T15" fmla="*/ 31 h 112"/>
                <a:gd name="T16" fmla="*/ 96 w 102"/>
                <a:gd name="T17" fmla="*/ 33 h 112"/>
                <a:gd name="T18" fmla="*/ 97 w 102"/>
                <a:gd name="T19" fmla="*/ 40 h 112"/>
                <a:gd name="T20" fmla="*/ 86 w 102"/>
                <a:gd name="T21" fmla="*/ 42 h 112"/>
                <a:gd name="T22" fmla="*/ 78 w 102"/>
                <a:gd name="T23" fmla="*/ 43 h 112"/>
                <a:gd name="T24" fmla="*/ 70 w 102"/>
                <a:gd name="T25" fmla="*/ 49 h 112"/>
                <a:gd name="T26" fmla="*/ 86 w 102"/>
                <a:gd name="T27" fmla="*/ 54 h 112"/>
                <a:gd name="T28" fmla="*/ 84 w 102"/>
                <a:gd name="T29" fmla="*/ 64 h 112"/>
                <a:gd name="T30" fmla="*/ 75 w 102"/>
                <a:gd name="T31" fmla="*/ 70 h 112"/>
                <a:gd name="T32" fmla="*/ 76 w 102"/>
                <a:gd name="T33" fmla="*/ 76 h 112"/>
                <a:gd name="T34" fmla="*/ 78 w 102"/>
                <a:gd name="T35" fmla="*/ 87 h 112"/>
                <a:gd name="T36" fmla="*/ 81 w 102"/>
                <a:gd name="T37" fmla="*/ 94 h 112"/>
                <a:gd name="T38" fmla="*/ 77 w 102"/>
                <a:gd name="T39" fmla="*/ 109 h 112"/>
                <a:gd name="T40" fmla="*/ 76 w 102"/>
                <a:gd name="T41" fmla="*/ 111 h 112"/>
                <a:gd name="T42" fmla="*/ 71 w 102"/>
                <a:gd name="T43" fmla="*/ 99 h 112"/>
                <a:gd name="T44" fmla="*/ 68 w 102"/>
                <a:gd name="T45" fmla="*/ 80 h 112"/>
                <a:gd name="T46" fmla="*/ 68 w 102"/>
                <a:gd name="T47" fmla="*/ 76 h 112"/>
                <a:gd name="T48" fmla="*/ 59 w 102"/>
                <a:gd name="T49" fmla="*/ 72 h 112"/>
                <a:gd name="T50" fmla="*/ 39 w 102"/>
                <a:gd name="T51" fmla="*/ 62 h 112"/>
                <a:gd name="T52" fmla="*/ 45 w 102"/>
                <a:gd name="T53" fmla="*/ 54 h 112"/>
                <a:gd name="T54" fmla="*/ 54 w 102"/>
                <a:gd name="T55" fmla="*/ 66 h 112"/>
                <a:gd name="T56" fmla="*/ 64 w 102"/>
                <a:gd name="T57" fmla="*/ 63 h 112"/>
                <a:gd name="T58" fmla="*/ 54 w 102"/>
                <a:gd name="T59" fmla="*/ 50 h 112"/>
                <a:gd name="T60" fmla="*/ 64 w 102"/>
                <a:gd name="T61" fmla="*/ 43 h 112"/>
                <a:gd name="T62" fmla="*/ 58 w 102"/>
                <a:gd name="T63" fmla="*/ 40 h 112"/>
                <a:gd name="T64" fmla="*/ 45 w 102"/>
                <a:gd name="T65" fmla="*/ 38 h 112"/>
                <a:gd name="T66" fmla="*/ 30 w 102"/>
                <a:gd name="T67" fmla="*/ 41 h 112"/>
                <a:gd name="T68" fmla="*/ 18 w 102"/>
                <a:gd name="T69" fmla="*/ 54 h 112"/>
                <a:gd name="T70" fmla="*/ 10 w 102"/>
                <a:gd name="T71" fmla="*/ 57 h 112"/>
                <a:gd name="T72" fmla="*/ 10 w 102"/>
                <a:gd name="T73" fmla="*/ 46 h 112"/>
                <a:gd name="T74" fmla="*/ 10 w 102"/>
                <a:gd name="T75" fmla="*/ 38 h 112"/>
                <a:gd name="T76" fmla="*/ 4 w 102"/>
                <a:gd name="T77" fmla="*/ 34 h 112"/>
                <a:gd name="T78" fmla="*/ 2 w 102"/>
                <a:gd name="T79" fmla="*/ 25 h 112"/>
                <a:gd name="T80" fmla="*/ 17 w 102"/>
                <a:gd name="T81" fmla="*/ 28 h 112"/>
                <a:gd name="T82" fmla="*/ 26 w 102"/>
                <a:gd name="T83" fmla="*/ 29 h 112"/>
                <a:gd name="T84" fmla="*/ 36 w 102"/>
                <a:gd name="T85" fmla="*/ 27 h 112"/>
                <a:gd name="T86" fmla="*/ 35 w 102"/>
                <a:gd name="T87" fmla="*/ 20 h 112"/>
                <a:gd name="T88" fmla="*/ 30 w 102"/>
                <a:gd name="T89" fmla="*/ 12 h 112"/>
                <a:gd name="T90" fmla="*/ 40 w 102"/>
                <a:gd name="T91" fmla="*/ 13 h 112"/>
                <a:gd name="T92" fmla="*/ 48 w 102"/>
                <a:gd name="T93" fmla="*/ 14 h 112"/>
                <a:gd name="T94" fmla="*/ 63 w 102"/>
                <a:gd name="T95" fmla="*/ 4 h 112"/>
                <a:gd name="T96" fmla="*/ 71 w 102"/>
                <a:gd name="T97" fmla="*/ 0 h 112"/>
                <a:gd name="T98" fmla="*/ 72 w 102"/>
                <a:gd name="T99" fmla="*/ 12 h 112"/>
                <a:gd name="T100" fmla="*/ 72 w 102"/>
                <a:gd name="T101" fmla="*/ 14 h 112"/>
                <a:gd name="T102" fmla="*/ 68 w 102"/>
                <a:gd name="T103" fmla="*/ 21 h 112"/>
                <a:gd name="T104" fmla="*/ 52 w 102"/>
                <a:gd name="T105" fmla="*/ 25 h 112"/>
                <a:gd name="T106" fmla="*/ 49 w 102"/>
                <a:gd name="T107" fmla="*/ 31 h 112"/>
                <a:gd name="T108" fmla="*/ 58 w 102"/>
                <a:gd name="T109" fmla="*/ 32 h 112"/>
                <a:gd name="T110" fmla="*/ 72 w 102"/>
                <a:gd name="T111" fmla="*/ 32 h 112"/>
                <a:gd name="T112" fmla="*/ 83 w 102"/>
                <a:gd name="T113" fmla="*/ 28 h 112"/>
                <a:gd name="T114" fmla="*/ 94 w 102"/>
                <a:gd name="T115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2" h="112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20" y="38"/>
                  </a:moveTo>
                  <a:cubicBezTo>
                    <a:pt x="20" y="38"/>
                    <a:pt x="14" y="38"/>
                    <a:pt x="14" y="39"/>
                  </a:cubicBezTo>
                  <a:cubicBezTo>
                    <a:pt x="14" y="40"/>
                    <a:pt x="14" y="41"/>
                    <a:pt x="15" y="41"/>
                  </a:cubicBezTo>
                  <a:cubicBezTo>
                    <a:pt x="15" y="42"/>
                    <a:pt x="15" y="43"/>
                    <a:pt x="16" y="44"/>
                  </a:cubicBezTo>
                  <a:cubicBezTo>
                    <a:pt x="16" y="44"/>
                    <a:pt x="17" y="43"/>
                    <a:pt x="17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20" y="41"/>
                    <a:pt x="21" y="40"/>
                    <a:pt x="21" y="40"/>
                  </a:cubicBezTo>
                  <a:cubicBezTo>
                    <a:pt x="21" y="38"/>
                    <a:pt x="21" y="39"/>
                    <a:pt x="20" y="38"/>
                  </a:cubicBezTo>
                  <a:close/>
                  <a:moveTo>
                    <a:pt x="78" y="57"/>
                  </a:moveTo>
                  <a:cubicBezTo>
                    <a:pt x="77" y="57"/>
                    <a:pt x="77" y="57"/>
                    <a:pt x="76" y="56"/>
                  </a:cubicBezTo>
                  <a:cubicBezTo>
                    <a:pt x="76" y="56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2" y="56"/>
                    <a:pt x="72" y="56"/>
                    <a:pt x="71" y="56"/>
                  </a:cubicBezTo>
                  <a:cubicBezTo>
                    <a:pt x="71" y="56"/>
                    <a:pt x="70" y="55"/>
                    <a:pt x="70" y="55"/>
                  </a:cubicBezTo>
                  <a:cubicBezTo>
                    <a:pt x="70" y="56"/>
                    <a:pt x="69" y="56"/>
                    <a:pt x="69" y="56"/>
                  </a:cubicBezTo>
                  <a:cubicBezTo>
                    <a:pt x="69" y="57"/>
                    <a:pt x="70" y="58"/>
                    <a:pt x="69" y="58"/>
                  </a:cubicBezTo>
                  <a:cubicBezTo>
                    <a:pt x="70" y="59"/>
                    <a:pt x="70" y="60"/>
                    <a:pt x="70" y="60"/>
                  </a:cubicBezTo>
                  <a:cubicBezTo>
                    <a:pt x="71" y="61"/>
                    <a:pt x="71" y="61"/>
                    <a:pt x="71" y="62"/>
                  </a:cubicBezTo>
                  <a:cubicBezTo>
                    <a:pt x="72" y="62"/>
                    <a:pt x="72" y="63"/>
                    <a:pt x="73" y="63"/>
                  </a:cubicBezTo>
                  <a:cubicBezTo>
                    <a:pt x="73" y="63"/>
                    <a:pt x="75" y="63"/>
                    <a:pt x="75" y="63"/>
                  </a:cubicBezTo>
                  <a:cubicBezTo>
                    <a:pt x="75" y="62"/>
                    <a:pt x="76" y="62"/>
                    <a:pt x="76" y="62"/>
                  </a:cubicBezTo>
                  <a:cubicBezTo>
                    <a:pt x="77" y="62"/>
                    <a:pt x="77" y="62"/>
                    <a:pt x="77" y="61"/>
                  </a:cubicBezTo>
                  <a:cubicBezTo>
                    <a:pt x="77" y="61"/>
                    <a:pt x="78" y="61"/>
                    <a:pt x="78" y="61"/>
                  </a:cubicBezTo>
                  <a:cubicBezTo>
                    <a:pt x="78" y="61"/>
                    <a:pt x="78" y="61"/>
                    <a:pt x="79" y="60"/>
                  </a:cubicBezTo>
                  <a:cubicBezTo>
                    <a:pt x="78" y="60"/>
                    <a:pt x="79" y="59"/>
                    <a:pt x="78" y="59"/>
                  </a:cubicBezTo>
                  <a:cubicBezTo>
                    <a:pt x="78" y="58"/>
                    <a:pt x="78" y="58"/>
                    <a:pt x="78" y="57"/>
                  </a:cubicBezTo>
                  <a:close/>
                  <a:moveTo>
                    <a:pt x="64" y="11"/>
                  </a:moveTo>
                  <a:cubicBezTo>
                    <a:pt x="63" y="11"/>
                    <a:pt x="62" y="12"/>
                    <a:pt x="62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2" y="14"/>
                    <a:pt x="62" y="14"/>
                  </a:cubicBezTo>
                  <a:cubicBezTo>
                    <a:pt x="62" y="14"/>
                    <a:pt x="65" y="13"/>
                    <a:pt x="65" y="13"/>
                  </a:cubicBezTo>
                  <a:cubicBezTo>
                    <a:pt x="65" y="13"/>
                    <a:pt x="65" y="12"/>
                    <a:pt x="64" y="11"/>
                  </a:cubicBezTo>
                  <a:close/>
                  <a:moveTo>
                    <a:pt x="95" y="17"/>
                  </a:moveTo>
                  <a:cubicBezTo>
                    <a:pt x="95" y="17"/>
                    <a:pt x="96" y="18"/>
                    <a:pt x="96" y="18"/>
                  </a:cubicBez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6" y="19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8" y="24"/>
                    <a:pt x="97" y="24"/>
                  </a:cubicBezTo>
                  <a:cubicBezTo>
                    <a:pt x="97" y="25"/>
                    <a:pt x="97" y="25"/>
                    <a:pt x="97" y="26"/>
                  </a:cubicBezTo>
                  <a:cubicBezTo>
                    <a:pt x="97" y="27"/>
                    <a:pt x="94" y="29"/>
                    <a:pt x="94" y="30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94" y="30"/>
                    <a:pt x="93" y="30"/>
                    <a:pt x="93" y="30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2" y="32"/>
                  </a:cubicBezTo>
                  <a:cubicBezTo>
                    <a:pt x="92" y="32"/>
                    <a:pt x="90" y="32"/>
                    <a:pt x="90" y="32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5" y="33"/>
                    <a:pt x="96" y="33"/>
                    <a:pt x="96" y="33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9" y="33"/>
                    <a:pt x="100" y="32"/>
                    <a:pt x="100" y="31"/>
                  </a:cubicBezTo>
                  <a:cubicBezTo>
                    <a:pt x="100" y="31"/>
                    <a:pt x="101" y="31"/>
                    <a:pt x="101" y="30"/>
                  </a:cubicBezTo>
                  <a:cubicBezTo>
                    <a:pt x="101" y="30"/>
                    <a:pt x="101" y="31"/>
                    <a:pt x="101" y="31"/>
                  </a:cubicBezTo>
                  <a:cubicBezTo>
                    <a:pt x="102" y="32"/>
                    <a:pt x="101" y="37"/>
                    <a:pt x="101" y="38"/>
                  </a:cubicBezTo>
                  <a:cubicBezTo>
                    <a:pt x="100" y="38"/>
                    <a:pt x="98" y="40"/>
                    <a:pt x="97" y="40"/>
                  </a:cubicBezTo>
                  <a:cubicBezTo>
                    <a:pt x="97" y="40"/>
                    <a:pt x="95" y="40"/>
                    <a:pt x="95" y="40"/>
                  </a:cubicBezTo>
                  <a:cubicBezTo>
                    <a:pt x="95" y="40"/>
                    <a:pt x="94" y="40"/>
                    <a:pt x="94" y="40"/>
                  </a:cubicBezTo>
                  <a:cubicBezTo>
                    <a:pt x="94" y="40"/>
                    <a:pt x="94" y="40"/>
                    <a:pt x="93" y="41"/>
                  </a:cubicBezTo>
                  <a:cubicBezTo>
                    <a:pt x="93" y="41"/>
                    <a:pt x="92" y="41"/>
                    <a:pt x="92" y="41"/>
                  </a:cubicBezTo>
                  <a:cubicBezTo>
                    <a:pt x="91" y="41"/>
                    <a:pt x="91" y="42"/>
                    <a:pt x="90" y="42"/>
                  </a:cubicBezTo>
                  <a:cubicBezTo>
                    <a:pt x="89" y="42"/>
                    <a:pt x="87" y="41"/>
                    <a:pt x="86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86" y="42"/>
                    <a:pt x="85" y="42"/>
                    <a:pt x="85" y="42"/>
                  </a:cubicBezTo>
                  <a:cubicBezTo>
                    <a:pt x="84" y="41"/>
                    <a:pt x="80" y="42"/>
                    <a:pt x="79" y="43"/>
                  </a:cubicBezTo>
                  <a:cubicBezTo>
                    <a:pt x="79" y="43"/>
                    <a:pt x="79" y="43"/>
                    <a:pt x="79" y="42"/>
                  </a:cubicBezTo>
                  <a:cubicBezTo>
                    <a:pt x="79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7" y="44"/>
                    <a:pt x="75" y="44"/>
                    <a:pt x="74" y="45"/>
                  </a:cubicBezTo>
                  <a:cubicBezTo>
                    <a:pt x="74" y="45"/>
                    <a:pt x="74" y="45"/>
                    <a:pt x="73" y="45"/>
                  </a:cubicBezTo>
                  <a:cubicBezTo>
                    <a:pt x="73" y="45"/>
                    <a:pt x="72" y="45"/>
                    <a:pt x="72" y="45"/>
                  </a:cubicBezTo>
                  <a:cubicBezTo>
                    <a:pt x="71" y="45"/>
                    <a:pt x="71" y="46"/>
                    <a:pt x="71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68" y="46"/>
                    <a:pt x="66" y="48"/>
                    <a:pt x="68" y="49"/>
                  </a:cubicBezTo>
                  <a:cubicBezTo>
                    <a:pt x="69" y="49"/>
                    <a:pt x="70" y="49"/>
                    <a:pt x="70" y="49"/>
                  </a:cubicBezTo>
                  <a:cubicBezTo>
                    <a:pt x="71" y="49"/>
                    <a:pt x="74" y="50"/>
                    <a:pt x="74" y="50"/>
                  </a:cubicBezTo>
                  <a:cubicBezTo>
                    <a:pt x="75" y="50"/>
                    <a:pt x="75" y="50"/>
                    <a:pt x="74" y="50"/>
                  </a:cubicBezTo>
                  <a:cubicBezTo>
                    <a:pt x="75" y="50"/>
                    <a:pt x="75" y="51"/>
                    <a:pt x="75" y="51"/>
                  </a:cubicBezTo>
                  <a:cubicBezTo>
                    <a:pt x="76" y="51"/>
                    <a:pt x="81" y="53"/>
                    <a:pt x="82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3"/>
                    <a:pt x="84" y="53"/>
                    <a:pt x="85" y="53"/>
                  </a:cubicBezTo>
                  <a:cubicBezTo>
                    <a:pt x="85" y="54"/>
                    <a:pt x="85" y="54"/>
                    <a:pt x="86" y="54"/>
                  </a:cubicBezTo>
                  <a:cubicBezTo>
                    <a:pt x="86" y="54"/>
                    <a:pt x="86" y="55"/>
                    <a:pt x="87" y="55"/>
                  </a:cubicBezTo>
                  <a:cubicBezTo>
                    <a:pt x="87" y="55"/>
                    <a:pt x="88" y="55"/>
                    <a:pt x="88" y="55"/>
                  </a:cubicBezTo>
                  <a:cubicBezTo>
                    <a:pt x="88" y="55"/>
                    <a:pt x="88" y="56"/>
                    <a:pt x="88" y="56"/>
                  </a:cubicBezTo>
                  <a:cubicBezTo>
                    <a:pt x="88" y="57"/>
                    <a:pt x="88" y="57"/>
                    <a:pt x="89" y="58"/>
                  </a:cubicBezTo>
                  <a:cubicBezTo>
                    <a:pt x="89" y="59"/>
                    <a:pt x="89" y="59"/>
                    <a:pt x="88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2"/>
                    <a:pt x="85" y="63"/>
                    <a:pt x="84" y="64"/>
                  </a:cubicBezTo>
                  <a:cubicBezTo>
                    <a:pt x="84" y="64"/>
                    <a:pt x="83" y="65"/>
                    <a:pt x="83" y="66"/>
                  </a:cubicBezTo>
                  <a:cubicBezTo>
                    <a:pt x="82" y="66"/>
                    <a:pt x="81" y="66"/>
                    <a:pt x="81" y="67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7"/>
                    <a:pt x="77" y="69"/>
                    <a:pt x="77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0"/>
                    <a:pt x="76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75" y="72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6" y="74"/>
                    <a:pt x="76" y="75"/>
                    <a:pt x="76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6"/>
                    <a:pt x="76" y="76"/>
                    <a:pt x="77" y="77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8"/>
                    <a:pt x="77" y="79"/>
                    <a:pt x="77" y="80"/>
                  </a:cubicBezTo>
                  <a:cubicBezTo>
                    <a:pt x="77" y="81"/>
                    <a:pt x="78" y="82"/>
                    <a:pt x="78" y="83"/>
                  </a:cubicBezTo>
                  <a:cubicBezTo>
                    <a:pt x="78" y="84"/>
                    <a:pt x="78" y="85"/>
                    <a:pt x="78" y="86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8" y="87"/>
                    <a:pt x="78" y="88"/>
                    <a:pt x="78" y="88"/>
                  </a:cubicBezTo>
                  <a:cubicBezTo>
                    <a:pt x="78" y="88"/>
                    <a:pt x="78" y="88"/>
                    <a:pt x="79" y="87"/>
                  </a:cubicBezTo>
                  <a:cubicBezTo>
                    <a:pt x="79" y="88"/>
                    <a:pt x="79" y="89"/>
                    <a:pt x="79" y="90"/>
                  </a:cubicBezTo>
                  <a:cubicBezTo>
                    <a:pt x="79" y="90"/>
                    <a:pt x="80" y="91"/>
                    <a:pt x="80" y="91"/>
                  </a:cubicBezTo>
                  <a:cubicBezTo>
                    <a:pt x="80" y="91"/>
                    <a:pt x="80" y="92"/>
                    <a:pt x="80" y="92"/>
                  </a:cubicBezTo>
                  <a:cubicBezTo>
                    <a:pt x="80" y="93"/>
                    <a:pt x="81" y="93"/>
                    <a:pt x="81" y="94"/>
                  </a:cubicBezTo>
                  <a:cubicBezTo>
                    <a:pt x="82" y="95"/>
                    <a:pt x="81" y="96"/>
                    <a:pt x="82" y="97"/>
                  </a:cubicBezTo>
                  <a:cubicBezTo>
                    <a:pt x="82" y="98"/>
                    <a:pt x="82" y="98"/>
                    <a:pt x="82" y="99"/>
                  </a:cubicBezTo>
                  <a:cubicBezTo>
                    <a:pt x="82" y="100"/>
                    <a:pt x="82" y="101"/>
                    <a:pt x="82" y="101"/>
                  </a:cubicBezTo>
                  <a:cubicBezTo>
                    <a:pt x="82" y="102"/>
                    <a:pt x="81" y="102"/>
                    <a:pt x="81" y="103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1" y="105"/>
                    <a:pt x="78" y="109"/>
                    <a:pt x="77" y="109"/>
                  </a:cubicBezTo>
                  <a:cubicBezTo>
                    <a:pt x="77" y="109"/>
                    <a:pt x="77" y="110"/>
                    <a:pt x="77" y="110"/>
                  </a:cubicBezTo>
                  <a:cubicBezTo>
                    <a:pt x="77" y="110"/>
                    <a:pt x="76" y="110"/>
                    <a:pt x="76" y="110"/>
                  </a:cubicBezTo>
                  <a:cubicBezTo>
                    <a:pt x="76" y="111"/>
                    <a:pt x="75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2" y="111"/>
                    <a:pt x="72" y="110"/>
                  </a:cubicBezTo>
                  <a:cubicBezTo>
                    <a:pt x="72" y="110"/>
                    <a:pt x="72" y="109"/>
                    <a:pt x="72" y="109"/>
                  </a:cubicBezTo>
                  <a:cubicBezTo>
                    <a:pt x="72" y="108"/>
                    <a:pt x="73" y="107"/>
                    <a:pt x="73" y="106"/>
                  </a:cubicBezTo>
                  <a:cubicBezTo>
                    <a:pt x="72" y="105"/>
                    <a:pt x="72" y="104"/>
                    <a:pt x="72" y="103"/>
                  </a:cubicBezTo>
                  <a:cubicBezTo>
                    <a:pt x="72" y="103"/>
                    <a:pt x="72" y="102"/>
                    <a:pt x="71" y="101"/>
                  </a:cubicBezTo>
                  <a:cubicBezTo>
                    <a:pt x="71" y="101"/>
                    <a:pt x="72" y="101"/>
                    <a:pt x="72" y="100"/>
                  </a:cubicBezTo>
                  <a:cubicBezTo>
                    <a:pt x="71" y="100"/>
                    <a:pt x="71" y="99"/>
                    <a:pt x="71" y="99"/>
                  </a:cubicBezTo>
                  <a:cubicBezTo>
                    <a:pt x="71" y="98"/>
                    <a:pt x="72" y="97"/>
                    <a:pt x="72" y="96"/>
                  </a:cubicBezTo>
                  <a:cubicBezTo>
                    <a:pt x="72" y="94"/>
                    <a:pt x="71" y="93"/>
                    <a:pt x="71" y="92"/>
                  </a:cubicBezTo>
                  <a:cubicBezTo>
                    <a:pt x="71" y="91"/>
                    <a:pt x="71" y="91"/>
                    <a:pt x="71" y="90"/>
                  </a:cubicBezTo>
                  <a:cubicBezTo>
                    <a:pt x="70" y="89"/>
                    <a:pt x="70" y="88"/>
                    <a:pt x="70" y="87"/>
                  </a:cubicBezTo>
                  <a:cubicBezTo>
                    <a:pt x="70" y="87"/>
                    <a:pt x="69" y="86"/>
                    <a:pt x="69" y="85"/>
                  </a:cubicBezTo>
                  <a:cubicBezTo>
                    <a:pt x="69" y="84"/>
                    <a:pt x="69" y="83"/>
                    <a:pt x="69" y="82"/>
                  </a:cubicBezTo>
                  <a:cubicBezTo>
                    <a:pt x="69" y="81"/>
                    <a:pt x="69" y="81"/>
                    <a:pt x="6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9" y="80"/>
                  </a:cubicBezTo>
                  <a:cubicBezTo>
                    <a:pt x="69" y="80"/>
                    <a:pt x="68" y="80"/>
                    <a:pt x="68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8" y="80"/>
                    <a:pt x="68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6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7" y="76"/>
                    <a:pt x="67" y="75"/>
                    <a:pt x="67" y="75"/>
                  </a:cubicBezTo>
                  <a:cubicBezTo>
                    <a:pt x="67" y="74"/>
                    <a:pt x="67" y="73"/>
                    <a:pt x="67" y="73"/>
                  </a:cubicBezTo>
                  <a:cubicBezTo>
                    <a:pt x="66" y="73"/>
                    <a:pt x="66" y="72"/>
                    <a:pt x="65" y="72"/>
                  </a:cubicBezTo>
                  <a:cubicBezTo>
                    <a:pt x="65" y="72"/>
                    <a:pt x="65" y="72"/>
                    <a:pt x="64" y="72"/>
                  </a:cubicBezTo>
                  <a:cubicBezTo>
                    <a:pt x="63" y="72"/>
                    <a:pt x="62" y="72"/>
                    <a:pt x="61" y="72"/>
                  </a:cubicBezTo>
                  <a:cubicBezTo>
                    <a:pt x="61" y="72"/>
                    <a:pt x="60" y="72"/>
                    <a:pt x="59" y="72"/>
                  </a:cubicBezTo>
                  <a:cubicBezTo>
                    <a:pt x="59" y="72"/>
                    <a:pt x="57" y="72"/>
                    <a:pt x="57" y="72"/>
                  </a:cubicBezTo>
                  <a:cubicBezTo>
                    <a:pt x="56" y="73"/>
                    <a:pt x="54" y="72"/>
                    <a:pt x="53" y="72"/>
                  </a:cubicBezTo>
                  <a:cubicBezTo>
                    <a:pt x="52" y="72"/>
                    <a:pt x="52" y="73"/>
                    <a:pt x="51" y="73"/>
                  </a:cubicBezTo>
                  <a:cubicBezTo>
                    <a:pt x="50" y="72"/>
                    <a:pt x="50" y="72"/>
                    <a:pt x="49" y="72"/>
                  </a:cubicBezTo>
                  <a:cubicBezTo>
                    <a:pt x="48" y="72"/>
                    <a:pt x="48" y="72"/>
                    <a:pt x="47" y="72"/>
                  </a:cubicBezTo>
                  <a:cubicBezTo>
                    <a:pt x="46" y="71"/>
                    <a:pt x="38" y="66"/>
                    <a:pt x="40" y="64"/>
                  </a:cubicBezTo>
                  <a:cubicBezTo>
                    <a:pt x="40" y="64"/>
                    <a:pt x="39" y="63"/>
                    <a:pt x="39" y="62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60"/>
                    <a:pt x="40" y="60"/>
                    <a:pt x="40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1" y="57"/>
                    <a:pt x="41" y="56"/>
                    <a:pt x="41" y="55"/>
                  </a:cubicBezTo>
                  <a:cubicBezTo>
                    <a:pt x="41" y="55"/>
                    <a:pt x="42" y="54"/>
                    <a:pt x="42" y="54"/>
                  </a:cubicBezTo>
                  <a:cubicBezTo>
                    <a:pt x="43" y="53"/>
                    <a:pt x="43" y="51"/>
                    <a:pt x="45" y="52"/>
                  </a:cubicBezTo>
                  <a:cubicBezTo>
                    <a:pt x="45" y="52"/>
                    <a:pt x="45" y="54"/>
                    <a:pt x="45" y="54"/>
                  </a:cubicBezTo>
                  <a:cubicBezTo>
                    <a:pt x="45" y="55"/>
                    <a:pt x="45" y="57"/>
                    <a:pt x="45" y="58"/>
                  </a:cubicBezTo>
                  <a:cubicBezTo>
                    <a:pt x="46" y="58"/>
                    <a:pt x="46" y="59"/>
                    <a:pt x="46" y="60"/>
                  </a:cubicBezTo>
                  <a:cubicBezTo>
                    <a:pt x="46" y="60"/>
                    <a:pt x="46" y="61"/>
                    <a:pt x="47" y="62"/>
                  </a:cubicBezTo>
                  <a:cubicBezTo>
                    <a:pt x="47" y="62"/>
                    <a:pt x="47" y="62"/>
                    <a:pt x="47" y="63"/>
                  </a:cubicBezTo>
                  <a:cubicBezTo>
                    <a:pt x="47" y="63"/>
                    <a:pt x="48" y="63"/>
                    <a:pt x="48" y="64"/>
                  </a:cubicBezTo>
                  <a:cubicBezTo>
                    <a:pt x="49" y="64"/>
                    <a:pt x="50" y="65"/>
                    <a:pt x="51" y="66"/>
                  </a:cubicBezTo>
                  <a:cubicBezTo>
                    <a:pt x="52" y="66"/>
                    <a:pt x="53" y="66"/>
                    <a:pt x="54" y="66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5" y="66"/>
                    <a:pt x="56" y="67"/>
                    <a:pt x="58" y="66"/>
                  </a:cubicBezTo>
                  <a:cubicBezTo>
                    <a:pt x="58" y="66"/>
                    <a:pt x="59" y="66"/>
                    <a:pt x="60" y="66"/>
                  </a:cubicBezTo>
                  <a:cubicBezTo>
                    <a:pt x="60" y="65"/>
                    <a:pt x="61" y="65"/>
                    <a:pt x="62" y="65"/>
                  </a:cubicBezTo>
                  <a:cubicBezTo>
                    <a:pt x="63" y="65"/>
                    <a:pt x="63" y="65"/>
                    <a:pt x="64" y="65"/>
                  </a:cubicBezTo>
                  <a:cubicBezTo>
                    <a:pt x="64" y="65"/>
                    <a:pt x="64" y="64"/>
                    <a:pt x="64" y="64"/>
                  </a:cubicBezTo>
                  <a:cubicBezTo>
                    <a:pt x="64" y="64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62"/>
                    <a:pt x="63" y="61"/>
                    <a:pt x="63" y="60"/>
                  </a:cubicBezTo>
                  <a:cubicBezTo>
                    <a:pt x="63" y="59"/>
                    <a:pt x="62" y="59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0" y="55"/>
                    <a:pt x="54" y="51"/>
                    <a:pt x="54" y="50"/>
                  </a:cubicBezTo>
                  <a:cubicBezTo>
                    <a:pt x="53" y="50"/>
                    <a:pt x="53" y="49"/>
                    <a:pt x="54" y="49"/>
                  </a:cubicBezTo>
                  <a:cubicBezTo>
                    <a:pt x="54" y="48"/>
                    <a:pt x="56" y="46"/>
                    <a:pt x="56" y="46"/>
                  </a:cubicBezTo>
                  <a:cubicBezTo>
                    <a:pt x="57" y="45"/>
                    <a:pt x="58" y="45"/>
                    <a:pt x="58" y="45"/>
                  </a:cubicBezTo>
                  <a:cubicBezTo>
                    <a:pt x="59" y="45"/>
                    <a:pt x="59" y="45"/>
                    <a:pt x="60" y="45"/>
                  </a:cubicBezTo>
                  <a:cubicBezTo>
                    <a:pt x="60" y="45"/>
                    <a:pt x="60" y="45"/>
                    <a:pt x="61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3"/>
                    <a:pt x="63" y="43"/>
                    <a:pt x="64" y="43"/>
                  </a:cubicBezTo>
                  <a:cubicBezTo>
                    <a:pt x="64" y="43"/>
                    <a:pt x="65" y="43"/>
                    <a:pt x="65" y="42"/>
                  </a:cubicBezTo>
                  <a:cubicBezTo>
                    <a:pt x="65" y="42"/>
                    <a:pt x="65" y="42"/>
                    <a:pt x="66" y="41"/>
                  </a:cubicBezTo>
                  <a:cubicBezTo>
                    <a:pt x="65" y="41"/>
                    <a:pt x="65" y="41"/>
                    <a:pt x="64" y="41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62" y="40"/>
                    <a:pt x="62" y="40"/>
                    <a:pt x="61" y="40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8" y="40"/>
                  </a:cubicBezTo>
                  <a:cubicBezTo>
                    <a:pt x="58" y="39"/>
                    <a:pt x="57" y="39"/>
                    <a:pt x="56" y="39"/>
                  </a:cubicBezTo>
                  <a:cubicBezTo>
                    <a:pt x="55" y="39"/>
                    <a:pt x="54" y="39"/>
                    <a:pt x="52" y="39"/>
                  </a:cubicBezTo>
                  <a:cubicBezTo>
                    <a:pt x="52" y="39"/>
                    <a:pt x="51" y="39"/>
                    <a:pt x="51" y="38"/>
                  </a:cubicBezTo>
                  <a:cubicBezTo>
                    <a:pt x="51" y="38"/>
                    <a:pt x="50" y="39"/>
                    <a:pt x="50" y="39"/>
                  </a:cubicBezTo>
                  <a:cubicBezTo>
                    <a:pt x="50" y="39"/>
                    <a:pt x="49" y="39"/>
                    <a:pt x="49" y="39"/>
                  </a:cubicBezTo>
                  <a:cubicBezTo>
                    <a:pt x="48" y="38"/>
                    <a:pt x="47" y="39"/>
                    <a:pt x="46" y="38"/>
                  </a:cubicBezTo>
                  <a:cubicBezTo>
                    <a:pt x="46" y="38"/>
                    <a:pt x="45" y="38"/>
                    <a:pt x="45" y="38"/>
                  </a:cubicBezTo>
                  <a:cubicBezTo>
                    <a:pt x="44" y="38"/>
                    <a:pt x="43" y="38"/>
                    <a:pt x="42" y="38"/>
                  </a:cubicBezTo>
                  <a:cubicBezTo>
                    <a:pt x="42" y="38"/>
                    <a:pt x="41" y="38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8" y="38"/>
                    <a:pt x="37" y="38"/>
                    <a:pt x="36" y="38"/>
                  </a:cubicBezTo>
                  <a:cubicBezTo>
                    <a:pt x="36" y="38"/>
                    <a:pt x="35" y="38"/>
                    <a:pt x="34" y="38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2" y="40"/>
                    <a:pt x="31" y="40"/>
                    <a:pt x="30" y="41"/>
                  </a:cubicBezTo>
                  <a:cubicBezTo>
                    <a:pt x="29" y="41"/>
                    <a:pt x="29" y="42"/>
                    <a:pt x="28" y="43"/>
                  </a:cubicBezTo>
                  <a:cubicBezTo>
                    <a:pt x="27" y="44"/>
                    <a:pt x="26" y="46"/>
                    <a:pt x="24" y="48"/>
                  </a:cubicBezTo>
                  <a:cubicBezTo>
                    <a:pt x="23" y="49"/>
                    <a:pt x="22" y="50"/>
                    <a:pt x="21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7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6"/>
                    <a:pt x="16" y="56"/>
                  </a:cubicBezTo>
                  <a:cubicBezTo>
                    <a:pt x="16" y="56"/>
                    <a:pt x="15" y="56"/>
                    <a:pt x="15" y="56"/>
                  </a:cubicBezTo>
                  <a:cubicBezTo>
                    <a:pt x="15" y="57"/>
                    <a:pt x="15" y="57"/>
                    <a:pt x="14" y="57"/>
                  </a:cubicBezTo>
                  <a:cubicBezTo>
                    <a:pt x="14" y="57"/>
                    <a:pt x="13" y="57"/>
                    <a:pt x="12" y="57"/>
                  </a:cubicBezTo>
                  <a:cubicBezTo>
                    <a:pt x="11" y="57"/>
                    <a:pt x="11" y="57"/>
                    <a:pt x="10" y="57"/>
                  </a:cubicBezTo>
                  <a:cubicBezTo>
                    <a:pt x="9" y="57"/>
                    <a:pt x="9" y="56"/>
                    <a:pt x="8" y="56"/>
                  </a:cubicBezTo>
                  <a:cubicBezTo>
                    <a:pt x="8" y="55"/>
                    <a:pt x="7" y="54"/>
                    <a:pt x="7" y="54"/>
                  </a:cubicBezTo>
                  <a:cubicBezTo>
                    <a:pt x="7" y="53"/>
                    <a:pt x="8" y="52"/>
                    <a:pt x="8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9" y="50"/>
                    <a:pt x="9" y="50"/>
                    <a:pt x="9" y="49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10" y="47"/>
                    <a:pt x="9" y="46"/>
                    <a:pt x="10" y="46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4"/>
                    <a:pt x="10" y="44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2" y="42"/>
                    <a:pt x="12" y="41"/>
                  </a:cubicBezTo>
                  <a:cubicBezTo>
                    <a:pt x="12" y="41"/>
                    <a:pt x="12" y="40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1" y="38"/>
                    <a:pt x="10" y="38"/>
                  </a:cubicBezTo>
                  <a:cubicBezTo>
                    <a:pt x="9" y="38"/>
                    <a:pt x="9" y="38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6" y="36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4"/>
                    <a:pt x="4" y="34"/>
                  </a:cubicBezTo>
                  <a:cubicBezTo>
                    <a:pt x="3" y="33"/>
                    <a:pt x="3" y="32"/>
                    <a:pt x="2" y="31"/>
                  </a:cubicBezTo>
                  <a:cubicBezTo>
                    <a:pt x="2" y="31"/>
                    <a:pt x="2" y="30"/>
                    <a:pt x="2" y="30"/>
                  </a:cubicBezTo>
                  <a:cubicBezTo>
                    <a:pt x="1" y="29"/>
                    <a:pt x="1" y="29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6"/>
                    <a:pt x="0" y="26"/>
                  </a:cubicBezTo>
                  <a:cubicBezTo>
                    <a:pt x="1" y="26"/>
                    <a:pt x="1" y="25"/>
                    <a:pt x="2" y="26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3" y="26"/>
                    <a:pt x="4" y="26"/>
                    <a:pt x="5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8"/>
                    <a:pt x="12" y="29"/>
                    <a:pt x="12" y="29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5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5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7" y="29"/>
                    <a:pt x="27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9" y="29"/>
                    <a:pt x="29" y="29"/>
                  </a:cubicBezTo>
                  <a:cubicBezTo>
                    <a:pt x="29" y="29"/>
                    <a:pt x="32" y="29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4" y="28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7" y="26"/>
                    <a:pt x="37" y="26"/>
                  </a:cubicBezTo>
                  <a:cubicBezTo>
                    <a:pt x="37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4"/>
                    <a:pt x="39" y="23"/>
                    <a:pt x="39" y="22"/>
                  </a:cubicBezTo>
                  <a:cubicBezTo>
                    <a:pt x="39" y="22"/>
                    <a:pt x="38" y="21"/>
                    <a:pt x="37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6" y="21"/>
                    <a:pt x="35" y="20"/>
                    <a:pt x="35" y="20"/>
                  </a:cubicBezTo>
                  <a:cubicBezTo>
                    <a:pt x="34" y="20"/>
                    <a:pt x="33" y="20"/>
                    <a:pt x="33" y="20"/>
                  </a:cubicBezTo>
                  <a:cubicBezTo>
                    <a:pt x="32" y="20"/>
                    <a:pt x="32" y="20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0" y="19"/>
                    <a:pt x="30" y="18"/>
                  </a:cubicBezTo>
                  <a:cubicBezTo>
                    <a:pt x="30" y="18"/>
                    <a:pt x="31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0" y="15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1"/>
                    <a:pt x="31" y="11"/>
                    <a:pt x="32" y="12"/>
                  </a:cubicBezTo>
                  <a:cubicBezTo>
                    <a:pt x="33" y="12"/>
                    <a:pt x="33" y="11"/>
                    <a:pt x="34" y="12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6" y="12"/>
                    <a:pt x="36" y="12"/>
                    <a:pt x="37" y="12"/>
                  </a:cubicBezTo>
                  <a:cubicBezTo>
                    <a:pt x="37" y="12"/>
                    <a:pt x="38" y="12"/>
                    <a:pt x="39" y="13"/>
                  </a:cubicBezTo>
                  <a:cubicBezTo>
                    <a:pt x="39" y="13"/>
                    <a:pt x="40" y="13"/>
                    <a:pt x="40" y="13"/>
                  </a:cubicBezTo>
                  <a:cubicBezTo>
                    <a:pt x="40" y="13"/>
                    <a:pt x="41" y="13"/>
                    <a:pt x="41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3"/>
                    <a:pt x="43" y="13"/>
                    <a:pt x="44" y="13"/>
                  </a:cubicBezTo>
                  <a:cubicBezTo>
                    <a:pt x="45" y="13"/>
                    <a:pt x="45" y="14"/>
                    <a:pt x="46" y="14"/>
                  </a:cubicBezTo>
                  <a:cubicBezTo>
                    <a:pt x="47" y="14"/>
                    <a:pt x="48" y="13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50" y="14"/>
                    <a:pt x="51" y="14"/>
                  </a:cubicBezTo>
                  <a:cubicBezTo>
                    <a:pt x="51" y="14"/>
                    <a:pt x="51" y="13"/>
                    <a:pt x="51" y="13"/>
                  </a:cubicBezTo>
                  <a:cubicBezTo>
                    <a:pt x="52" y="13"/>
                    <a:pt x="52" y="12"/>
                    <a:pt x="53" y="12"/>
                  </a:cubicBezTo>
                  <a:cubicBezTo>
                    <a:pt x="53" y="11"/>
                    <a:pt x="54" y="11"/>
                    <a:pt x="55" y="11"/>
                  </a:cubicBezTo>
                  <a:cubicBezTo>
                    <a:pt x="56" y="10"/>
                    <a:pt x="56" y="9"/>
                    <a:pt x="57" y="8"/>
                  </a:cubicBezTo>
                  <a:cubicBezTo>
                    <a:pt x="58" y="7"/>
                    <a:pt x="59" y="7"/>
                    <a:pt x="60" y="7"/>
                  </a:cubicBezTo>
                  <a:cubicBezTo>
                    <a:pt x="62" y="5"/>
                    <a:pt x="61" y="4"/>
                    <a:pt x="63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3"/>
                    <a:pt x="65" y="3"/>
                  </a:cubicBezTo>
                  <a:cubicBezTo>
                    <a:pt x="65" y="3"/>
                    <a:pt x="66" y="2"/>
                    <a:pt x="67" y="2"/>
                  </a:cubicBezTo>
                  <a:cubicBezTo>
                    <a:pt x="67" y="1"/>
                    <a:pt x="67" y="1"/>
                    <a:pt x="68" y="1"/>
                  </a:cubicBezTo>
                  <a:cubicBezTo>
                    <a:pt x="69" y="1"/>
                    <a:pt x="70" y="1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71" y="0"/>
                    <a:pt x="71" y="0"/>
                  </a:cubicBezTo>
                  <a:cubicBezTo>
                    <a:pt x="72" y="1"/>
                    <a:pt x="72" y="2"/>
                    <a:pt x="72" y="2"/>
                  </a:cubicBezTo>
                  <a:cubicBezTo>
                    <a:pt x="71" y="3"/>
                    <a:pt x="71" y="7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1" y="9"/>
                    <a:pt x="71" y="9"/>
                  </a:cubicBezTo>
                  <a:cubicBezTo>
                    <a:pt x="71" y="9"/>
                    <a:pt x="71" y="10"/>
                    <a:pt x="72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1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3"/>
                    <a:pt x="72" y="13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6"/>
                    <a:pt x="72" y="16"/>
                    <a:pt x="73" y="17"/>
                  </a:cubicBezTo>
                  <a:cubicBezTo>
                    <a:pt x="72" y="18"/>
                    <a:pt x="72" y="20"/>
                    <a:pt x="70" y="21"/>
                  </a:cubicBezTo>
                  <a:cubicBezTo>
                    <a:pt x="69" y="21"/>
                    <a:pt x="69" y="21"/>
                    <a:pt x="68" y="21"/>
                  </a:cubicBezTo>
                  <a:cubicBezTo>
                    <a:pt x="68" y="21"/>
                    <a:pt x="68" y="21"/>
                    <a:pt x="68" y="2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7" y="21"/>
                    <a:pt x="66" y="21"/>
                    <a:pt x="66" y="21"/>
                  </a:cubicBezTo>
                  <a:cubicBezTo>
                    <a:pt x="66" y="21"/>
                    <a:pt x="65" y="22"/>
                    <a:pt x="65" y="22"/>
                  </a:cubicBezTo>
                  <a:cubicBezTo>
                    <a:pt x="64" y="22"/>
                    <a:pt x="61" y="23"/>
                    <a:pt x="61" y="22"/>
                  </a:cubicBezTo>
                  <a:cubicBezTo>
                    <a:pt x="60" y="23"/>
                    <a:pt x="58" y="23"/>
                    <a:pt x="57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4"/>
                    <a:pt x="53" y="24"/>
                    <a:pt x="52" y="25"/>
                  </a:cubicBezTo>
                  <a:cubicBezTo>
                    <a:pt x="50" y="25"/>
                    <a:pt x="48" y="25"/>
                    <a:pt x="47" y="26"/>
                  </a:cubicBezTo>
                  <a:cubicBezTo>
                    <a:pt x="47" y="26"/>
                    <a:pt x="46" y="26"/>
                    <a:pt x="46" y="26"/>
                  </a:cubicBezTo>
                  <a:cubicBezTo>
                    <a:pt x="45" y="26"/>
                    <a:pt x="43" y="29"/>
                    <a:pt x="43" y="29"/>
                  </a:cubicBezTo>
                  <a:cubicBezTo>
                    <a:pt x="43" y="29"/>
                    <a:pt x="43" y="30"/>
                    <a:pt x="43" y="30"/>
                  </a:cubicBezTo>
                  <a:cubicBezTo>
                    <a:pt x="43" y="31"/>
                    <a:pt x="45" y="30"/>
                    <a:pt x="46" y="30"/>
                  </a:cubicBezTo>
                  <a:cubicBezTo>
                    <a:pt x="46" y="30"/>
                    <a:pt x="46" y="31"/>
                    <a:pt x="46" y="31"/>
                  </a:cubicBezTo>
                  <a:cubicBezTo>
                    <a:pt x="47" y="31"/>
                    <a:pt x="49" y="30"/>
                    <a:pt x="49" y="31"/>
                  </a:cubicBezTo>
                  <a:cubicBezTo>
                    <a:pt x="49" y="31"/>
                    <a:pt x="49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1"/>
                    <a:pt x="53" y="31"/>
                    <a:pt x="54" y="31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31"/>
                    <a:pt x="58" y="32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0" y="31"/>
                    <a:pt x="60" y="32"/>
                    <a:pt x="61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3" y="32"/>
                    <a:pt x="64" y="32"/>
                    <a:pt x="64" y="32"/>
                  </a:cubicBezTo>
                  <a:cubicBezTo>
                    <a:pt x="65" y="32"/>
                    <a:pt x="65" y="32"/>
                    <a:pt x="66" y="32"/>
                  </a:cubicBezTo>
                  <a:cubicBezTo>
                    <a:pt x="66" y="32"/>
                    <a:pt x="68" y="32"/>
                    <a:pt x="69" y="32"/>
                  </a:cubicBezTo>
                  <a:cubicBezTo>
                    <a:pt x="70" y="33"/>
                    <a:pt x="72" y="32"/>
                    <a:pt x="72" y="32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4" y="32"/>
                    <a:pt x="76" y="33"/>
                    <a:pt x="77" y="32"/>
                  </a:cubicBezTo>
                  <a:cubicBezTo>
                    <a:pt x="77" y="32"/>
                    <a:pt x="78" y="31"/>
                    <a:pt x="78" y="31"/>
                  </a:cubicBezTo>
                  <a:cubicBezTo>
                    <a:pt x="79" y="31"/>
                    <a:pt x="79" y="30"/>
                    <a:pt x="79" y="30"/>
                  </a:cubicBezTo>
                  <a:cubicBezTo>
                    <a:pt x="80" y="30"/>
                    <a:pt x="82" y="29"/>
                    <a:pt x="82" y="28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3" y="27"/>
                    <a:pt x="83" y="28"/>
                  </a:cubicBezTo>
                  <a:cubicBezTo>
                    <a:pt x="84" y="26"/>
                    <a:pt x="85" y="25"/>
                    <a:pt x="86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2"/>
                    <a:pt x="88" y="21"/>
                    <a:pt x="88" y="21"/>
                  </a:cubicBezTo>
                  <a:cubicBezTo>
                    <a:pt x="88" y="21"/>
                    <a:pt x="89" y="20"/>
                    <a:pt x="89" y="20"/>
                  </a:cubicBezTo>
                  <a:cubicBezTo>
                    <a:pt x="89" y="20"/>
                    <a:pt x="91" y="18"/>
                    <a:pt x="91" y="18"/>
                  </a:cubicBezTo>
                  <a:cubicBezTo>
                    <a:pt x="91" y="17"/>
                    <a:pt x="92" y="17"/>
                    <a:pt x="93" y="17"/>
                  </a:cubicBezTo>
                  <a:cubicBezTo>
                    <a:pt x="93" y="17"/>
                    <a:pt x="94" y="17"/>
                    <a:pt x="94" y="17"/>
                  </a:cubicBezTo>
                  <a:cubicBezTo>
                    <a:pt x="94" y="17"/>
                    <a:pt x="94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Freeform 11"/>
            <p:cNvSpPr>
              <a:spLocks noEditPoints="1"/>
            </p:cNvSpPr>
            <p:nvPr/>
          </p:nvSpPr>
          <p:spPr bwMode="auto">
            <a:xfrm>
              <a:off x="6896100" y="2768600"/>
              <a:ext cx="239713" cy="188913"/>
            </a:xfrm>
            <a:custGeom>
              <a:avLst/>
              <a:gdLst>
                <a:gd name="T0" fmla="*/ 30 w 88"/>
                <a:gd name="T1" fmla="*/ 47 h 69"/>
                <a:gd name="T2" fmla="*/ 35 w 88"/>
                <a:gd name="T3" fmla="*/ 52 h 69"/>
                <a:gd name="T4" fmla="*/ 38 w 88"/>
                <a:gd name="T5" fmla="*/ 57 h 69"/>
                <a:gd name="T6" fmla="*/ 41 w 88"/>
                <a:gd name="T7" fmla="*/ 64 h 69"/>
                <a:gd name="T8" fmla="*/ 40 w 88"/>
                <a:gd name="T9" fmla="*/ 68 h 69"/>
                <a:gd name="T10" fmla="*/ 35 w 88"/>
                <a:gd name="T11" fmla="*/ 66 h 69"/>
                <a:gd name="T12" fmla="*/ 28 w 88"/>
                <a:gd name="T13" fmla="*/ 65 h 69"/>
                <a:gd name="T14" fmla="*/ 28 w 88"/>
                <a:gd name="T15" fmla="*/ 60 h 69"/>
                <a:gd name="T16" fmla="*/ 27 w 88"/>
                <a:gd name="T17" fmla="*/ 51 h 69"/>
                <a:gd name="T18" fmla="*/ 25 w 88"/>
                <a:gd name="T19" fmla="*/ 47 h 69"/>
                <a:gd name="T20" fmla="*/ 25 w 88"/>
                <a:gd name="T21" fmla="*/ 45 h 69"/>
                <a:gd name="T22" fmla="*/ 64 w 88"/>
                <a:gd name="T23" fmla="*/ 33 h 69"/>
                <a:gd name="T24" fmla="*/ 87 w 88"/>
                <a:gd name="T25" fmla="*/ 0 h 69"/>
                <a:gd name="T26" fmla="*/ 87 w 88"/>
                <a:gd name="T27" fmla="*/ 10 h 69"/>
                <a:gd name="T28" fmla="*/ 77 w 88"/>
                <a:gd name="T29" fmla="*/ 16 h 69"/>
                <a:gd name="T30" fmla="*/ 70 w 88"/>
                <a:gd name="T31" fmla="*/ 20 h 69"/>
                <a:gd name="T32" fmla="*/ 66 w 88"/>
                <a:gd name="T33" fmla="*/ 22 h 69"/>
                <a:gd name="T34" fmla="*/ 68 w 88"/>
                <a:gd name="T35" fmla="*/ 27 h 69"/>
                <a:gd name="T36" fmla="*/ 72 w 88"/>
                <a:gd name="T37" fmla="*/ 28 h 69"/>
                <a:gd name="T38" fmla="*/ 81 w 88"/>
                <a:gd name="T39" fmla="*/ 28 h 69"/>
                <a:gd name="T40" fmla="*/ 87 w 88"/>
                <a:gd name="T41" fmla="*/ 27 h 69"/>
                <a:gd name="T42" fmla="*/ 77 w 88"/>
                <a:gd name="T43" fmla="*/ 35 h 69"/>
                <a:gd name="T44" fmla="*/ 61 w 88"/>
                <a:gd name="T45" fmla="*/ 36 h 69"/>
                <a:gd name="T46" fmla="*/ 54 w 88"/>
                <a:gd name="T47" fmla="*/ 36 h 69"/>
                <a:gd name="T48" fmla="*/ 45 w 88"/>
                <a:gd name="T49" fmla="*/ 35 h 69"/>
                <a:gd name="T50" fmla="*/ 43 w 88"/>
                <a:gd name="T51" fmla="*/ 34 h 69"/>
                <a:gd name="T52" fmla="*/ 38 w 88"/>
                <a:gd name="T53" fmla="*/ 34 h 69"/>
                <a:gd name="T54" fmla="*/ 30 w 88"/>
                <a:gd name="T55" fmla="*/ 36 h 69"/>
                <a:gd name="T56" fmla="*/ 22 w 88"/>
                <a:gd name="T57" fmla="*/ 38 h 69"/>
                <a:gd name="T58" fmla="*/ 16 w 88"/>
                <a:gd name="T59" fmla="*/ 38 h 69"/>
                <a:gd name="T60" fmla="*/ 6 w 88"/>
                <a:gd name="T61" fmla="*/ 36 h 69"/>
                <a:gd name="T62" fmla="*/ 5 w 88"/>
                <a:gd name="T63" fmla="*/ 36 h 69"/>
                <a:gd name="T64" fmla="*/ 1 w 88"/>
                <a:gd name="T65" fmla="*/ 30 h 69"/>
                <a:gd name="T66" fmla="*/ 13 w 88"/>
                <a:gd name="T67" fmla="*/ 28 h 69"/>
                <a:gd name="T68" fmla="*/ 21 w 88"/>
                <a:gd name="T69" fmla="*/ 27 h 69"/>
                <a:gd name="T70" fmla="*/ 28 w 88"/>
                <a:gd name="T71" fmla="*/ 24 h 69"/>
                <a:gd name="T72" fmla="*/ 24 w 88"/>
                <a:gd name="T73" fmla="*/ 18 h 69"/>
                <a:gd name="T74" fmla="*/ 20 w 88"/>
                <a:gd name="T75" fmla="*/ 14 h 69"/>
                <a:gd name="T76" fmla="*/ 13 w 88"/>
                <a:gd name="T77" fmla="*/ 6 h 69"/>
                <a:gd name="T78" fmla="*/ 14 w 88"/>
                <a:gd name="T79" fmla="*/ 1 h 69"/>
                <a:gd name="T80" fmla="*/ 20 w 88"/>
                <a:gd name="T81" fmla="*/ 4 h 69"/>
                <a:gd name="T82" fmla="*/ 25 w 88"/>
                <a:gd name="T83" fmla="*/ 8 h 69"/>
                <a:gd name="T84" fmla="*/ 29 w 88"/>
                <a:gd name="T85" fmla="*/ 10 h 69"/>
                <a:gd name="T86" fmla="*/ 32 w 88"/>
                <a:gd name="T87" fmla="*/ 12 h 69"/>
                <a:gd name="T88" fmla="*/ 39 w 88"/>
                <a:gd name="T89" fmla="*/ 16 h 69"/>
                <a:gd name="T90" fmla="*/ 52 w 88"/>
                <a:gd name="T91" fmla="*/ 14 h 69"/>
                <a:gd name="T92" fmla="*/ 57 w 88"/>
                <a:gd name="T93" fmla="*/ 13 h 69"/>
                <a:gd name="T94" fmla="*/ 65 w 88"/>
                <a:gd name="T95" fmla="*/ 10 h 69"/>
                <a:gd name="T96" fmla="*/ 69 w 88"/>
                <a:gd name="T97" fmla="*/ 8 h 69"/>
                <a:gd name="T98" fmla="*/ 81 w 88"/>
                <a:gd name="T99" fmla="*/ 2 h 69"/>
                <a:gd name="T100" fmla="*/ 85 w 88"/>
                <a:gd name="T10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" h="69">
                  <a:moveTo>
                    <a:pt x="27" y="44"/>
                  </a:moveTo>
                  <a:cubicBezTo>
                    <a:pt x="27" y="44"/>
                    <a:pt x="28" y="45"/>
                    <a:pt x="28" y="45"/>
                  </a:cubicBezTo>
                  <a:cubicBezTo>
                    <a:pt x="28" y="45"/>
                    <a:pt x="29" y="45"/>
                    <a:pt x="29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6"/>
                    <a:pt x="29" y="47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1" y="48"/>
                    <a:pt x="31" y="48"/>
                    <a:pt x="32" y="49"/>
                  </a:cubicBezTo>
                  <a:cubicBezTo>
                    <a:pt x="32" y="50"/>
                    <a:pt x="33" y="50"/>
                    <a:pt x="34" y="51"/>
                  </a:cubicBezTo>
                  <a:cubicBezTo>
                    <a:pt x="34" y="51"/>
                    <a:pt x="34" y="52"/>
                    <a:pt x="34" y="52"/>
                  </a:cubicBezTo>
                  <a:cubicBezTo>
                    <a:pt x="34" y="52"/>
                    <a:pt x="34" y="52"/>
                    <a:pt x="35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6" y="54"/>
                  </a:cubicBezTo>
                  <a:cubicBezTo>
                    <a:pt x="36" y="54"/>
                    <a:pt x="37" y="55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6"/>
                    <a:pt x="38" y="57"/>
                    <a:pt x="38" y="57"/>
                  </a:cubicBezTo>
                  <a:cubicBezTo>
                    <a:pt x="38" y="58"/>
                    <a:pt x="39" y="58"/>
                    <a:pt x="39" y="58"/>
                  </a:cubicBezTo>
                  <a:cubicBezTo>
                    <a:pt x="40" y="59"/>
                    <a:pt x="39" y="59"/>
                    <a:pt x="40" y="60"/>
                  </a:cubicBezTo>
                  <a:cubicBezTo>
                    <a:pt x="40" y="60"/>
                    <a:pt x="40" y="61"/>
                    <a:pt x="40" y="61"/>
                  </a:cubicBezTo>
                  <a:cubicBezTo>
                    <a:pt x="40" y="61"/>
                    <a:pt x="40" y="63"/>
                    <a:pt x="40" y="63"/>
                  </a:cubicBezTo>
                  <a:cubicBezTo>
                    <a:pt x="40" y="64"/>
                    <a:pt x="41" y="64"/>
                    <a:pt x="41" y="64"/>
                  </a:cubicBezTo>
                  <a:cubicBezTo>
                    <a:pt x="41" y="64"/>
                    <a:pt x="40" y="65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1" y="66"/>
                    <a:pt x="41" y="66"/>
                  </a:cubicBezTo>
                  <a:cubicBezTo>
                    <a:pt x="40" y="66"/>
                    <a:pt x="40" y="6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9" y="68"/>
                    <a:pt x="38" y="68"/>
                    <a:pt x="38" y="69"/>
                  </a:cubicBezTo>
                  <a:cubicBezTo>
                    <a:pt x="38" y="68"/>
                    <a:pt x="37" y="68"/>
                    <a:pt x="36" y="68"/>
                  </a:cubicBezTo>
                  <a:cubicBezTo>
                    <a:pt x="36" y="67"/>
                    <a:pt x="35" y="67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7"/>
                    <a:pt x="35" y="67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2" y="66"/>
                    <a:pt x="30" y="65"/>
                    <a:pt x="28" y="6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8" y="64"/>
                    <a:pt x="27" y="64"/>
                    <a:pt x="26" y="64"/>
                  </a:cubicBezTo>
                  <a:cubicBezTo>
                    <a:pt x="26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6" y="62"/>
                    <a:pt x="26" y="62"/>
                  </a:cubicBezTo>
                  <a:cubicBezTo>
                    <a:pt x="27" y="61"/>
                    <a:pt x="28" y="61"/>
                    <a:pt x="28" y="60"/>
                  </a:cubicBezTo>
                  <a:cubicBezTo>
                    <a:pt x="29" y="59"/>
                    <a:pt x="28" y="58"/>
                    <a:pt x="28" y="58"/>
                  </a:cubicBezTo>
                  <a:cubicBezTo>
                    <a:pt x="28" y="57"/>
                    <a:pt x="28" y="56"/>
                    <a:pt x="28" y="56"/>
                  </a:cubicBezTo>
                  <a:cubicBezTo>
                    <a:pt x="28" y="55"/>
                    <a:pt x="28" y="54"/>
                    <a:pt x="27" y="53"/>
                  </a:cubicBezTo>
                  <a:cubicBezTo>
                    <a:pt x="27" y="53"/>
                    <a:pt x="27" y="52"/>
                    <a:pt x="27" y="52"/>
                  </a:cubicBezTo>
                  <a:cubicBezTo>
                    <a:pt x="27" y="52"/>
                    <a:pt x="27" y="51"/>
                    <a:pt x="27" y="51"/>
                  </a:cubicBezTo>
                  <a:cubicBezTo>
                    <a:pt x="27" y="50"/>
                    <a:pt x="27" y="49"/>
                    <a:pt x="26" y="49"/>
                  </a:cubicBezTo>
                  <a:cubicBezTo>
                    <a:pt x="26" y="48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2"/>
                    <a:pt x="27" y="44"/>
                    <a:pt x="27" y="44"/>
                  </a:cubicBezTo>
                  <a:close/>
                  <a:moveTo>
                    <a:pt x="64" y="33"/>
                  </a:moveTo>
                  <a:cubicBezTo>
                    <a:pt x="63" y="33"/>
                    <a:pt x="63" y="33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4" y="33"/>
                  </a:cubicBezTo>
                  <a:close/>
                  <a:moveTo>
                    <a:pt x="87" y="0"/>
                  </a:moveTo>
                  <a:cubicBezTo>
                    <a:pt x="87" y="0"/>
                    <a:pt x="87" y="0"/>
                    <a:pt x="87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8" y="1"/>
                    <a:pt x="88" y="2"/>
                    <a:pt x="88" y="2"/>
                  </a:cubicBezTo>
                  <a:cubicBezTo>
                    <a:pt x="88" y="3"/>
                    <a:pt x="88" y="6"/>
                    <a:pt x="88" y="7"/>
                  </a:cubicBezTo>
                  <a:cubicBezTo>
                    <a:pt x="88" y="8"/>
                    <a:pt x="87" y="9"/>
                    <a:pt x="87" y="10"/>
                  </a:cubicBezTo>
                  <a:cubicBezTo>
                    <a:pt x="86" y="11"/>
                    <a:pt x="84" y="12"/>
                    <a:pt x="83" y="13"/>
                  </a:cubicBezTo>
                  <a:cubicBezTo>
                    <a:pt x="82" y="13"/>
                    <a:pt x="82" y="13"/>
                    <a:pt x="81" y="14"/>
                  </a:cubicBezTo>
                  <a:cubicBezTo>
                    <a:pt x="81" y="14"/>
                    <a:pt x="80" y="14"/>
                    <a:pt x="79" y="14"/>
                  </a:cubicBezTo>
                  <a:cubicBezTo>
                    <a:pt x="79" y="15"/>
                    <a:pt x="79" y="15"/>
                    <a:pt x="78" y="15"/>
                  </a:cubicBezTo>
                  <a:cubicBezTo>
                    <a:pt x="78" y="15"/>
                    <a:pt x="77" y="15"/>
                    <a:pt x="77" y="16"/>
                  </a:cubicBezTo>
                  <a:cubicBezTo>
                    <a:pt x="76" y="16"/>
                    <a:pt x="76" y="16"/>
                    <a:pt x="76" y="17"/>
                  </a:cubicBezTo>
                  <a:cubicBezTo>
                    <a:pt x="76" y="17"/>
                    <a:pt x="74" y="17"/>
                    <a:pt x="74" y="17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7"/>
                    <a:pt x="74" y="18"/>
                    <a:pt x="74" y="18"/>
                  </a:cubicBezTo>
                  <a:cubicBezTo>
                    <a:pt x="72" y="18"/>
                    <a:pt x="71" y="19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9" y="20"/>
                    <a:pt x="68" y="21"/>
                    <a:pt x="68" y="21"/>
                  </a:cubicBezTo>
                  <a:cubicBezTo>
                    <a:pt x="68" y="21"/>
                    <a:pt x="67" y="21"/>
                    <a:pt x="67" y="22"/>
                  </a:cubicBezTo>
                  <a:cubicBezTo>
                    <a:pt x="67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3"/>
                  </a:cubicBezTo>
                  <a:cubicBezTo>
                    <a:pt x="65" y="22"/>
                    <a:pt x="65" y="23"/>
                    <a:pt x="64" y="23"/>
                  </a:cubicBezTo>
                  <a:cubicBezTo>
                    <a:pt x="63" y="24"/>
                    <a:pt x="64" y="25"/>
                    <a:pt x="65" y="26"/>
                  </a:cubicBezTo>
                  <a:cubicBezTo>
                    <a:pt x="66" y="26"/>
                    <a:pt x="66" y="26"/>
                    <a:pt x="67" y="27"/>
                  </a:cubicBezTo>
                  <a:cubicBezTo>
                    <a:pt x="67" y="27"/>
                    <a:pt x="67" y="27"/>
                    <a:pt x="68" y="27"/>
                  </a:cubicBezTo>
                  <a:cubicBezTo>
                    <a:pt x="68" y="27"/>
                    <a:pt x="69" y="27"/>
                    <a:pt x="69" y="27"/>
                  </a:cubicBezTo>
                  <a:cubicBezTo>
                    <a:pt x="70" y="27"/>
                    <a:pt x="70" y="27"/>
                    <a:pt x="71" y="27"/>
                  </a:cubicBezTo>
                  <a:cubicBezTo>
                    <a:pt x="71" y="27"/>
                    <a:pt x="71" y="28"/>
                    <a:pt x="72" y="27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3" y="28"/>
                    <a:pt x="74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6" y="29"/>
                    <a:pt x="76" y="29"/>
                  </a:cubicBezTo>
                  <a:cubicBezTo>
                    <a:pt x="78" y="29"/>
                    <a:pt x="79" y="28"/>
                    <a:pt x="81" y="28"/>
                  </a:cubicBezTo>
                  <a:cubicBezTo>
                    <a:pt x="81" y="28"/>
                    <a:pt x="82" y="27"/>
                    <a:pt x="82" y="28"/>
                  </a:cubicBezTo>
                  <a:cubicBezTo>
                    <a:pt x="82" y="27"/>
                    <a:pt x="84" y="27"/>
                    <a:pt x="84" y="27"/>
                  </a:cubicBezTo>
                  <a:cubicBezTo>
                    <a:pt x="84" y="26"/>
                    <a:pt x="86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8" y="28"/>
                    <a:pt x="88" y="28"/>
                    <a:pt x="87" y="29"/>
                  </a:cubicBezTo>
                  <a:cubicBezTo>
                    <a:pt x="87" y="29"/>
                    <a:pt x="86" y="30"/>
                    <a:pt x="85" y="30"/>
                  </a:cubicBezTo>
                  <a:cubicBezTo>
                    <a:pt x="85" y="30"/>
                    <a:pt x="84" y="31"/>
                    <a:pt x="83" y="31"/>
                  </a:cubicBezTo>
                  <a:cubicBezTo>
                    <a:pt x="82" y="32"/>
                    <a:pt x="81" y="33"/>
                    <a:pt x="79" y="33"/>
                  </a:cubicBezTo>
                  <a:cubicBezTo>
                    <a:pt x="78" y="34"/>
                    <a:pt x="78" y="34"/>
                    <a:pt x="77" y="35"/>
                  </a:cubicBezTo>
                  <a:cubicBezTo>
                    <a:pt x="76" y="35"/>
                    <a:pt x="75" y="35"/>
                    <a:pt x="74" y="35"/>
                  </a:cubicBezTo>
                  <a:cubicBezTo>
                    <a:pt x="73" y="35"/>
                    <a:pt x="72" y="36"/>
                    <a:pt x="72" y="36"/>
                  </a:cubicBezTo>
                  <a:cubicBezTo>
                    <a:pt x="71" y="37"/>
                    <a:pt x="70" y="36"/>
                    <a:pt x="69" y="36"/>
                  </a:cubicBezTo>
                  <a:cubicBezTo>
                    <a:pt x="67" y="37"/>
                    <a:pt x="66" y="37"/>
                    <a:pt x="64" y="37"/>
                  </a:cubicBezTo>
                  <a:cubicBezTo>
                    <a:pt x="63" y="37"/>
                    <a:pt x="62" y="36"/>
                    <a:pt x="61" y="36"/>
                  </a:cubicBezTo>
                  <a:cubicBezTo>
                    <a:pt x="61" y="36"/>
                    <a:pt x="60" y="36"/>
                    <a:pt x="60" y="37"/>
                  </a:cubicBezTo>
                  <a:cubicBezTo>
                    <a:pt x="59" y="37"/>
                    <a:pt x="57" y="36"/>
                    <a:pt x="56" y="36"/>
                  </a:cubicBezTo>
                  <a:cubicBezTo>
                    <a:pt x="56" y="36"/>
                    <a:pt x="56" y="35"/>
                    <a:pt x="55" y="36"/>
                  </a:cubicBezTo>
                  <a:cubicBezTo>
                    <a:pt x="55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3" y="35"/>
                    <a:pt x="53" y="36"/>
                    <a:pt x="53" y="36"/>
                  </a:cubicBezTo>
                  <a:cubicBezTo>
                    <a:pt x="52" y="36"/>
                    <a:pt x="52" y="36"/>
                    <a:pt x="51" y="36"/>
                  </a:cubicBezTo>
                  <a:cubicBezTo>
                    <a:pt x="51" y="36"/>
                    <a:pt x="46" y="35"/>
                    <a:pt x="45" y="35"/>
                  </a:cubicBezTo>
                  <a:cubicBezTo>
                    <a:pt x="45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2" y="34"/>
                  </a:cubicBezTo>
                  <a:cubicBezTo>
                    <a:pt x="42" y="34"/>
                    <a:pt x="40" y="34"/>
                    <a:pt x="40" y="34"/>
                  </a:cubicBezTo>
                  <a:cubicBezTo>
                    <a:pt x="40" y="33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7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6"/>
                    <a:pt x="34" y="37"/>
                  </a:cubicBezTo>
                  <a:cubicBezTo>
                    <a:pt x="34" y="36"/>
                    <a:pt x="33" y="37"/>
                    <a:pt x="32" y="37"/>
                  </a:cubicBezTo>
                  <a:cubicBezTo>
                    <a:pt x="31" y="37"/>
                    <a:pt x="30" y="36"/>
                    <a:pt x="30" y="36"/>
                  </a:cubicBezTo>
                  <a:cubicBezTo>
                    <a:pt x="29" y="36"/>
                    <a:pt x="28" y="36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4" y="37"/>
                    <a:pt x="24" y="37"/>
                  </a:cubicBezTo>
                  <a:cubicBezTo>
                    <a:pt x="23" y="37"/>
                    <a:pt x="23" y="38"/>
                    <a:pt x="23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8"/>
                    <a:pt x="21" y="38"/>
                    <a:pt x="20" y="38"/>
                  </a:cubicBezTo>
                  <a:cubicBezTo>
                    <a:pt x="20" y="38"/>
                    <a:pt x="19" y="38"/>
                    <a:pt x="19" y="38"/>
                  </a:cubicBezTo>
                  <a:cubicBezTo>
                    <a:pt x="19" y="38"/>
                    <a:pt x="18" y="38"/>
                    <a:pt x="18" y="39"/>
                  </a:cubicBezTo>
                  <a:cubicBezTo>
                    <a:pt x="17" y="39"/>
                    <a:pt x="17" y="38"/>
                    <a:pt x="16" y="38"/>
                  </a:cubicBezTo>
                  <a:cubicBezTo>
                    <a:pt x="16" y="38"/>
                    <a:pt x="15" y="38"/>
                    <a:pt x="15" y="38"/>
                  </a:cubicBezTo>
                  <a:cubicBezTo>
                    <a:pt x="14" y="38"/>
                    <a:pt x="13" y="38"/>
                    <a:pt x="11" y="38"/>
                  </a:cubicBezTo>
                  <a:cubicBezTo>
                    <a:pt x="11" y="38"/>
                    <a:pt x="10" y="38"/>
                    <a:pt x="10" y="37"/>
                  </a:cubicBezTo>
                  <a:cubicBezTo>
                    <a:pt x="9" y="37"/>
                    <a:pt x="9" y="37"/>
                    <a:pt x="8" y="37"/>
                  </a:cubicBezTo>
                  <a:cubicBezTo>
                    <a:pt x="8" y="37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2" y="36"/>
                    <a:pt x="1" y="35"/>
                  </a:cubicBezTo>
                  <a:cubicBezTo>
                    <a:pt x="1" y="35"/>
                    <a:pt x="1" y="34"/>
                    <a:pt x="0" y="33"/>
                  </a:cubicBezTo>
                  <a:cubicBezTo>
                    <a:pt x="1" y="32"/>
                    <a:pt x="1" y="31"/>
                    <a:pt x="1" y="30"/>
                  </a:cubicBezTo>
                  <a:cubicBezTo>
                    <a:pt x="2" y="30"/>
                    <a:pt x="3" y="30"/>
                    <a:pt x="4" y="30"/>
                  </a:cubicBezTo>
                  <a:cubicBezTo>
                    <a:pt x="6" y="30"/>
                    <a:pt x="7" y="30"/>
                    <a:pt x="8" y="30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10" y="29"/>
                    <a:pt x="11" y="30"/>
                    <a:pt x="11" y="30"/>
                  </a:cubicBezTo>
                  <a:cubicBezTo>
                    <a:pt x="12" y="29"/>
                    <a:pt x="13" y="28"/>
                    <a:pt x="13" y="28"/>
                  </a:cubicBezTo>
                  <a:cubicBezTo>
                    <a:pt x="14" y="28"/>
                    <a:pt x="15" y="29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20" y="27"/>
                    <a:pt x="21" y="27"/>
                  </a:cubicBezTo>
                  <a:cubicBezTo>
                    <a:pt x="22" y="27"/>
                    <a:pt x="22" y="26"/>
                    <a:pt x="23" y="26"/>
                  </a:cubicBezTo>
                  <a:cubicBezTo>
                    <a:pt x="24" y="26"/>
                    <a:pt x="25" y="26"/>
                    <a:pt x="26" y="26"/>
                  </a:cubicBezTo>
                  <a:cubicBezTo>
                    <a:pt x="26" y="26"/>
                    <a:pt x="27" y="25"/>
                    <a:pt x="27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7" y="23"/>
                    <a:pt x="27" y="22"/>
                    <a:pt x="26" y="22"/>
                  </a:cubicBezTo>
                  <a:cubicBezTo>
                    <a:pt x="26" y="22"/>
                    <a:pt x="26" y="21"/>
                    <a:pt x="26" y="21"/>
                  </a:cubicBezTo>
                  <a:cubicBezTo>
                    <a:pt x="25" y="20"/>
                    <a:pt x="24" y="20"/>
                    <a:pt x="24" y="18"/>
                  </a:cubicBezTo>
                  <a:cubicBezTo>
                    <a:pt x="24" y="18"/>
                    <a:pt x="23" y="18"/>
                    <a:pt x="24" y="18"/>
                  </a:cubicBezTo>
                  <a:cubicBezTo>
                    <a:pt x="23" y="17"/>
                    <a:pt x="23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4"/>
                  </a:cubicBezTo>
                  <a:cubicBezTo>
                    <a:pt x="19" y="14"/>
                    <a:pt x="19" y="14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6" y="12"/>
                    <a:pt x="16" y="11"/>
                    <a:pt x="15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7"/>
                    <a:pt x="13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2"/>
                    <a:pt x="13" y="1"/>
                  </a:cubicBezTo>
                  <a:cubicBezTo>
                    <a:pt x="13" y="1"/>
                    <a:pt x="14" y="1"/>
                    <a:pt x="13" y="1"/>
                  </a:cubicBezTo>
                  <a:cubicBezTo>
                    <a:pt x="14" y="1"/>
                    <a:pt x="13" y="1"/>
                    <a:pt x="14" y="1"/>
                  </a:cubicBezTo>
                  <a:cubicBezTo>
                    <a:pt x="15" y="1"/>
                    <a:pt x="16" y="1"/>
                    <a:pt x="17" y="2"/>
                  </a:cubicBezTo>
                  <a:cubicBezTo>
                    <a:pt x="17" y="2"/>
                    <a:pt x="18" y="2"/>
                    <a:pt x="18" y="2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1" y="5"/>
                    <a:pt x="21" y="5"/>
                  </a:cubicBezTo>
                  <a:cubicBezTo>
                    <a:pt x="23" y="5"/>
                    <a:pt x="24" y="7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8"/>
                    <a:pt x="26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10"/>
                    <a:pt x="30" y="10"/>
                    <a:pt x="31" y="11"/>
                  </a:cubicBezTo>
                  <a:cubicBezTo>
                    <a:pt x="31" y="11"/>
                    <a:pt x="31" y="11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3" y="13"/>
                    <a:pt x="33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5" y="13"/>
                    <a:pt x="35" y="14"/>
                    <a:pt x="36" y="15"/>
                  </a:cubicBezTo>
                  <a:cubicBezTo>
                    <a:pt x="37" y="15"/>
                    <a:pt x="37" y="15"/>
                    <a:pt x="37" y="16"/>
                  </a:cubicBezTo>
                  <a:cubicBezTo>
                    <a:pt x="38" y="16"/>
                    <a:pt x="38" y="16"/>
                    <a:pt x="39" y="16"/>
                  </a:cubicBezTo>
                  <a:cubicBezTo>
                    <a:pt x="40" y="17"/>
                    <a:pt x="42" y="17"/>
                    <a:pt x="43" y="16"/>
                  </a:cubicBezTo>
                  <a:cubicBezTo>
                    <a:pt x="43" y="16"/>
                    <a:pt x="45" y="16"/>
                    <a:pt x="45" y="16"/>
                  </a:cubicBezTo>
                  <a:cubicBezTo>
                    <a:pt x="46" y="18"/>
                    <a:pt x="47" y="17"/>
                    <a:pt x="48" y="17"/>
                  </a:cubicBezTo>
                  <a:cubicBezTo>
                    <a:pt x="49" y="17"/>
                    <a:pt x="49" y="17"/>
                    <a:pt x="50" y="16"/>
                  </a:cubicBezTo>
                  <a:cubicBezTo>
                    <a:pt x="51" y="16"/>
                    <a:pt x="51" y="15"/>
                    <a:pt x="52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5" y="14"/>
                    <a:pt x="56" y="14"/>
                    <a:pt x="56" y="13"/>
                  </a:cubicBezTo>
                  <a:cubicBezTo>
                    <a:pt x="56" y="13"/>
                    <a:pt x="56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8" y="12"/>
                    <a:pt x="59" y="13"/>
                  </a:cubicBezTo>
                  <a:cubicBezTo>
                    <a:pt x="60" y="11"/>
                    <a:pt x="61" y="12"/>
                    <a:pt x="63" y="11"/>
                  </a:cubicBezTo>
                  <a:cubicBezTo>
                    <a:pt x="63" y="11"/>
                    <a:pt x="63" y="11"/>
                    <a:pt x="63" y="10"/>
                  </a:cubicBezTo>
                  <a:cubicBezTo>
                    <a:pt x="64" y="10"/>
                    <a:pt x="64" y="10"/>
                    <a:pt x="65" y="10"/>
                  </a:cubicBezTo>
                  <a:cubicBezTo>
                    <a:pt x="65" y="10"/>
                    <a:pt x="65" y="10"/>
                    <a:pt x="66" y="10"/>
                  </a:cubicBezTo>
                  <a:cubicBezTo>
                    <a:pt x="66" y="9"/>
                    <a:pt x="67" y="9"/>
                    <a:pt x="67" y="9"/>
                  </a:cubicBezTo>
                  <a:cubicBezTo>
                    <a:pt x="67" y="9"/>
                    <a:pt x="68" y="9"/>
                    <a:pt x="68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7"/>
                    <a:pt x="70" y="7"/>
                    <a:pt x="71" y="7"/>
                  </a:cubicBezTo>
                  <a:cubicBezTo>
                    <a:pt x="71" y="7"/>
                    <a:pt x="72" y="7"/>
                    <a:pt x="72" y="6"/>
                  </a:cubicBezTo>
                  <a:cubicBezTo>
                    <a:pt x="73" y="7"/>
                    <a:pt x="74" y="5"/>
                    <a:pt x="75" y="5"/>
                  </a:cubicBezTo>
                  <a:cubicBezTo>
                    <a:pt x="75" y="4"/>
                    <a:pt x="78" y="4"/>
                    <a:pt x="78" y="4"/>
                  </a:cubicBezTo>
                  <a:cubicBezTo>
                    <a:pt x="79" y="3"/>
                    <a:pt x="80" y="2"/>
                    <a:pt x="81" y="2"/>
                  </a:cubicBezTo>
                  <a:cubicBezTo>
                    <a:pt x="81" y="2"/>
                    <a:pt x="82" y="2"/>
                    <a:pt x="82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5" y="1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6" y="0"/>
                    <a:pt x="86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Freeform 12"/>
            <p:cNvSpPr>
              <a:spLocks noEditPoints="1"/>
            </p:cNvSpPr>
            <p:nvPr/>
          </p:nvSpPr>
          <p:spPr bwMode="auto">
            <a:xfrm>
              <a:off x="7040563" y="3106738"/>
              <a:ext cx="366712" cy="227013"/>
            </a:xfrm>
            <a:custGeom>
              <a:avLst/>
              <a:gdLst>
                <a:gd name="T0" fmla="*/ 58 w 135"/>
                <a:gd name="T1" fmla="*/ 80 h 83"/>
                <a:gd name="T2" fmla="*/ 50 w 135"/>
                <a:gd name="T3" fmla="*/ 71 h 83"/>
                <a:gd name="T4" fmla="*/ 42 w 135"/>
                <a:gd name="T5" fmla="*/ 58 h 83"/>
                <a:gd name="T6" fmla="*/ 50 w 135"/>
                <a:gd name="T7" fmla="*/ 66 h 83"/>
                <a:gd name="T8" fmla="*/ 40 w 135"/>
                <a:gd name="T9" fmla="*/ 55 h 83"/>
                <a:gd name="T10" fmla="*/ 25 w 135"/>
                <a:gd name="T11" fmla="*/ 58 h 83"/>
                <a:gd name="T12" fmla="*/ 9 w 135"/>
                <a:gd name="T13" fmla="*/ 61 h 83"/>
                <a:gd name="T14" fmla="*/ 3 w 135"/>
                <a:gd name="T15" fmla="*/ 54 h 83"/>
                <a:gd name="T16" fmla="*/ 7 w 135"/>
                <a:gd name="T17" fmla="*/ 43 h 83"/>
                <a:gd name="T18" fmla="*/ 12 w 135"/>
                <a:gd name="T19" fmla="*/ 29 h 83"/>
                <a:gd name="T20" fmla="*/ 13 w 135"/>
                <a:gd name="T21" fmla="*/ 36 h 83"/>
                <a:gd name="T22" fmla="*/ 14 w 135"/>
                <a:gd name="T23" fmla="*/ 48 h 83"/>
                <a:gd name="T24" fmla="*/ 31 w 135"/>
                <a:gd name="T25" fmla="*/ 52 h 83"/>
                <a:gd name="T26" fmla="*/ 34 w 135"/>
                <a:gd name="T27" fmla="*/ 43 h 83"/>
                <a:gd name="T28" fmla="*/ 41 w 135"/>
                <a:gd name="T29" fmla="*/ 36 h 83"/>
                <a:gd name="T30" fmla="*/ 51 w 135"/>
                <a:gd name="T31" fmla="*/ 51 h 83"/>
                <a:gd name="T32" fmla="*/ 58 w 135"/>
                <a:gd name="T33" fmla="*/ 62 h 83"/>
                <a:gd name="T34" fmla="*/ 63 w 135"/>
                <a:gd name="T35" fmla="*/ 70 h 83"/>
                <a:gd name="T36" fmla="*/ 82 w 135"/>
                <a:gd name="T37" fmla="*/ 65 h 83"/>
                <a:gd name="T38" fmla="*/ 71 w 135"/>
                <a:gd name="T39" fmla="*/ 65 h 83"/>
                <a:gd name="T40" fmla="*/ 61 w 135"/>
                <a:gd name="T41" fmla="*/ 53 h 83"/>
                <a:gd name="T42" fmla="*/ 74 w 135"/>
                <a:gd name="T43" fmla="*/ 60 h 83"/>
                <a:gd name="T44" fmla="*/ 58 w 135"/>
                <a:gd name="T45" fmla="*/ 39 h 83"/>
                <a:gd name="T46" fmla="*/ 51 w 135"/>
                <a:gd name="T47" fmla="*/ 31 h 83"/>
                <a:gd name="T48" fmla="*/ 35 w 135"/>
                <a:gd name="T49" fmla="*/ 16 h 83"/>
                <a:gd name="T50" fmla="*/ 32 w 135"/>
                <a:gd name="T51" fmla="*/ 6 h 83"/>
                <a:gd name="T52" fmla="*/ 41 w 135"/>
                <a:gd name="T53" fmla="*/ 6 h 83"/>
                <a:gd name="T54" fmla="*/ 47 w 135"/>
                <a:gd name="T55" fmla="*/ 14 h 83"/>
                <a:gd name="T56" fmla="*/ 54 w 135"/>
                <a:gd name="T57" fmla="*/ 23 h 83"/>
                <a:gd name="T58" fmla="*/ 65 w 135"/>
                <a:gd name="T59" fmla="*/ 37 h 83"/>
                <a:gd name="T60" fmla="*/ 76 w 135"/>
                <a:gd name="T61" fmla="*/ 53 h 83"/>
                <a:gd name="T62" fmla="*/ 82 w 135"/>
                <a:gd name="T63" fmla="*/ 65 h 83"/>
                <a:gd name="T64" fmla="*/ 112 w 135"/>
                <a:gd name="T65" fmla="*/ 50 h 83"/>
                <a:gd name="T66" fmla="*/ 108 w 135"/>
                <a:gd name="T67" fmla="*/ 56 h 83"/>
                <a:gd name="T68" fmla="*/ 116 w 135"/>
                <a:gd name="T69" fmla="*/ 67 h 83"/>
                <a:gd name="T70" fmla="*/ 119 w 135"/>
                <a:gd name="T71" fmla="*/ 77 h 83"/>
                <a:gd name="T72" fmla="*/ 104 w 135"/>
                <a:gd name="T73" fmla="*/ 74 h 83"/>
                <a:gd name="T74" fmla="*/ 88 w 135"/>
                <a:gd name="T75" fmla="*/ 67 h 83"/>
                <a:gd name="T76" fmla="*/ 92 w 135"/>
                <a:gd name="T77" fmla="*/ 62 h 83"/>
                <a:gd name="T78" fmla="*/ 99 w 135"/>
                <a:gd name="T79" fmla="*/ 65 h 83"/>
                <a:gd name="T80" fmla="*/ 113 w 135"/>
                <a:gd name="T81" fmla="*/ 72 h 83"/>
                <a:gd name="T82" fmla="*/ 109 w 135"/>
                <a:gd name="T83" fmla="*/ 62 h 83"/>
                <a:gd name="T84" fmla="*/ 102 w 135"/>
                <a:gd name="T85" fmla="*/ 54 h 83"/>
                <a:gd name="T86" fmla="*/ 93 w 135"/>
                <a:gd name="T87" fmla="*/ 49 h 83"/>
                <a:gd name="T88" fmla="*/ 81 w 135"/>
                <a:gd name="T89" fmla="*/ 49 h 83"/>
                <a:gd name="T90" fmla="*/ 81 w 135"/>
                <a:gd name="T91" fmla="*/ 43 h 83"/>
                <a:gd name="T92" fmla="*/ 77 w 135"/>
                <a:gd name="T93" fmla="*/ 37 h 83"/>
                <a:gd name="T94" fmla="*/ 85 w 135"/>
                <a:gd name="T95" fmla="*/ 41 h 83"/>
                <a:gd name="T96" fmla="*/ 79 w 135"/>
                <a:gd name="T97" fmla="*/ 31 h 83"/>
                <a:gd name="T98" fmla="*/ 70 w 135"/>
                <a:gd name="T99" fmla="*/ 26 h 83"/>
                <a:gd name="T100" fmla="*/ 76 w 135"/>
                <a:gd name="T101" fmla="*/ 19 h 83"/>
                <a:gd name="T102" fmla="*/ 82 w 135"/>
                <a:gd name="T103" fmla="*/ 22 h 83"/>
                <a:gd name="T104" fmla="*/ 82 w 135"/>
                <a:gd name="T105" fmla="*/ 29 h 83"/>
                <a:gd name="T106" fmla="*/ 96 w 135"/>
                <a:gd name="T107" fmla="*/ 25 h 83"/>
                <a:gd name="T108" fmla="*/ 94 w 135"/>
                <a:gd name="T109" fmla="*/ 33 h 83"/>
                <a:gd name="T110" fmla="*/ 95 w 135"/>
                <a:gd name="T111" fmla="*/ 43 h 83"/>
                <a:gd name="T112" fmla="*/ 105 w 135"/>
                <a:gd name="T113" fmla="*/ 46 h 83"/>
                <a:gd name="T114" fmla="*/ 96 w 135"/>
                <a:gd name="T115" fmla="*/ 38 h 83"/>
                <a:gd name="T116" fmla="*/ 106 w 135"/>
                <a:gd name="T117" fmla="*/ 36 h 83"/>
                <a:gd name="T118" fmla="*/ 111 w 135"/>
                <a:gd name="T119" fmla="*/ 46 h 83"/>
                <a:gd name="T120" fmla="*/ 121 w 135"/>
                <a:gd name="T121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83">
                  <a:moveTo>
                    <a:pt x="66" y="75"/>
                  </a:moveTo>
                  <a:cubicBezTo>
                    <a:pt x="66" y="76"/>
                    <a:pt x="67" y="78"/>
                    <a:pt x="66" y="80"/>
                  </a:cubicBezTo>
                  <a:cubicBezTo>
                    <a:pt x="66" y="81"/>
                    <a:pt x="64" y="82"/>
                    <a:pt x="64" y="82"/>
                  </a:cubicBezTo>
                  <a:cubicBezTo>
                    <a:pt x="63" y="83"/>
                    <a:pt x="61" y="83"/>
                    <a:pt x="60" y="82"/>
                  </a:cubicBezTo>
                  <a:cubicBezTo>
                    <a:pt x="60" y="82"/>
                    <a:pt x="60" y="82"/>
                    <a:pt x="59" y="81"/>
                  </a:cubicBezTo>
                  <a:cubicBezTo>
                    <a:pt x="59" y="81"/>
                    <a:pt x="59" y="81"/>
                    <a:pt x="58" y="80"/>
                  </a:cubicBezTo>
                  <a:cubicBezTo>
                    <a:pt x="58" y="80"/>
                    <a:pt x="57" y="79"/>
                    <a:pt x="57" y="79"/>
                  </a:cubicBezTo>
                  <a:cubicBezTo>
                    <a:pt x="56" y="78"/>
                    <a:pt x="56" y="77"/>
                    <a:pt x="55" y="77"/>
                  </a:cubicBezTo>
                  <a:cubicBezTo>
                    <a:pt x="55" y="76"/>
                    <a:pt x="54" y="76"/>
                    <a:pt x="54" y="75"/>
                  </a:cubicBezTo>
                  <a:cubicBezTo>
                    <a:pt x="53" y="75"/>
                    <a:pt x="53" y="75"/>
                    <a:pt x="53" y="74"/>
                  </a:cubicBezTo>
                  <a:cubicBezTo>
                    <a:pt x="52" y="74"/>
                    <a:pt x="52" y="74"/>
                    <a:pt x="52" y="73"/>
                  </a:cubicBezTo>
                  <a:cubicBezTo>
                    <a:pt x="51" y="73"/>
                    <a:pt x="50" y="72"/>
                    <a:pt x="50" y="71"/>
                  </a:cubicBezTo>
                  <a:cubicBezTo>
                    <a:pt x="49" y="70"/>
                    <a:pt x="48" y="69"/>
                    <a:pt x="47" y="68"/>
                  </a:cubicBezTo>
                  <a:cubicBezTo>
                    <a:pt x="47" y="68"/>
                    <a:pt x="47" y="67"/>
                    <a:pt x="46" y="66"/>
                  </a:cubicBezTo>
                  <a:cubicBezTo>
                    <a:pt x="46" y="66"/>
                    <a:pt x="45" y="66"/>
                    <a:pt x="45" y="65"/>
                  </a:cubicBezTo>
                  <a:cubicBezTo>
                    <a:pt x="45" y="65"/>
                    <a:pt x="44" y="64"/>
                    <a:pt x="44" y="64"/>
                  </a:cubicBezTo>
                  <a:cubicBezTo>
                    <a:pt x="43" y="62"/>
                    <a:pt x="42" y="61"/>
                    <a:pt x="41" y="59"/>
                  </a:cubicBezTo>
                  <a:cubicBezTo>
                    <a:pt x="41" y="59"/>
                    <a:pt x="41" y="58"/>
                    <a:pt x="42" y="58"/>
                  </a:cubicBezTo>
                  <a:cubicBezTo>
                    <a:pt x="43" y="59"/>
                    <a:pt x="44" y="60"/>
                    <a:pt x="44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4"/>
                    <a:pt x="47" y="64"/>
                    <a:pt x="48" y="65"/>
                  </a:cubicBezTo>
                  <a:cubicBezTo>
                    <a:pt x="48" y="65"/>
                    <a:pt x="48" y="65"/>
                    <a:pt x="49" y="65"/>
                  </a:cubicBezTo>
                  <a:cubicBezTo>
                    <a:pt x="49" y="66"/>
                    <a:pt x="50" y="66"/>
                    <a:pt x="50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5"/>
                    <a:pt x="48" y="63"/>
                    <a:pt x="47" y="62"/>
                  </a:cubicBezTo>
                  <a:cubicBezTo>
                    <a:pt x="47" y="61"/>
                    <a:pt x="46" y="60"/>
                    <a:pt x="45" y="60"/>
                  </a:cubicBezTo>
                  <a:cubicBezTo>
                    <a:pt x="45" y="59"/>
                    <a:pt x="44" y="59"/>
                    <a:pt x="44" y="58"/>
                  </a:cubicBezTo>
                  <a:cubicBezTo>
                    <a:pt x="43" y="58"/>
                    <a:pt x="43" y="57"/>
                    <a:pt x="42" y="57"/>
                  </a:cubicBezTo>
                  <a:cubicBezTo>
                    <a:pt x="42" y="57"/>
                    <a:pt x="42" y="56"/>
                    <a:pt x="41" y="56"/>
                  </a:cubicBezTo>
                  <a:cubicBezTo>
                    <a:pt x="41" y="56"/>
                    <a:pt x="40" y="55"/>
                    <a:pt x="40" y="55"/>
                  </a:cubicBezTo>
                  <a:cubicBezTo>
                    <a:pt x="39" y="54"/>
                    <a:pt x="37" y="56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6"/>
                    <a:pt x="35" y="56"/>
                    <a:pt x="35" y="56"/>
                  </a:cubicBezTo>
                  <a:cubicBezTo>
                    <a:pt x="34" y="56"/>
                    <a:pt x="34" y="56"/>
                    <a:pt x="33" y="56"/>
                  </a:cubicBezTo>
                  <a:cubicBezTo>
                    <a:pt x="33" y="56"/>
                    <a:pt x="32" y="57"/>
                    <a:pt x="32" y="57"/>
                  </a:cubicBezTo>
                  <a:cubicBezTo>
                    <a:pt x="29" y="58"/>
                    <a:pt x="27" y="58"/>
                    <a:pt x="25" y="58"/>
                  </a:cubicBezTo>
                  <a:cubicBezTo>
                    <a:pt x="23" y="59"/>
                    <a:pt x="22" y="59"/>
                    <a:pt x="20" y="59"/>
                  </a:cubicBezTo>
                  <a:cubicBezTo>
                    <a:pt x="20" y="59"/>
                    <a:pt x="19" y="59"/>
                    <a:pt x="19" y="60"/>
                  </a:cubicBezTo>
                  <a:cubicBezTo>
                    <a:pt x="18" y="60"/>
                    <a:pt x="17" y="60"/>
                    <a:pt x="16" y="60"/>
                  </a:cubicBezTo>
                  <a:cubicBezTo>
                    <a:pt x="15" y="60"/>
                    <a:pt x="14" y="60"/>
                    <a:pt x="14" y="61"/>
                  </a:cubicBezTo>
                  <a:cubicBezTo>
                    <a:pt x="13" y="61"/>
                    <a:pt x="13" y="61"/>
                    <a:pt x="12" y="61"/>
                  </a:cubicBezTo>
                  <a:cubicBezTo>
                    <a:pt x="11" y="61"/>
                    <a:pt x="10" y="61"/>
                    <a:pt x="9" y="61"/>
                  </a:cubicBezTo>
                  <a:cubicBezTo>
                    <a:pt x="8" y="61"/>
                    <a:pt x="8" y="62"/>
                    <a:pt x="8" y="62"/>
                  </a:cubicBezTo>
                  <a:cubicBezTo>
                    <a:pt x="7" y="62"/>
                    <a:pt x="6" y="62"/>
                    <a:pt x="6" y="62"/>
                  </a:cubicBezTo>
                  <a:cubicBezTo>
                    <a:pt x="4" y="62"/>
                    <a:pt x="3" y="61"/>
                    <a:pt x="2" y="60"/>
                  </a:cubicBezTo>
                  <a:cubicBezTo>
                    <a:pt x="1" y="59"/>
                    <a:pt x="0" y="59"/>
                    <a:pt x="0" y="58"/>
                  </a:cubicBezTo>
                  <a:cubicBezTo>
                    <a:pt x="0" y="57"/>
                    <a:pt x="1" y="55"/>
                    <a:pt x="2" y="54"/>
                  </a:cubicBezTo>
                  <a:cubicBezTo>
                    <a:pt x="2" y="54"/>
                    <a:pt x="2" y="54"/>
                    <a:pt x="3" y="54"/>
                  </a:cubicBezTo>
                  <a:cubicBezTo>
                    <a:pt x="3" y="54"/>
                    <a:pt x="3" y="54"/>
                    <a:pt x="3" y="53"/>
                  </a:cubicBezTo>
                  <a:cubicBezTo>
                    <a:pt x="3" y="52"/>
                    <a:pt x="4" y="50"/>
                    <a:pt x="5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6" y="47"/>
                    <a:pt x="6" y="47"/>
                    <a:pt x="6" y="46"/>
                  </a:cubicBezTo>
                  <a:cubicBezTo>
                    <a:pt x="6" y="45"/>
                    <a:pt x="6" y="44"/>
                    <a:pt x="7" y="44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1"/>
                  </a:cubicBezTo>
                  <a:cubicBezTo>
                    <a:pt x="8" y="41"/>
                    <a:pt x="8" y="40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5"/>
                    <a:pt x="10" y="34"/>
                  </a:cubicBezTo>
                  <a:cubicBezTo>
                    <a:pt x="10" y="33"/>
                    <a:pt x="10" y="33"/>
                    <a:pt x="10" y="32"/>
                  </a:cubicBezTo>
                  <a:cubicBezTo>
                    <a:pt x="11" y="31"/>
                    <a:pt x="11" y="30"/>
                    <a:pt x="12" y="29"/>
                  </a:cubicBezTo>
                  <a:cubicBezTo>
                    <a:pt x="12" y="29"/>
                    <a:pt x="12" y="28"/>
                    <a:pt x="13" y="28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4" y="28"/>
                    <a:pt x="14" y="28"/>
                  </a:cubicBezTo>
                  <a:cubicBezTo>
                    <a:pt x="14" y="29"/>
                    <a:pt x="14" y="30"/>
                    <a:pt x="13" y="30"/>
                  </a:cubicBezTo>
                  <a:cubicBezTo>
                    <a:pt x="13" y="31"/>
                    <a:pt x="13" y="32"/>
                    <a:pt x="13" y="33"/>
                  </a:cubicBezTo>
                  <a:cubicBezTo>
                    <a:pt x="13" y="34"/>
                    <a:pt x="13" y="35"/>
                    <a:pt x="13" y="36"/>
                  </a:cubicBezTo>
                  <a:cubicBezTo>
                    <a:pt x="12" y="38"/>
                    <a:pt x="13" y="39"/>
                    <a:pt x="13" y="41"/>
                  </a:cubicBezTo>
                  <a:cubicBezTo>
                    <a:pt x="13" y="42"/>
                    <a:pt x="13" y="42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8"/>
                    <a:pt x="14" y="48"/>
                    <a:pt x="14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2"/>
                    <a:pt x="15" y="52"/>
                  </a:cubicBezTo>
                  <a:cubicBezTo>
                    <a:pt x="15" y="52"/>
                    <a:pt x="19" y="52"/>
                    <a:pt x="20" y="52"/>
                  </a:cubicBezTo>
                  <a:cubicBezTo>
                    <a:pt x="22" y="52"/>
                    <a:pt x="24" y="52"/>
                    <a:pt x="27" y="52"/>
                  </a:cubicBezTo>
                  <a:cubicBezTo>
                    <a:pt x="27" y="52"/>
                    <a:pt x="28" y="52"/>
                    <a:pt x="29" y="52"/>
                  </a:cubicBezTo>
                  <a:cubicBezTo>
                    <a:pt x="30" y="52"/>
                    <a:pt x="30" y="52"/>
                    <a:pt x="31" y="52"/>
                  </a:cubicBezTo>
                  <a:cubicBezTo>
                    <a:pt x="32" y="52"/>
                    <a:pt x="37" y="52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50"/>
                    <a:pt x="37" y="49"/>
                  </a:cubicBezTo>
                  <a:cubicBezTo>
                    <a:pt x="37" y="48"/>
                    <a:pt x="36" y="47"/>
                    <a:pt x="36" y="46"/>
                  </a:cubicBezTo>
                  <a:cubicBezTo>
                    <a:pt x="35" y="46"/>
                    <a:pt x="35" y="46"/>
                    <a:pt x="35" y="45"/>
                  </a:cubicBezTo>
                  <a:cubicBezTo>
                    <a:pt x="35" y="44"/>
                    <a:pt x="35" y="44"/>
                    <a:pt x="34" y="43"/>
                  </a:cubicBezTo>
                  <a:cubicBezTo>
                    <a:pt x="34" y="42"/>
                    <a:pt x="34" y="42"/>
                    <a:pt x="35" y="41"/>
                  </a:cubicBezTo>
                  <a:cubicBezTo>
                    <a:pt x="34" y="41"/>
                    <a:pt x="34" y="40"/>
                    <a:pt x="34" y="39"/>
                  </a:cubicBezTo>
                  <a:cubicBezTo>
                    <a:pt x="35" y="39"/>
                    <a:pt x="35" y="38"/>
                    <a:pt x="35" y="37"/>
                  </a:cubicBezTo>
                  <a:cubicBezTo>
                    <a:pt x="35" y="36"/>
                    <a:pt x="35" y="32"/>
                    <a:pt x="37" y="32"/>
                  </a:cubicBezTo>
                  <a:cubicBezTo>
                    <a:pt x="38" y="33"/>
                    <a:pt x="39" y="33"/>
                    <a:pt x="39" y="34"/>
                  </a:cubicBezTo>
                  <a:cubicBezTo>
                    <a:pt x="40" y="34"/>
                    <a:pt x="40" y="35"/>
                    <a:pt x="41" y="36"/>
                  </a:cubicBezTo>
                  <a:cubicBezTo>
                    <a:pt x="41" y="36"/>
                    <a:pt x="41" y="37"/>
                    <a:pt x="42" y="37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4" y="40"/>
                    <a:pt x="45" y="42"/>
                    <a:pt x="46" y="44"/>
                  </a:cubicBezTo>
                  <a:cubicBezTo>
                    <a:pt x="47" y="44"/>
                    <a:pt x="47" y="45"/>
                    <a:pt x="48" y="46"/>
                  </a:cubicBezTo>
                  <a:cubicBezTo>
                    <a:pt x="48" y="46"/>
                    <a:pt x="48" y="46"/>
                    <a:pt x="49" y="47"/>
                  </a:cubicBezTo>
                  <a:cubicBezTo>
                    <a:pt x="49" y="48"/>
                    <a:pt x="50" y="49"/>
                    <a:pt x="51" y="51"/>
                  </a:cubicBezTo>
                  <a:cubicBezTo>
                    <a:pt x="52" y="51"/>
                    <a:pt x="52" y="51"/>
                    <a:pt x="52" y="52"/>
                  </a:cubicBezTo>
                  <a:cubicBezTo>
                    <a:pt x="53" y="52"/>
                    <a:pt x="53" y="53"/>
                    <a:pt x="54" y="54"/>
                  </a:cubicBezTo>
                  <a:cubicBezTo>
                    <a:pt x="54" y="55"/>
                    <a:pt x="54" y="56"/>
                    <a:pt x="55" y="56"/>
                  </a:cubicBezTo>
                  <a:cubicBezTo>
                    <a:pt x="55" y="57"/>
                    <a:pt x="56" y="57"/>
                    <a:pt x="56" y="58"/>
                  </a:cubicBezTo>
                  <a:cubicBezTo>
                    <a:pt x="56" y="58"/>
                    <a:pt x="56" y="59"/>
                    <a:pt x="57" y="60"/>
                  </a:cubicBezTo>
                  <a:cubicBezTo>
                    <a:pt x="57" y="61"/>
                    <a:pt x="58" y="62"/>
                    <a:pt x="58" y="62"/>
                  </a:cubicBezTo>
                  <a:cubicBezTo>
                    <a:pt x="58" y="63"/>
                    <a:pt x="59" y="63"/>
                    <a:pt x="59" y="63"/>
                  </a:cubicBezTo>
                  <a:cubicBezTo>
                    <a:pt x="59" y="64"/>
                    <a:pt x="59" y="64"/>
                    <a:pt x="60" y="64"/>
                  </a:cubicBezTo>
                  <a:cubicBezTo>
                    <a:pt x="60" y="65"/>
                    <a:pt x="60" y="65"/>
                    <a:pt x="60" y="66"/>
                  </a:cubicBezTo>
                  <a:cubicBezTo>
                    <a:pt x="61" y="67"/>
                    <a:pt x="61" y="67"/>
                    <a:pt x="62" y="68"/>
                  </a:cubicBezTo>
                  <a:cubicBezTo>
                    <a:pt x="62" y="68"/>
                    <a:pt x="63" y="69"/>
                    <a:pt x="63" y="69"/>
                  </a:cubicBezTo>
                  <a:cubicBezTo>
                    <a:pt x="63" y="69"/>
                    <a:pt x="63" y="70"/>
                    <a:pt x="63" y="70"/>
                  </a:cubicBezTo>
                  <a:cubicBezTo>
                    <a:pt x="63" y="70"/>
                    <a:pt x="64" y="71"/>
                    <a:pt x="64" y="71"/>
                  </a:cubicBezTo>
                  <a:cubicBezTo>
                    <a:pt x="64" y="71"/>
                    <a:pt x="65" y="72"/>
                    <a:pt x="65" y="72"/>
                  </a:cubicBezTo>
                  <a:cubicBezTo>
                    <a:pt x="65" y="72"/>
                    <a:pt x="65" y="72"/>
                    <a:pt x="65" y="72"/>
                  </a:cubicBezTo>
                  <a:cubicBezTo>
                    <a:pt x="65" y="73"/>
                    <a:pt x="66" y="74"/>
                    <a:pt x="66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82" y="65"/>
                  </a:moveTo>
                  <a:cubicBezTo>
                    <a:pt x="82" y="66"/>
                    <a:pt x="82" y="67"/>
                    <a:pt x="81" y="67"/>
                  </a:cubicBezTo>
                  <a:cubicBezTo>
                    <a:pt x="81" y="68"/>
                    <a:pt x="80" y="68"/>
                    <a:pt x="80" y="68"/>
                  </a:cubicBezTo>
                  <a:cubicBezTo>
                    <a:pt x="80" y="69"/>
                    <a:pt x="78" y="70"/>
                    <a:pt x="76" y="70"/>
                  </a:cubicBezTo>
                  <a:cubicBezTo>
                    <a:pt x="75" y="70"/>
                    <a:pt x="74" y="69"/>
                    <a:pt x="74" y="68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2" y="66"/>
                    <a:pt x="72" y="66"/>
                    <a:pt x="71" y="65"/>
                  </a:cubicBezTo>
                  <a:cubicBezTo>
                    <a:pt x="70" y="64"/>
                    <a:pt x="69" y="63"/>
                    <a:pt x="68" y="62"/>
                  </a:cubicBezTo>
                  <a:cubicBezTo>
                    <a:pt x="67" y="61"/>
                    <a:pt x="66" y="61"/>
                    <a:pt x="66" y="60"/>
                  </a:cubicBezTo>
                  <a:cubicBezTo>
                    <a:pt x="65" y="59"/>
                    <a:pt x="65" y="58"/>
                    <a:pt x="64" y="58"/>
                  </a:cubicBezTo>
                  <a:cubicBezTo>
                    <a:pt x="63" y="57"/>
                    <a:pt x="63" y="56"/>
                    <a:pt x="63" y="56"/>
                  </a:cubicBezTo>
                  <a:cubicBezTo>
                    <a:pt x="62" y="55"/>
                    <a:pt x="61" y="54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2" y="53"/>
                    <a:pt x="62" y="53"/>
                    <a:pt x="63" y="53"/>
                  </a:cubicBezTo>
                  <a:cubicBezTo>
                    <a:pt x="63" y="54"/>
                    <a:pt x="64" y="54"/>
                    <a:pt x="64" y="54"/>
                  </a:cubicBezTo>
                  <a:cubicBezTo>
                    <a:pt x="65" y="55"/>
                    <a:pt x="65" y="55"/>
                    <a:pt x="65" y="56"/>
                  </a:cubicBezTo>
                  <a:cubicBezTo>
                    <a:pt x="66" y="56"/>
                    <a:pt x="66" y="56"/>
                    <a:pt x="67" y="56"/>
                  </a:cubicBezTo>
                  <a:cubicBezTo>
                    <a:pt x="68" y="57"/>
                    <a:pt x="70" y="58"/>
                    <a:pt x="71" y="59"/>
                  </a:cubicBezTo>
                  <a:cubicBezTo>
                    <a:pt x="72" y="59"/>
                    <a:pt x="73" y="60"/>
                    <a:pt x="74" y="60"/>
                  </a:cubicBezTo>
                  <a:cubicBezTo>
                    <a:pt x="74" y="60"/>
                    <a:pt x="76" y="61"/>
                    <a:pt x="76" y="60"/>
                  </a:cubicBezTo>
                  <a:cubicBezTo>
                    <a:pt x="76" y="59"/>
                    <a:pt x="69" y="51"/>
                    <a:pt x="67" y="49"/>
                  </a:cubicBezTo>
                  <a:cubicBezTo>
                    <a:pt x="66" y="48"/>
                    <a:pt x="66" y="47"/>
                    <a:pt x="65" y="46"/>
                  </a:cubicBezTo>
                  <a:cubicBezTo>
                    <a:pt x="64" y="46"/>
                    <a:pt x="64" y="45"/>
                    <a:pt x="63" y="45"/>
                  </a:cubicBezTo>
                  <a:cubicBezTo>
                    <a:pt x="62" y="44"/>
                    <a:pt x="62" y="42"/>
                    <a:pt x="61" y="41"/>
                  </a:cubicBezTo>
                  <a:cubicBezTo>
                    <a:pt x="60" y="41"/>
                    <a:pt x="59" y="40"/>
                    <a:pt x="58" y="39"/>
                  </a:cubicBezTo>
                  <a:cubicBezTo>
                    <a:pt x="58" y="38"/>
                    <a:pt x="57" y="38"/>
                    <a:pt x="57" y="37"/>
                  </a:cubicBezTo>
                  <a:cubicBezTo>
                    <a:pt x="56" y="37"/>
                    <a:pt x="56" y="37"/>
                    <a:pt x="55" y="36"/>
                  </a:cubicBezTo>
                  <a:cubicBezTo>
                    <a:pt x="55" y="35"/>
                    <a:pt x="54" y="35"/>
                    <a:pt x="54" y="34"/>
                  </a:cubicBezTo>
                  <a:cubicBezTo>
                    <a:pt x="53" y="34"/>
                    <a:pt x="53" y="33"/>
                    <a:pt x="53" y="33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1" y="32"/>
                    <a:pt x="51" y="31"/>
                    <a:pt x="51" y="31"/>
                  </a:cubicBezTo>
                  <a:cubicBezTo>
                    <a:pt x="50" y="30"/>
                    <a:pt x="49" y="30"/>
                    <a:pt x="49" y="29"/>
                  </a:cubicBezTo>
                  <a:cubicBezTo>
                    <a:pt x="48" y="29"/>
                    <a:pt x="48" y="28"/>
                    <a:pt x="47" y="28"/>
                  </a:cubicBezTo>
                  <a:cubicBezTo>
                    <a:pt x="47" y="28"/>
                    <a:pt x="47" y="27"/>
                    <a:pt x="46" y="27"/>
                  </a:cubicBezTo>
                  <a:cubicBezTo>
                    <a:pt x="44" y="25"/>
                    <a:pt x="42" y="23"/>
                    <a:pt x="39" y="21"/>
                  </a:cubicBezTo>
                  <a:cubicBezTo>
                    <a:pt x="39" y="20"/>
                    <a:pt x="38" y="20"/>
                    <a:pt x="38" y="19"/>
                  </a:cubicBezTo>
                  <a:cubicBezTo>
                    <a:pt x="37" y="18"/>
                    <a:pt x="36" y="17"/>
                    <a:pt x="35" y="16"/>
                  </a:cubicBezTo>
                  <a:cubicBezTo>
                    <a:pt x="35" y="15"/>
                    <a:pt x="35" y="15"/>
                    <a:pt x="34" y="14"/>
                  </a:cubicBezTo>
                  <a:cubicBezTo>
                    <a:pt x="34" y="14"/>
                    <a:pt x="34" y="13"/>
                    <a:pt x="34" y="12"/>
                  </a:cubicBezTo>
                  <a:cubicBezTo>
                    <a:pt x="34" y="12"/>
                    <a:pt x="33" y="11"/>
                    <a:pt x="33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8"/>
                    <a:pt x="32" y="7"/>
                    <a:pt x="32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4" y="2"/>
                    <a:pt x="35" y="2"/>
                  </a:cubicBezTo>
                  <a:cubicBezTo>
                    <a:pt x="36" y="1"/>
                    <a:pt x="38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2"/>
                    <a:pt x="39" y="2"/>
                    <a:pt x="39" y="3"/>
                  </a:cubicBezTo>
                  <a:cubicBezTo>
                    <a:pt x="40" y="4"/>
                    <a:pt x="40" y="4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7"/>
                    <a:pt x="42" y="7"/>
                    <a:pt x="42" y="8"/>
                  </a:cubicBezTo>
                  <a:cubicBezTo>
                    <a:pt x="42" y="8"/>
                    <a:pt x="43" y="8"/>
                    <a:pt x="43" y="9"/>
                  </a:cubicBezTo>
                  <a:cubicBezTo>
                    <a:pt x="43" y="9"/>
                    <a:pt x="43" y="10"/>
                    <a:pt x="44" y="10"/>
                  </a:cubicBezTo>
                  <a:cubicBezTo>
                    <a:pt x="44" y="10"/>
                    <a:pt x="44" y="11"/>
                    <a:pt x="44" y="11"/>
                  </a:cubicBezTo>
                  <a:cubicBezTo>
                    <a:pt x="45" y="11"/>
                    <a:pt x="45" y="12"/>
                    <a:pt x="45" y="13"/>
                  </a:cubicBezTo>
                  <a:cubicBezTo>
                    <a:pt x="46" y="13"/>
                    <a:pt x="46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8"/>
                    <a:pt x="50" y="19"/>
                    <a:pt x="50" y="19"/>
                  </a:cubicBezTo>
                  <a:cubicBezTo>
                    <a:pt x="51" y="20"/>
                    <a:pt x="51" y="20"/>
                    <a:pt x="52" y="21"/>
                  </a:cubicBezTo>
                  <a:cubicBezTo>
                    <a:pt x="52" y="21"/>
                    <a:pt x="52" y="22"/>
                    <a:pt x="53" y="22"/>
                  </a:cubicBezTo>
                  <a:cubicBezTo>
                    <a:pt x="53" y="22"/>
                    <a:pt x="53" y="23"/>
                    <a:pt x="54" y="23"/>
                  </a:cubicBezTo>
                  <a:cubicBezTo>
                    <a:pt x="54" y="23"/>
                    <a:pt x="54" y="24"/>
                    <a:pt x="54" y="24"/>
                  </a:cubicBezTo>
                  <a:cubicBezTo>
                    <a:pt x="55" y="24"/>
                    <a:pt x="55" y="25"/>
                    <a:pt x="55" y="25"/>
                  </a:cubicBezTo>
                  <a:cubicBezTo>
                    <a:pt x="56" y="26"/>
                    <a:pt x="58" y="28"/>
                    <a:pt x="59" y="30"/>
                  </a:cubicBezTo>
                  <a:cubicBezTo>
                    <a:pt x="59" y="30"/>
                    <a:pt x="60" y="30"/>
                    <a:pt x="60" y="31"/>
                  </a:cubicBezTo>
                  <a:cubicBezTo>
                    <a:pt x="61" y="32"/>
                    <a:pt x="62" y="33"/>
                    <a:pt x="63" y="34"/>
                  </a:cubicBezTo>
                  <a:cubicBezTo>
                    <a:pt x="63" y="35"/>
                    <a:pt x="65" y="36"/>
                    <a:pt x="65" y="37"/>
                  </a:cubicBezTo>
                  <a:cubicBezTo>
                    <a:pt x="66" y="38"/>
                    <a:pt x="66" y="39"/>
                    <a:pt x="67" y="40"/>
                  </a:cubicBezTo>
                  <a:cubicBezTo>
                    <a:pt x="67" y="40"/>
                    <a:pt x="68" y="41"/>
                    <a:pt x="68" y="41"/>
                  </a:cubicBezTo>
                  <a:cubicBezTo>
                    <a:pt x="69" y="42"/>
                    <a:pt x="70" y="43"/>
                    <a:pt x="70" y="44"/>
                  </a:cubicBezTo>
                  <a:cubicBezTo>
                    <a:pt x="72" y="46"/>
                    <a:pt x="73" y="48"/>
                    <a:pt x="74" y="50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2"/>
                    <a:pt x="76" y="53"/>
                    <a:pt x="76" y="53"/>
                  </a:cubicBezTo>
                  <a:cubicBezTo>
                    <a:pt x="77" y="54"/>
                    <a:pt x="77" y="55"/>
                    <a:pt x="78" y="55"/>
                  </a:cubicBezTo>
                  <a:cubicBezTo>
                    <a:pt x="78" y="56"/>
                    <a:pt x="78" y="56"/>
                    <a:pt x="78" y="57"/>
                  </a:cubicBezTo>
                  <a:cubicBezTo>
                    <a:pt x="79" y="57"/>
                    <a:pt x="79" y="57"/>
                    <a:pt x="79" y="58"/>
                  </a:cubicBezTo>
                  <a:cubicBezTo>
                    <a:pt x="80" y="59"/>
                    <a:pt x="80" y="60"/>
                    <a:pt x="80" y="60"/>
                  </a:cubicBezTo>
                  <a:cubicBezTo>
                    <a:pt x="81" y="62"/>
                    <a:pt x="82" y="62"/>
                    <a:pt x="82" y="64"/>
                  </a:cubicBezTo>
                  <a:cubicBezTo>
                    <a:pt x="82" y="64"/>
                    <a:pt x="82" y="65"/>
                    <a:pt x="82" y="65"/>
                  </a:cubicBezTo>
                  <a:close/>
                  <a:moveTo>
                    <a:pt x="135" y="56"/>
                  </a:moveTo>
                  <a:cubicBezTo>
                    <a:pt x="135" y="57"/>
                    <a:pt x="135" y="57"/>
                    <a:pt x="134" y="58"/>
                  </a:cubicBezTo>
                  <a:cubicBezTo>
                    <a:pt x="133" y="58"/>
                    <a:pt x="132" y="59"/>
                    <a:pt x="131" y="59"/>
                  </a:cubicBezTo>
                  <a:cubicBezTo>
                    <a:pt x="130" y="60"/>
                    <a:pt x="128" y="59"/>
                    <a:pt x="127" y="58"/>
                  </a:cubicBezTo>
                  <a:cubicBezTo>
                    <a:pt x="124" y="57"/>
                    <a:pt x="120" y="55"/>
                    <a:pt x="117" y="53"/>
                  </a:cubicBezTo>
                  <a:cubicBezTo>
                    <a:pt x="117" y="53"/>
                    <a:pt x="112" y="51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51"/>
                    <a:pt x="111" y="52"/>
                    <a:pt x="111" y="53"/>
                  </a:cubicBezTo>
                  <a:cubicBezTo>
                    <a:pt x="111" y="54"/>
                    <a:pt x="110" y="55"/>
                    <a:pt x="109" y="55"/>
                  </a:cubicBezTo>
                  <a:cubicBezTo>
                    <a:pt x="108" y="56"/>
                    <a:pt x="108" y="55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9" y="57"/>
                    <a:pt x="109" y="58"/>
                    <a:pt x="110" y="59"/>
                  </a:cubicBezTo>
                  <a:cubicBezTo>
                    <a:pt x="111" y="59"/>
                    <a:pt x="111" y="60"/>
                    <a:pt x="112" y="61"/>
                  </a:cubicBezTo>
                  <a:cubicBezTo>
                    <a:pt x="112" y="61"/>
                    <a:pt x="113" y="62"/>
                    <a:pt x="113" y="63"/>
                  </a:cubicBezTo>
                  <a:cubicBezTo>
                    <a:pt x="114" y="63"/>
                    <a:pt x="114" y="64"/>
                    <a:pt x="114" y="64"/>
                  </a:cubicBezTo>
                  <a:cubicBezTo>
                    <a:pt x="115" y="65"/>
                    <a:pt x="115" y="65"/>
                    <a:pt x="115" y="66"/>
                  </a:cubicBezTo>
                  <a:cubicBezTo>
                    <a:pt x="116" y="66"/>
                    <a:pt x="116" y="67"/>
                    <a:pt x="116" y="67"/>
                  </a:cubicBezTo>
                  <a:cubicBezTo>
                    <a:pt x="117" y="68"/>
                    <a:pt x="118" y="69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1"/>
                    <a:pt x="118" y="71"/>
                    <a:pt x="119" y="71"/>
                  </a:cubicBezTo>
                  <a:cubicBezTo>
                    <a:pt x="119" y="72"/>
                    <a:pt x="120" y="76"/>
                    <a:pt x="119" y="77"/>
                  </a:cubicBezTo>
                  <a:cubicBezTo>
                    <a:pt x="119" y="77"/>
                    <a:pt x="118" y="77"/>
                    <a:pt x="118" y="77"/>
                  </a:cubicBezTo>
                  <a:cubicBezTo>
                    <a:pt x="118" y="77"/>
                    <a:pt x="118" y="77"/>
                    <a:pt x="118" y="78"/>
                  </a:cubicBezTo>
                  <a:cubicBezTo>
                    <a:pt x="117" y="78"/>
                    <a:pt x="116" y="78"/>
                    <a:pt x="115" y="78"/>
                  </a:cubicBezTo>
                  <a:cubicBezTo>
                    <a:pt x="114" y="78"/>
                    <a:pt x="113" y="78"/>
                    <a:pt x="113" y="77"/>
                  </a:cubicBezTo>
                  <a:cubicBezTo>
                    <a:pt x="112" y="77"/>
                    <a:pt x="111" y="77"/>
                    <a:pt x="111" y="77"/>
                  </a:cubicBezTo>
                  <a:cubicBezTo>
                    <a:pt x="108" y="76"/>
                    <a:pt x="106" y="75"/>
                    <a:pt x="104" y="74"/>
                  </a:cubicBezTo>
                  <a:cubicBezTo>
                    <a:pt x="102" y="73"/>
                    <a:pt x="101" y="73"/>
                    <a:pt x="100" y="72"/>
                  </a:cubicBezTo>
                  <a:cubicBezTo>
                    <a:pt x="99" y="72"/>
                    <a:pt x="98" y="72"/>
                    <a:pt x="97" y="71"/>
                  </a:cubicBezTo>
                  <a:cubicBezTo>
                    <a:pt x="96" y="71"/>
                    <a:pt x="96" y="70"/>
                    <a:pt x="95" y="70"/>
                  </a:cubicBezTo>
                  <a:cubicBezTo>
                    <a:pt x="94" y="69"/>
                    <a:pt x="93" y="69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ubicBezTo>
                    <a:pt x="90" y="67"/>
                    <a:pt x="89" y="67"/>
                    <a:pt x="88" y="67"/>
                  </a:cubicBezTo>
                  <a:cubicBezTo>
                    <a:pt x="86" y="65"/>
                    <a:pt x="84" y="62"/>
                    <a:pt x="83" y="59"/>
                  </a:cubicBezTo>
                  <a:cubicBezTo>
                    <a:pt x="83" y="59"/>
                    <a:pt x="83" y="58"/>
                    <a:pt x="83" y="57"/>
                  </a:cubicBezTo>
                  <a:cubicBezTo>
                    <a:pt x="83" y="54"/>
                    <a:pt x="86" y="58"/>
                    <a:pt x="87" y="59"/>
                  </a:cubicBezTo>
                  <a:cubicBezTo>
                    <a:pt x="87" y="59"/>
                    <a:pt x="88" y="60"/>
                    <a:pt x="88" y="60"/>
                  </a:cubicBezTo>
                  <a:cubicBezTo>
                    <a:pt x="89" y="60"/>
                    <a:pt x="91" y="60"/>
                    <a:pt x="92" y="60"/>
                  </a:cubicBezTo>
                  <a:cubicBezTo>
                    <a:pt x="93" y="61"/>
                    <a:pt x="92" y="61"/>
                    <a:pt x="92" y="62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5" y="62"/>
                    <a:pt x="95" y="62"/>
                  </a:cubicBezTo>
                  <a:cubicBezTo>
                    <a:pt x="96" y="62"/>
                    <a:pt x="97" y="62"/>
                    <a:pt x="98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3"/>
                    <a:pt x="99" y="64"/>
                    <a:pt x="99" y="65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6"/>
                    <a:pt x="103" y="67"/>
                    <a:pt x="103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4" y="67"/>
                    <a:pt x="105" y="69"/>
                    <a:pt x="106" y="69"/>
                  </a:cubicBezTo>
                  <a:cubicBezTo>
                    <a:pt x="108" y="70"/>
                    <a:pt x="109" y="70"/>
                    <a:pt x="110" y="70"/>
                  </a:cubicBezTo>
                  <a:cubicBezTo>
                    <a:pt x="110" y="70"/>
                    <a:pt x="111" y="71"/>
                    <a:pt x="111" y="71"/>
                  </a:cubicBezTo>
                  <a:cubicBezTo>
                    <a:pt x="112" y="71"/>
                    <a:pt x="112" y="71"/>
                    <a:pt x="113" y="72"/>
                  </a:cubicBezTo>
                  <a:cubicBezTo>
                    <a:pt x="113" y="72"/>
                    <a:pt x="114" y="72"/>
                    <a:pt x="114" y="72"/>
                  </a:cubicBezTo>
                  <a:cubicBezTo>
                    <a:pt x="114" y="72"/>
                    <a:pt x="115" y="72"/>
                    <a:pt x="115" y="72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5" y="69"/>
                    <a:pt x="114" y="68"/>
                    <a:pt x="114" y="68"/>
                  </a:cubicBezTo>
                  <a:cubicBezTo>
                    <a:pt x="113" y="66"/>
                    <a:pt x="112" y="65"/>
                    <a:pt x="111" y="63"/>
                  </a:cubicBezTo>
                  <a:cubicBezTo>
                    <a:pt x="110" y="63"/>
                    <a:pt x="110" y="62"/>
                    <a:pt x="109" y="62"/>
                  </a:cubicBezTo>
                  <a:cubicBezTo>
                    <a:pt x="109" y="61"/>
                    <a:pt x="109" y="61"/>
                    <a:pt x="109" y="60"/>
                  </a:cubicBezTo>
                  <a:cubicBezTo>
                    <a:pt x="108" y="60"/>
                    <a:pt x="108" y="60"/>
                    <a:pt x="108" y="59"/>
                  </a:cubicBezTo>
                  <a:cubicBezTo>
                    <a:pt x="107" y="59"/>
                    <a:pt x="107" y="59"/>
                    <a:pt x="107" y="58"/>
                  </a:cubicBezTo>
                  <a:cubicBezTo>
                    <a:pt x="106" y="58"/>
                    <a:pt x="106" y="57"/>
                    <a:pt x="106" y="57"/>
                  </a:cubicBezTo>
                  <a:cubicBezTo>
                    <a:pt x="105" y="56"/>
                    <a:pt x="104" y="55"/>
                    <a:pt x="104" y="55"/>
                  </a:cubicBezTo>
                  <a:cubicBezTo>
                    <a:pt x="103" y="54"/>
                    <a:pt x="103" y="54"/>
                    <a:pt x="102" y="54"/>
                  </a:cubicBezTo>
                  <a:cubicBezTo>
                    <a:pt x="102" y="54"/>
                    <a:pt x="101" y="53"/>
                    <a:pt x="101" y="53"/>
                  </a:cubicBezTo>
                  <a:cubicBezTo>
                    <a:pt x="101" y="53"/>
                    <a:pt x="100" y="53"/>
                    <a:pt x="100" y="53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8" y="52"/>
                    <a:pt x="97" y="51"/>
                    <a:pt x="96" y="51"/>
                  </a:cubicBezTo>
                  <a:cubicBezTo>
                    <a:pt x="96" y="51"/>
                    <a:pt x="95" y="50"/>
                    <a:pt x="95" y="50"/>
                  </a:cubicBezTo>
                  <a:cubicBezTo>
                    <a:pt x="94" y="50"/>
                    <a:pt x="94" y="50"/>
                    <a:pt x="93" y="49"/>
                  </a:cubicBezTo>
                  <a:cubicBezTo>
                    <a:pt x="92" y="49"/>
                    <a:pt x="91" y="48"/>
                    <a:pt x="89" y="48"/>
                  </a:cubicBezTo>
                  <a:cubicBezTo>
                    <a:pt x="89" y="48"/>
                    <a:pt x="88" y="48"/>
                    <a:pt x="88" y="48"/>
                  </a:cubicBezTo>
                  <a:cubicBezTo>
                    <a:pt x="88" y="48"/>
                    <a:pt x="87" y="49"/>
                    <a:pt x="87" y="50"/>
                  </a:cubicBezTo>
                  <a:cubicBezTo>
                    <a:pt x="86" y="52"/>
                    <a:pt x="83" y="56"/>
                    <a:pt x="81" y="54"/>
                  </a:cubicBezTo>
                  <a:cubicBezTo>
                    <a:pt x="80" y="53"/>
                    <a:pt x="79" y="52"/>
                    <a:pt x="80" y="51"/>
                  </a:cubicBezTo>
                  <a:cubicBezTo>
                    <a:pt x="80" y="50"/>
                    <a:pt x="81" y="50"/>
                    <a:pt x="81" y="49"/>
                  </a:cubicBezTo>
                  <a:cubicBezTo>
                    <a:pt x="81" y="48"/>
                    <a:pt x="82" y="48"/>
                    <a:pt x="82" y="47"/>
                  </a:cubicBezTo>
                  <a:cubicBezTo>
                    <a:pt x="83" y="46"/>
                    <a:pt x="83" y="45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2" y="44"/>
                    <a:pt x="82" y="44"/>
                    <a:pt x="82" y="43"/>
                  </a:cubicBezTo>
                  <a:cubicBezTo>
                    <a:pt x="82" y="43"/>
                    <a:pt x="81" y="43"/>
                    <a:pt x="81" y="43"/>
                  </a:cubicBezTo>
                  <a:cubicBezTo>
                    <a:pt x="80" y="43"/>
                    <a:pt x="80" y="42"/>
                    <a:pt x="80" y="42"/>
                  </a:cubicBezTo>
                  <a:cubicBezTo>
                    <a:pt x="79" y="42"/>
                    <a:pt x="79" y="42"/>
                    <a:pt x="78" y="41"/>
                  </a:cubicBezTo>
                  <a:cubicBezTo>
                    <a:pt x="78" y="41"/>
                    <a:pt x="77" y="41"/>
                    <a:pt x="77" y="40"/>
                  </a:cubicBezTo>
                  <a:cubicBezTo>
                    <a:pt x="76" y="39"/>
                    <a:pt x="74" y="38"/>
                    <a:pt x="74" y="37"/>
                  </a:cubicBezTo>
                  <a:cubicBezTo>
                    <a:pt x="74" y="36"/>
                    <a:pt x="74" y="36"/>
                    <a:pt x="75" y="36"/>
                  </a:cubicBezTo>
                  <a:cubicBezTo>
                    <a:pt x="75" y="36"/>
                    <a:pt x="76" y="37"/>
                    <a:pt x="77" y="37"/>
                  </a:cubicBezTo>
                  <a:cubicBezTo>
                    <a:pt x="77" y="37"/>
                    <a:pt x="79" y="38"/>
                    <a:pt x="79" y="38"/>
                  </a:cubicBezTo>
                  <a:cubicBezTo>
                    <a:pt x="80" y="39"/>
                    <a:pt x="80" y="39"/>
                    <a:pt x="81" y="39"/>
                  </a:cubicBezTo>
                  <a:cubicBezTo>
                    <a:pt x="81" y="40"/>
                    <a:pt x="82" y="40"/>
                    <a:pt x="82" y="40"/>
                  </a:cubicBezTo>
                  <a:cubicBezTo>
                    <a:pt x="83" y="40"/>
                    <a:pt x="84" y="40"/>
                    <a:pt x="84" y="41"/>
                  </a:cubicBezTo>
                  <a:cubicBezTo>
                    <a:pt x="85" y="41"/>
                    <a:pt x="85" y="41"/>
                    <a:pt x="85" y="42"/>
                  </a:cubicBezTo>
                  <a:cubicBezTo>
                    <a:pt x="85" y="42"/>
                    <a:pt x="85" y="42"/>
                    <a:pt x="85" y="41"/>
                  </a:cubicBezTo>
                  <a:cubicBezTo>
                    <a:pt x="86" y="41"/>
                    <a:pt x="87" y="40"/>
                    <a:pt x="87" y="39"/>
                  </a:cubicBezTo>
                  <a:cubicBezTo>
                    <a:pt x="86" y="39"/>
                    <a:pt x="86" y="38"/>
                    <a:pt x="85" y="38"/>
                  </a:cubicBezTo>
                  <a:cubicBezTo>
                    <a:pt x="85" y="37"/>
                    <a:pt x="84" y="37"/>
                    <a:pt x="84" y="36"/>
                  </a:cubicBezTo>
                  <a:cubicBezTo>
                    <a:pt x="84" y="36"/>
                    <a:pt x="83" y="36"/>
                    <a:pt x="83" y="36"/>
                  </a:cubicBezTo>
                  <a:cubicBezTo>
                    <a:pt x="82" y="35"/>
                    <a:pt x="82" y="34"/>
                    <a:pt x="81" y="34"/>
                  </a:cubicBezTo>
                  <a:cubicBezTo>
                    <a:pt x="81" y="33"/>
                    <a:pt x="79" y="32"/>
                    <a:pt x="79" y="31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7" y="30"/>
                    <a:pt x="76" y="30"/>
                    <a:pt x="76" y="29"/>
                  </a:cubicBezTo>
                  <a:cubicBezTo>
                    <a:pt x="75" y="29"/>
                    <a:pt x="74" y="28"/>
                    <a:pt x="74" y="28"/>
                  </a:cubicBezTo>
                  <a:cubicBezTo>
                    <a:pt x="73" y="28"/>
                    <a:pt x="73" y="27"/>
                    <a:pt x="73" y="27"/>
                  </a:cubicBezTo>
                  <a:cubicBezTo>
                    <a:pt x="72" y="26"/>
                    <a:pt x="70" y="27"/>
                    <a:pt x="70" y="26"/>
                  </a:cubicBezTo>
                  <a:cubicBezTo>
                    <a:pt x="69" y="25"/>
                    <a:pt x="69" y="24"/>
                    <a:pt x="69" y="23"/>
                  </a:cubicBezTo>
                  <a:cubicBezTo>
                    <a:pt x="69" y="23"/>
                    <a:pt x="69" y="22"/>
                    <a:pt x="69" y="22"/>
                  </a:cubicBezTo>
                  <a:cubicBezTo>
                    <a:pt x="70" y="22"/>
                    <a:pt x="70" y="21"/>
                    <a:pt x="71" y="21"/>
                  </a:cubicBezTo>
                  <a:cubicBezTo>
                    <a:pt x="71" y="21"/>
                    <a:pt x="72" y="20"/>
                    <a:pt x="72" y="20"/>
                  </a:cubicBezTo>
                  <a:cubicBezTo>
                    <a:pt x="73" y="20"/>
                    <a:pt x="74" y="20"/>
                    <a:pt x="75" y="20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7" y="19"/>
                    <a:pt x="78" y="19"/>
                    <a:pt x="78" y="19"/>
                  </a:cubicBezTo>
                  <a:cubicBezTo>
                    <a:pt x="79" y="19"/>
                    <a:pt x="80" y="19"/>
                    <a:pt x="81" y="18"/>
                  </a:cubicBezTo>
                  <a:cubicBezTo>
                    <a:pt x="82" y="18"/>
                    <a:pt x="83" y="17"/>
                    <a:pt x="84" y="17"/>
                  </a:cubicBezTo>
                  <a:cubicBezTo>
                    <a:pt x="84" y="17"/>
                    <a:pt x="85" y="17"/>
                    <a:pt x="85" y="17"/>
                  </a:cubicBezTo>
                  <a:cubicBezTo>
                    <a:pt x="85" y="18"/>
                    <a:pt x="84" y="20"/>
                    <a:pt x="83" y="21"/>
                  </a:cubicBezTo>
                  <a:cubicBezTo>
                    <a:pt x="83" y="21"/>
                    <a:pt x="82" y="21"/>
                    <a:pt x="82" y="22"/>
                  </a:cubicBezTo>
                  <a:cubicBezTo>
                    <a:pt x="82" y="22"/>
                    <a:pt x="81" y="22"/>
                    <a:pt x="81" y="23"/>
                  </a:cubicBezTo>
                  <a:cubicBezTo>
                    <a:pt x="81" y="23"/>
                    <a:pt x="80" y="23"/>
                    <a:pt x="80" y="24"/>
                  </a:cubicBezTo>
                  <a:cubicBezTo>
                    <a:pt x="79" y="24"/>
                    <a:pt x="78" y="24"/>
                    <a:pt x="78" y="25"/>
                  </a:cubicBezTo>
                  <a:cubicBezTo>
                    <a:pt x="78" y="26"/>
                    <a:pt x="79" y="26"/>
                    <a:pt x="79" y="27"/>
                  </a:cubicBezTo>
                  <a:cubicBezTo>
                    <a:pt x="80" y="27"/>
                    <a:pt x="80" y="28"/>
                    <a:pt x="80" y="28"/>
                  </a:cubicBezTo>
                  <a:cubicBezTo>
                    <a:pt x="81" y="29"/>
                    <a:pt x="81" y="29"/>
                    <a:pt x="82" y="29"/>
                  </a:cubicBezTo>
                  <a:cubicBezTo>
                    <a:pt x="82" y="30"/>
                    <a:pt x="84" y="32"/>
                    <a:pt x="85" y="32"/>
                  </a:cubicBezTo>
                  <a:cubicBezTo>
                    <a:pt x="86" y="32"/>
                    <a:pt x="86" y="28"/>
                    <a:pt x="87" y="28"/>
                  </a:cubicBezTo>
                  <a:cubicBezTo>
                    <a:pt x="87" y="27"/>
                    <a:pt x="88" y="28"/>
                    <a:pt x="88" y="28"/>
                  </a:cubicBezTo>
                  <a:cubicBezTo>
                    <a:pt x="89" y="28"/>
                    <a:pt x="90" y="28"/>
                    <a:pt x="90" y="28"/>
                  </a:cubicBezTo>
                  <a:cubicBezTo>
                    <a:pt x="91" y="28"/>
                    <a:pt x="92" y="28"/>
                    <a:pt x="92" y="27"/>
                  </a:cubicBezTo>
                  <a:cubicBezTo>
                    <a:pt x="94" y="27"/>
                    <a:pt x="95" y="26"/>
                    <a:pt x="96" y="25"/>
                  </a:cubicBezTo>
                  <a:cubicBezTo>
                    <a:pt x="97" y="25"/>
                    <a:pt x="97" y="24"/>
                    <a:pt x="98" y="24"/>
                  </a:cubicBezTo>
                  <a:cubicBezTo>
                    <a:pt x="98" y="24"/>
                    <a:pt x="99" y="24"/>
                    <a:pt x="100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9" y="26"/>
                    <a:pt x="99" y="27"/>
                  </a:cubicBezTo>
                  <a:cubicBezTo>
                    <a:pt x="98" y="27"/>
                    <a:pt x="98" y="28"/>
                    <a:pt x="98" y="28"/>
                  </a:cubicBezTo>
                  <a:cubicBezTo>
                    <a:pt x="96" y="30"/>
                    <a:pt x="95" y="32"/>
                    <a:pt x="94" y="33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1" y="36"/>
                    <a:pt x="90" y="36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37"/>
                    <a:pt x="90" y="38"/>
                    <a:pt x="90" y="38"/>
                  </a:cubicBezTo>
                  <a:cubicBezTo>
                    <a:pt x="91" y="39"/>
                    <a:pt x="92" y="40"/>
                    <a:pt x="93" y="41"/>
                  </a:cubicBezTo>
                  <a:cubicBezTo>
                    <a:pt x="94" y="42"/>
                    <a:pt x="94" y="42"/>
                    <a:pt x="95" y="43"/>
                  </a:cubicBezTo>
                  <a:cubicBezTo>
                    <a:pt x="96" y="43"/>
                    <a:pt x="96" y="44"/>
                    <a:pt x="96" y="45"/>
                  </a:cubicBezTo>
                  <a:cubicBezTo>
                    <a:pt x="97" y="45"/>
                    <a:pt x="99" y="46"/>
                    <a:pt x="100" y="46"/>
                  </a:cubicBezTo>
                  <a:cubicBezTo>
                    <a:pt x="100" y="46"/>
                    <a:pt x="101" y="47"/>
                    <a:pt x="101" y="47"/>
                  </a:cubicBezTo>
                  <a:cubicBezTo>
                    <a:pt x="102" y="47"/>
                    <a:pt x="103" y="47"/>
                    <a:pt x="104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7"/>
                    <a:pt x="105" y="47"/>
                    <a:pt x="105" y="46"/>
                  </a:cubicBezTo>
                  <a:cubicBezTo>
                    <a:pt x="104" y="46"/>
                    <a:pt x="104" y="45"/>
                    <a:pt x="103" y="44"/>
                  </a:cubicBezTo>
                  <a:cubicBezTo>
                    <a:pt x="103" y="44"/>
                    <a:pt x="102" y="43"/>
                    <a:pt x="101" y="43"/>
                  </a:cubicBezTo>
                  <a:cubicBezTo>
                    <a:pt x="101" y="43"/>
                    <a:pt x="101" y="42"/>
                    <a:pt x="100" y="42"/>
                  </a:cubicBezTo>
                  <a:cubicBezTo>
                    <a:pt x="100" y="41"/>
                    <a:pt x="99" y="41"/>
                    <a:pt x="99" y="41"/>
                  </a:cubicBezTo>
                  <a:cubicBezTo>
                    <a:pt x="98" y="40"/>
                    <a:pt x="98" y="39"/>
                    <a:pt x="97" y="39"/>
                  </a:cubicBezTo>
                  <a:cubicBezTo>
                    <a:pt x="97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8" y="37"/>
                    <a:pt x="102" y="42"/>
                    <a:pt x="103" y="41"/>
                  </a:cubicBezTo>
                  <a:cubicBezTo>
                    <a:pt x="104" y="41"/>
                    <a:pt x="104" y="35"/>
                    <a:pt x="104" y="34"/>
                  </a:cubicBezTo>
                  <a:cubicBezTo>
                    <a:pt x="105" y="34"/>
                    <a:pt x="105" y="33"/>
                    <a:pt x="105" y="34"/>
                  </a:cubicBezTo>
                  <a:cubicBezTo>
                    <a:pt x="106" y="34"/>
                    <a:pt x="106" y="35"/>
                    <a:pt x="106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7" y="37"/>
                    <a:pt x="107" y="37"/>
                    <a:pt x="107" y="38"/>
                  </a:cubicBezTo>
                  <a:cubicBezTo>
                    <a:pt x="107" y="38"/>
                    <a:pt x="108" y="39"/>
                    <a:pt x="108" y="39"/>
                  </a:cubicBezTo>
                  <a:cubicBezTo>
                    <a:pt x="108" y="40"/>
                    <a:pt x="108" y="41"/>
                    <a:pt x="109" y="41"/>
                  </a:cubicBezTo>
                  <a:cubicBezTo>
                    <a:pt x="109" y="42"/>
                    <a:pt x="109" y="43"/>
                    <a:pt x="109" y="43"/>
                  </a:cubicBezTo>
                  <a:cubicBezTo>
                    <a:pt x="110" y="44"/>
                    <a:pt x="110" y="44"/>
                    <a:pt x="110" y="45"/>
                  </a:cubicBezTo>
                  <a:cubicBezTo>
                    <a:pt x="110" y="45"/>
                    <a:pt x="111" y="45"/>
                    <a:pt x="111" y="46"/>
                  </a:cubicBezTo>
                  <a:cubicBezTo>
                    <a:pt x="112" y="46"/>
                    <a:pt x="112" y="46"/>
                    <a:pt x="113" y="46"/>
                  </a:cubicBezTo>
                  <a:cubicBezTo>
                    <a:pt x="114" y="47"/>
                    <a:pt x="114" y="47"/>
                    <a:pt x="115" y="47"/>
                  </a:cubicBezTo>
                  <a:cubicBezTo>
                    <a:pt x="116" y="47"/>
                    <a:pt x="117" y="48"/>
                    <a:pt x="118" y="49"/>
                  </a:cubicBezTo>
                  <a:cubicBezTo>
                    <a:pt x="118" y="49"/>
                    <a:pt x="119" y="49"/>
                    <a:pt x="119" y="4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20" y="49"/>
                    <a:pt x="121" y="50"/>
                    <a:pt x="121" y="50"/>
                  </a:cubicBezTo>
                  <a:cubicBezTo>
                    <a:pt x="122" y="50"/>
                    <a:pt x="123" y="51"/>
                    <a:pt x="124" y="51"/>
                  </a:cubicBezTo>
                  <a:cubicBezTo>
                    <a:pt x="125" y="52"/>
                    <a:pt x="127" y="53"/>
                    <a:pt x="128" y="53"/>
                  </a:cubicBezTo>
                  <a:cubicBezTo>
                    <a:pt x="129" y="54"/>
                    <a:pt x="132" y="55"/>
                    <a:pt x="134" y="55"/>
                  </a:cubicBezTo>
                  <a:cubicBezTo>
                    <a:pt x="134" y="55"/>
                    <a:pt x="134" y="55"/>
                    <a:pt x="134" y="55"/>
                  </a:cubicBezTo>
                  <a:cubicBezTo>
                    <a:pt x="135" y="55"/>
                    <a:pt x="135" y="56"/>
                    <a:pt x="135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Freeform 13"/>
            <p:cNvSpPr>
              <a:spLocks noEditPoints="1"/>
            </p:cNvSpPr>
            <p:nvPr/>
          </p:nvSpPr>
          <p:spPr bwMode="auto">
            <a:xfrm>
              <a:off x="6164263" y="2185988"/>
              <a:ext cx="274638" cy="327025"/>
            </a:xfrm>
            <a:custGeom>
              <a:avLst/>
              <a:gdLst>
                <a:gd name="T0" fmla="*/ 69 w 101"/>
                <a:gd name="T1" fmla="*/ 53 h 120"/>
                <a:gd name="T2" fmla="*/ 47 w 101"/>
                <a:gd name="T3" fmla="*/ 25 h 120"/>
                <a:gd name="T4" fmla="*/ 48 w 101"/>
                <a:gd name="T5" fmla="*/ 34 h 120"/>
                <a:gd name="T6" fmla="*/ 40 w 101"/>
                <a:gd name="T7" fmla="*/ 37 h 120"/>
                <a:gd name="T8" fmla="*/ 36 w 101"/>
                <a:gd name="T9" fmla="*/ 41 h 120"/>
                <a:gd name="T10" fmla="*/ 31 w 101"/>
                <a:gd name="T11" fmla="*/ 56 h 120"/>
                <a:gd name="T12" fmla="*/ 28 w 101"/>
                <a:gd name="T13" fmla="*/ 67 h 120"/>
                <a:gd name="T14" fmla="*/ 23 w 101"/>
                <a:gd name="T15" fmla="*/ 86 h 120"/>
                <a:gd name="T16" fmla="*/ 21 w 101"/>
                <a:gd name="T17" fmla="*/ 98 h 120"/>
                <a:gd name="T18" fmla="*/ 15 w 101"/>
                <a:gd name="T19" fmla="*/ 94 h 120"/>
                <a:gd name="T20" fmla="*/ 19 w 101"/>
                <a:gd name="T21" fmla="*/ 76 h 120"/>
                <a:gd name="T22" fmla="*/ 23 w 101"/>
                <a:gd name="T23" fmla="*/ 61 h 120"/>
                <a:gd name="T24" fmla="*/ 20 w 101"/>
                <a:gd name="T25" fmla="*/ 60 h 120"/>
                <a:gd name="T26" fmla="*/ 15 w 101"/>
                <a:gd name="T27" fmla="*/ 71 h 120"/>
                <a:gd name="T28" fmla="*/ 5 w 101"/>
                <a:gd name="T29" fmla="*/ 80 h 120"/>
                <a:gd name="T30" fmla="*/ 0 w 101"/>
                <a:gd name="T31" fmla="*/ 68 h 120"/>
                <a:gd name="T32" fmla="*/ 12 w 101"/>
                <a:gd name="T33" fmla="*/ 62 h 120"/>
                <a:gd name="T34" fmla="*/ 22 w 101"/>
                <a:gd name="T35" fmla="*/ 56 h 120"/>
                <a:gd name="T36" fmla="*/ 28 w 101"/>
                <a:gd name="T37" fmla="*/ 45 h 120"/>
                <a:gd name="T38" fmla="*/ 21 w 101"/>
                <a:gd name="T39" fmla="*/ 42 h 120"/>
                <a:gd name="T40" fmla="*/ 24 w 101"/>
                <a:gd name="T41" fmla="*/ 35 h 120"/>
                <a:gd name="T42" fmla="*/ 35 w 101"/>
                <a:gd name="T43" fmla="*/ 30 h 120"/>
                <a:gd name="T44" fmla="*/ 87 w 101"/>
                <a:gd name="T45" fmla="*/ 9 h 120"/>
                <a:gd name="T46" fmla="*/ 88 w 101"/>
                <a:gd name="T47" fmla="*/ 22 h 120"/>
                <a:gd name="T48" fmla="*/ 84 w 101"/>
                <a:gd name="T49" fmla="*/ 36 h 120"/>
                <a:gd name="T50" fmla="*/ 91 w 101"/>
                <a:gd name="T51" fmla="*/ 39 h 120"/>
                <a:gd name="T52" fmla="*/ 94 w 101"/>
                <a:gd name="T53" fmla="*/ 27 h 120"/>
                <a:gd name="T54" fmla="*/ 99 w 101"/>
                <a:gd name="T55" fmla="*/ 27 h 120"/>
                <a:gd name="T56" fmla="*/ 97 w 101"/>
                <a:gd name="T57" fmla="*/ 43 h 120"/>
                <a:gd name="T58" fmla="*/ 92 w 101"/>
                <a:gd name="T59" fmla="*/ 47 h 120"/>
                <a:gd name="T60" fmla="*/ 83 w 101"/>
                <a:gd name="T61" fmla="*/ 52 h 120"/>
                <a:gd name="T62" fmla="*/ 76 w 101"/>
                <a:gd name="T63" fmla="*/ 65 h 120"/>
                <a:gd name="T64" fmla="*/ 77 w 101"/>
                <a:gd name="T65" fmla="*/ 76 h 120"/>
                <a:gd name="T66" fmla="*/ 75 w 101"/>
                <a:gd name="T67" fmla="*/ 87 h 120"/>
                <a:gd name="T68" fmla="*/ 73 w 101"/>
                <a:gd name="T69" fmla="*/ 94 h 120"/>
                <a:gd name="T70" fmla="*/ 72 w 101"/>
                <a:gd name="T71" fmla="*/ 101 h 120"/>
                <a:gd name="T72" fmla="*/ 72 w 101"/>
                <a:gd name="T73" fmla="*/ 113 h 120"/>
                <a:gd name="T74" fmla="*/ 64 w 101"/>
                <a:gd name="T75" fmla="*/ 120 h 120"/>
                <a:gd name="T76" fmla="*/ 59 w 101"/>
                <a:gd name="T77" fmla="*/ 114 h 120"/>
                <a:gd name="T78" fmla="*/ 62 w 101"/>
                <a:gd name="T79" fmla="*/ 97 h 120"/>
                <a:gd name="T80" fmla="*/ 64 w 101"/>
                <a:gd name="T81" fmla="*/ 88 h 120"/>
                <a:gd name="T82" fmla="*/ 67 w 101"/>
                <a:gd name="T83" fmla="*/ 75 h 120"/>
                <a:gd name="T84" fmla="*/ 69 w 101"/>
                <a:gd name="T85" fmla="*/ 60 h 120"/>
                <a:gd name="T86" fmla="*/ 57 w 101"/>
                <a:gd name="T87" fmla="*/ 68 h 120"/>
                <a:gd name="T88" fmla="*/ 53 w 101"/>
                <a:gd name="T89" fmla="*/ 64 h 120"/>
                <a:gd name="T90" fmla="*/ 65 w 101"/>
                <a:gd name="T91" fmla="*/ 55 h 120"/>
                <a:gd name="T92" fmla="*/ 57 w 101"/>
                <a:gd name="T93" fmla="*/ 45 h 120"/>
                <a:gd name="T94" fmla="*/ 58 w 101"/>
                <a:gd name="T95" fmla="*/ 33 h 120"/>
                <a:gd name="T96" fmla="*/ 64 w 101"/>
                <a:gd name="T97" fmla="*/ 25 h 120"/>
                <a:gd name="T98" fmla="*/ 61 w 101"/>
                <a:gd name="T99" fmla="*/ 38 h 120"/>
                <a:gd name="T100" fmla="*/ 73 w 101"/>
                <a:gd name="T101" fmla="*/ 41 h 120"/>
                <a:gd name="T102" fmla="*/ 79 w 101"/>
                <a:gd name="T103" fmla="*/ 24 h 120"/>
                <a:gd name="T104" fmla="*/ 81 w 101"/>
                <a:gd name="T105" fmla="*/ 15 h 120"/>
                <a:gd name="T106" fmla="*/ 56 w 101"/>
                <a:gd name="T107" fmla="*/ 0 h 120"/>
                <a:gd name="T108" fmla="*/ 55 w 101"/>
                <a:gd name="T109" fmla="*/ 11 h 120"/>
                <a:gd name="T110" fmla="*/ 46 w 101"/>
                <a:gd name="T111" fmla="*/ 18 h 120"/>
                <a:gd name="T112" fmla="*/ 36 w 101"/>
                <a:gd name="T113" fmla="*/ 22 h 120"/>
                <a:gd name="T114" fmla="*/ 27 w 101"/>
                <a:gd name="T115" fmla="*/ 27 h 120"/>
                <a:gd name="T116" fmla="*/ 25 w 101"/>
                <a:gd name="T117" fmla="*/ 26 h 120"/>
                <a:gd name="T118" fmla="*/ 36 w 101"/>
                <a:gd name="T119" fmla="*/ 15 h 120"/>
                <a:gd name="T120" fmla="*/ 46 w 101"/>
                <a:gd name="T121" fmla="*/ 8 h 120"/>
                <a:gd name="T122" fmla="*/ 54 w 101"/>
                <a:gd name="T123" fmla="*/ 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" h="120">
                  <a:moveTo>
                    <a:pt x="70" y="50"/>
                  </a:moveTo>
                  <a:cubicBezTo>
                    <a:pt x="70" y="50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3"/>
                    <a:pt x="67" y="54"/>
                    <a:pt x="67" y="54"/>
                  </a:cubicBezTo>
                  <a:cubicBezTo>
                    <a:pt x="67" y="54"/>
                    <a:pt x="67" y="53"/>
                    <a:pt x="67" y="53"/>
                  </a:cubicBezTo>
                  <a:cubicBezTo>
                    <a:pt x="68" y="53"/>
                    <a:pt x="69" y="53"/>
                    <a:pt x="69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52"/>
                    <a:pt x="71" y="51"/>
                    <a:pt x="71" y="50"/>
                  </a:cubicBezTo>
                  <a:cubicBezTo>
                    <a:pt x="71" y="50"/>
                    <a:pt x="71" y="50"/>
                    <a:pt x="71" y="50"/>
                  </a:cubicBezTo>
                  <a:cubicBezTo>
                    <a:pt x="71" y="50"/>
                    <a:pt x="70" y="50"/>
                    <a:pt x="70" y="50"/>
                  </a:cubicBezTo>
                  <a:close/>
                  <a:moveTo>
                    <a:pt x="47" y="25"/>
                  </a:moveTo>
                  <a:cubicBezTo>
                    <a:pt x="47" y="25"/>
                    <a:pt x="48" y="26"/>
                    <a:pt x="48" y="26"/>
                  </a:cubicBezTo>
                  <a:cubicBezTo>
                    <a:pt x="49" y="26"/>
                    <a:pt x="49" y="27"/>
                    <a:pt x="49" y="27"/>
                  </a:cubicBezTo>
                  <a:cubicBezTo>
                    <a:pt x="49" y="27"/>
                    <a:pt x="50" y="28"/>
                    <a:pt x="50" y="28"/>
                  </a:cubicBezTo>
                  <a:cubicBezTo>
                    <a:pt x="50" y="28"/>
                    <a:pt x="50" y="29"/>
                    <a:pt x="50" y="29"/>
                  </a:cubicBezTo>
                  <a:cubicBezTo>
                    <a:pt x="50" y="29"/>
                    <a:pt x="50" y="30"/>
                    <a:pt x="50" y="31"/>
                  </a:cubicBezTo>
                  <a:cubicBezTo>
                    <a:pt x="50" y="33"/>
                    <a:pt x="49" y="33"/>
                    <a:pt x="48" y="34"/>
                  </a:cubicBezTo>
                  <a:cubicBezTo>
                    <a:pt x="48" y="35"/>
                    <a:pt x="47" y="35"/>
                    <a:pt x="47" y="35"/>
                  </a:cubicBezTo>
                  <a:cubicBezTo>
                    <a:pt x="46" y="35"/>
                    <a:pt x="46" y="35"/>
                    <a:pt x="45" y="35"/>
                  </a:cubicBezTo>
                  <a:cubicBezTo>
                    <a:pt x="45" y="36"/>
                    <a:pt x="45" y="36"/>
                    <a:pt x="44" y="36"/>
                  </a:cubicBezTo>
                  <a:cubicBezTo>
                    <a:pt x="44" y="36"/>
                    <a:pt x="43" y="36"/>
                    <a:pt x="42" y="36"/>
                  </a:cubicBezTo>
                  <a:cubicBezTo>
                    <a:pt x="42" y="36"/>
                    <a:pt x="42" y="36"/>
                    <a:pt x="41" y="36"/>
                  </a:cubicBezTo>
                  <a:cubicBezTo>
                    <a:pt x="41" y="36"/>
                    <a:pt x="40" y="37"/>
                    <a:pt x="40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8" y="38"/>
                    <a:pt x="38" y="38"/>
                  </a:cubicBezTo>
                  <a:cubicBezTo>
                    <a:pt x="38" y="38"/>
                    <a:pt x="38" y="38"/>
                    <a:pt x="37" y="39"/>
                  </a:cubicBezTo>
                  <a:cubicBezTo>
                    <a:pt x="37" y="39"/>
                    <a:pt x="37" y="39"/>
                    <a:pt x="37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1"/>
                    <a:pt x="36" y="41"/>
                  </a:cubicBezTo>
                  <a:cubicBezTo>
                    <a:pt x="35" y="42"/>
                    <a:pt x="35" y="42"/>
                    <a:pt x="35" y="43"/>
                  </a:cubicBezTo>
                  <a:cubicBezTo>
                    <a:pt x="34" y="44"/>
                    <a:pt x="34" y="45"/>
                    <a:pt x="34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1" y="53"/>
                    <a:pt x="31" y="54"/>
                    <a:pt x="31" y="56"/>
                  </a:cubicBezTo>
                  <a:cubicBezTo>
                    <a:pt x="31" y="56"/>
                    <a:pt x="31" y="57"/>
                    <a:pt x="30" y="57"/>
                  </a:cubicBezTo>
                  <a:cubicBezTo>
                    <a:pt x="30" y="57"/>
                    <a:pt x="30" y="58"/>
                    <a:pt x="30" y="57"/>
                  </a:cubicBezTo>
                  <a:cubicBezTo>
                    <a:pt x="30" y="59"/>
                    <a:pt x="29" y="59"/>
                    <a:pt x="29" y="60"/>
                  </a:cubicBezTo>
                  <a:cubicBezTo>
                    <a:pt x="29" y="60"/>
                    <a:pt x="29" y="61"/>
                    <a:pt x="29" y="61"/>
                  </a:cubicBezTo>
                  <a:cubicBezTo>
                    <a:pt x="29" y="63"/>
                    <a:pt x="29" y="65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7" y="69"/>
                    <a:pt x="27" y="69"/>
                  </a:cubicBezTo>
                  <a:cubicBezTo>
                    <a:pt x="27" y="69"/>
                    <a:pt x="27" y="70"/>
                    <a:pt x="27" y="70"/>
                  </a:cubicBezTo>
                  <a:cubicBezTo>
                    <a:pt x="27" y="72"/>
                    <a:pt x="27" y="74"/>
                    <a:pt x="26" y="77"/>
                  </a:cubicBezTo>
                  <a:cubicBezTo>
                    <a:pt x="26" y="78"/>
                    <a:pt x="25" y="79"/>
                    <a:pt x="25" y="79"/>
                  </a:cubicBezTo>
                  <a:cubicBezTo>
                    <a:pt x="24" y="82"/>
                    <a:pt x="24" y="84"/>
                    <a:pt x="23" y="86"/>
                  </a:cubicBezTo>
                  <a:cubicBezTo>
                    <a:pt x="23" y="87"/>
                    <a:pt x="23" y="88"/>
                    <a:pt x="23" y="89"/>
                  </a:cubicBezTo>
                  <a:cubicBezTo>
                    <a:pt x="23" y="90"/>
                    <a:pt x="22" y="91"/>
                    <a:pt x="22" y="92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2" y="93"/>
                    <a:pt x="23" y="94"/>
                    <a:pt x="23" y="94"/>
                  </a:cubicBezTo>
                  <a:cubicBezTo>
                    <a:pt x="22" y="95"/>
                    <a:pt x="21" y="96"/>
                    <a:pt x="21" y="96"/>
                  </a:cubicBezTo>
                  <a:cubicBezTo>
                    <a:pt x="21" y="97"/>
                    <a:pt x="21" y="97"/>
                    <a:pt x="21" y="98"/>
                  </a:cubicBezTo>
                  <a:cubicBezTo>
                    <a:pt x="20" y="98"/>
                    <a:pt x="19" y="99"/>
                    <a:pt x="18" y="99"/>
                  </a:cubicBezTo>
                  <a:cubicBezTo>
                    <a:pt x="18" y="99"/>
                    <a:pt x="17" y="99"/>
                    <a:pt x="16" y="99"/>
                  </a:cubicBezTo>
                  <a:cubicBezTo>
                    <a:pt x="15" y="98"/>
                    <a:pt x="14" y="99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8"/>
                    <a:pt x="13" y="97"/>
                    <a:pt x="13" y="97"/>
                  </a:cubicBezTo>
                  <a:cubicBezTo>
                    <a:pt x="13" y="96"/>
                    <a:pt x="14" y="95"/>
                    <a:pt x="15" y="94"/>
                  </a:cubicBezTo>
                  <a:cubicBezTo>
                    <a:pt x="15" y="93"/>
                    <a:pt x="15" y="92"/>
                    <a:pt x="15" y="91"/>
                  </a:cubicBezTo>
                  <a:cubicBezTo>
                    <a:pt x="15" y="90"/>
                    <a:pt x="16" y="90"/>
                    <a:pt x="16" y="89"/>
                  </a:cubicBezTo>
                  <a:cubicBezTo>
                    <a:pt x="16" y="87"/>
                    <a:pt x="17" y="85"/>
                    <a:pt x="17" y="83"/>
                  </a:cubicBezTo>
                  <a:cubicBezTo>
                    <a:pt x="17" y="83"/>
                    <a:pt x="17" y="81"/>
                    <a:pt x="18" y="81"/>
                  </a:cubicBezTo>
                  <a:cubicBezTo>
                    <a:pt x="17" y="80"/>
                    <a:pt x="18" y="78"/>
                    <a:pt x="18" y="77"/>
                  </a:cubicBezTo>
                  <a:cubicBezTo>
                    <a:pt x="19" y="77"/>
                    <a:pt x="19" y="76"/>
                    <a:pt x="19" y="76"/>
                  </a:cubicBezTo>
                  <a:cubicBezTo>
                    <a:pt x="20" y="74"/>
                    <a:pt x="20" y="71"/>
                    <a:pt x="21" y="69"/>
                  </a:cubicBezTo>
                  <a:cubicBezTo>
                    <a:pt x="21" y="69"/>
                    <a:pt x="21" y="68"/>
                    <a:pt x="21" y="68"/>
                  </a:cubicBezTo>
                  <a:cubicBezTo>
                    <a:pt x="21" y="67"/>
                    <a:pt x="21" y="67"/>
                    <a:pt x="21" y="66"/>
                  </a:cubicBezTo>
                  <a:cubicBezTo>
                    <a:pt x="22" y="65"/>
                    <a:pt x="22" y="65"/>
                    <a:pt x="23" y="64"/>
                  </a:cubicBezTo>
                  <a:cubicBezTo>
                    <a:pt x="23" y="64"/>
                    <a:pt x="23" y="63"/>
                    <a:pt x="23" y="63"/>
                  </a:cubicBezTo>
                  <a:cubicBezTo>
                    <a:pt x="23" y="62"/>
                    <a:pt x="23" y="62"/>
                    <a:pt x="23" y="61"/>
                  </a:cubicBezTo>
                  <a:cubicBezTo>
                    <a:pt x="23" y="61"/>
                    <a:pt x="23" y="60"/>
                    <a:pt x="23" y="60"/>
                  </a:cubicBezTo>
                  <a:cubicBezTo>
                    <a:pt x="24" y="60"/>
                    <a:pt x="24" y="59"/>
                    <a:pt x="24" y="58"/>
                  </a:cubicBezTo>
                  <a:cubicBezTo>
                    <a:pt x="24" y="58"/>
                    <a:pt x="24" y="58"/>
                    <a:pt x="24" y="57"/>
                  </a:cubicBezTo>
                  <a:cubicBezTo>
                    <a:pt x="24" y="56"/>
                    <a:pt x="24" y="57"/>
                    <a:pt x="23" y="57"/>
                  </a:cubicBezTo>
                  <a:cubicBezTo>
                    <a:pt x="22" y="57"/>
                    <a:pt x="21" y="59"/>
                    <a:pt x="20" y="59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1"/>
                    <a:pt x="19" y="61"/>
                    <a:pt x="19" y="61"/>
                  </a:cubicBezTo>
                  <a:cubicBezTo>
                    <a:pt x="19" y="62"/>
                    <a:pt x="19" y="62"/>
                    <a:pt x="19" y="63"/>
                  </a:cubicBezTo>
                  <a:cubicBezTo>
                    <a:pt x="19" y="63"/>
                    <a:pt x="18" y="64"/>
                    <a:pt x="18" y="64"/>
                  </a:cubicBezTo>
                  <a:cubicBezTo>
                    <a:pt x="18" y="65"/>
                    <a:pt x="17" y="65"/>
                    <a:pt x="17" y="66"/>
                  </a:cubicBezTo>
                  <a:cubicBezTo>
                    <a:pt x="17" y="66"/>
                    <a:pt x="17" y="68"/>
                    <a:pt x="17" y="68"/>
                  </a:cubicBezTo>
                  <a:cubicBezTo>
                    <a:pt x="16" y="69"/>
                    <a:pt x="16" y="70"/>
                    <a:pt x="15" y="71"/>
                  </a:cubicBezTo>
                  <a:cubicBezTo>
                    <a:pt x="15" y="72"/>
                    <a:pt x="15" y="74"/>
                    <a:pt x="15" y="75"/>
                  </a:cubicBezTo>
                  <a:cubicBezTo>
                    <a:pt x="14" y="76"/>
                    <a:pt x="15" y="76"/>
                    <a:pt x="14" y="76"/>
                  </a:cubicBezTo>
                  <a:cubicBezTo>
                    <a:pt x="14" y="76"/>
                    <a:pt x="14" y="76"/>
                    <a:pt x="13" y="77"/>
                  </a:cubicBezTo>
                  <a:cubicBezTo>
                    <a:pt x="13" y="77"/>
                    <a:pt x="12" y="78"/>
                    <a:pt x="11" y="78"/>
                  </a:cubicBezTo>
                  <a:cubicBezTo>
                    <a:pt x="10" y="79"/>
                    <a:pt x="9" y="80"/>
                    <a:pt x="8" y="80"/>
                  </a:cubicBezTo>
                  <a:cubicBezTo>
                    <a:pt x="7" y="80"/>
                    <a:pt x="5" y="80"/>
                    <a:pt x="5" y="80"/>
                  </a:cubicBezTo>
                  <a:cubicBezTo>
                    <a:pt x="4" y="79"/>
                    <a:pt x="3" y="78"/>
                    <a:pt x="3" y="77"/>
                  </a:cubicBezTo>
                  <a:cubicBezTo>
                    <a:pt x="2" y="76"/>
                    <a:pt x="1" y="75"/>
                    <a:pt x="1" y="74"/>
                  </a:cubicBezTo>
                  <a:cubicBezTo>
                    <a:pt x="0" y="73"/>
                    <a:pt x="0" y="72"/>
                    <a:pt x="0" y="72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" y="67"/>
                    <a:pt x="3" y="65"/>
                    <a:pt x="4" y="65"/>
                  </a:cubicBezTo>
                  <a:cubicBezTo>
                    <a:pt x="4" y="65"/>
                    <a:pt x="5" y="65"/>
                    <a:pt x="5" y="65"/>
                  </a:cubicBezTo>
                  <a:cubicBezTo>
                    <a:pt x="6" y="65"/>
                    <a:pt x="6" y="64"/>
                    <a:pt x="6" y="64"/>
                  </a:cubicBezTo>
                  <a:cubicBezTo>
                    <a:pt x="8" y="64"/>
                    <a:pt x="9" y="64"/>
                    <a:pt x="10" y="63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2" y="61"/>
                    <a:pt x="13" y="61"/>
                    <a:pt x="14" y="61"/>
                  </a:cubicBezTo>
                  <a:cubicBezTo>
                    <a:pt x="14" y="60"/>
                    <a:pt x="15" y="60"/>
                    <a:pt x="15" y="60"/>
                  </a:cubicBezTo>
                  <a:cubicBezTo>
                    <a:pt x="16" y="59"/>
                    <a:pt x="17" y="59"/>
                    <a:pt x="17" y="58"/>
                  </a:cubicBezTo>
                  <a:cubicBezTo>
                    <a:pt x="19" y="57"/>
                    <a:pt x="20" y="56"/>
                    <a:pt x="21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5"/>
                    <a:pt x="23" y="55"/>
                    <a:pt x="23" y="54"/>
                  </a:cubicBezTo>
                  <a:cubicBezTo>
                    <a:pt x="24" y="54"/>
                    <a:pt x="25" y="53"/>
                    <a:pt x="25" y="52"/>
                  </a:cubicBezTo>
                  <a:cubicBezTo>
                    <a:pt x="26" y="52"/>
                    <a:pt x="26" y="51"/>
                    <a:pt x="27" y="51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7" y="49"/>
                    <a:pt x="28" y="48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29" y="43"/>
                    <a:pt x="30" y="40"/>
                    <a:pt x="30" y="40"/>
                  </a:cubicBezTo>
                  <a:cubicBezTo>
                    <a:pt x="30" y="40"/>
                    <a:pt x="29" y="40"/>
                    <a:pt x="29" y="40"/>
                  </a:cubicBezTo>
                  <a:cubicBezTo>
                    <a:pt x="28" y="40"/>
                    <a:pt x="27" y="41"/>
                    <a:pt x="25" y="41"/>
                  </a:cubicBezTo>
                  <a:cubicBezTo>
                    <a:pt x="25" y="41"/>
                    <a:pt x="24" y="40"/>
                    <a:pt x="24" y="41"/>
                  </a:cubicBezTo>
                  <a:cubicBezTo>
                    <a:pt x="24" y="41"/>
                    <a:pt x="22" y="42"/>
                    <a:pt x="21" y="42"/>
                  </a:cubicBezTo>
                  <a:cubicBezTo>
                    <a:pt x="20" y="42"/>
                    <a:pt x="20" y="41"/>
                    <a:pt x="19" y="41"/>
                  </a:cubicBezTo>
                  <a:cubicBezTo>
                    <a:pt x="19" y="40"/>
                    <a:pt x="18" y="39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6"/>
                    <a:pt x="21" y="36"/>
                    <a:pt x="21" y="36"/>
                  </a:cubicBezTo>
                  <a:cubicBezTo>
                    <a:pt x="22" y="36"/>
                    <a:pt x="23" y="35"/>
                    <a:pt x="24" y="35"/>
                  </a:cubicBezTo>
                  <a:cubicBezTo>
                    <a:pt x="24" y="35"/>
                    <a:pt x="25" y="34"/>
                    <a:pt x="25" y="34"/>
                  </a:cubicBezTo>
                  <a:cubicBezTo>
                    <a:pt x="26" y="34"/>
                    <a:pt x="27" y="34"/>
                    <a:pt x="27" y="33"/>
                  </a:cubicBezTo>
                  <a:cubicBezTo>
                    <a:pt x="28" y="33"/>
                    <a:pt x="29" y="32"/>
                    <a:pt x="29" y="32"/>
                  </a:cubicBezTo>
                  <a:cubicBezTo>
                    <a:pt x="30" y="32"/>
                    <a:pt x="31" y="32"/>
                    <a:pt x="31" y="31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3" y="31"/>
                    <a:pt x="34" y="30"/>
                    <a:pt x="35" y="30"/>
                  </a:cubicBezTo>
                  <a:cubicBezTo>
                    <a:pt x="36" y="28"/>
                    <a:pt x="36" y="26"/>
                    <a:pt x="38" y="26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1" y="28"/>
                    <a:pt x="42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26"/>
                    <a:pt x="45" y="25"/>
                    <a:pt x="47" y="25"/>
                  </a:cubicBezTo>
                  <a:close/>
                  <a:moveTo>
                    <a:pt x="87" y="9"/>
                  </a:moveTo>
                  <a:cubicBezTo>
                    <a:pt x="88" y="9"/>
                    <a:pt x="90" y="10"/>
                    <a:pt x="90" y="11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13"/>
                    <a:pt x="90" y="13"/>
                    <a:pt x="91" y="13"/>
                  </a:cubicBezTo>
                  <a:cubicBezTo>
                    <a:pt x="91" y="15"/>
                    <a:pt x="90" y="17"/>
                    <a:pt x="90" y="18"/>
                  </a:cubicBezTo>
                  <a:cubicBezTo>
                    <a:pt x="90" y="18"/>
                    <a:pt x="89" y="19"/>
                    <a:pt x="89" y="19"/>
                  </a:cubicBezTo>
                  <a:cubicBezTo>
                    <a:pt x="89" y="20"/>
                    <a:pt x="88" y="21"/>
                    <a:pt x="88" y="22"/>
                  </a:cubicBezTo>
                  <a:cubicBezTo>
                    <a:pt x="88" y="22"/>
                    <a:pt x="87" y="23"/>
                    <a:pt x="87" y="23"/>
                  </a:cubicBezTo>
                  <a:cubicBezTo>
                    <a:pt x="87" y="25"/>
                    <a:pt x="87" y="26"/>
                    <a:pt x="86" y="27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5" y="29"/>
                    <a:pt x="85" y="29"/>
                    <a:pt x="85" y="30"/>
                  </a:cubicBezTo>
                  <a:cubicBezTo>
                    <a:pt x="85" y="31"/>
                    <a:pt x="85" y="31"/>
                    <a:pt x="85" y="32"/>
                  </a:cubicBezTo>
                  <a:cubicBezTo>
                    <a:pt x="84" y="33"/>
                    <a:pt x="84" y="35"/>
                    <a:pt x="84" y="36"/>
                  </a:cubicBezTo>
                  <a:cubicBezTo>
                    <a:pt x="83" y="38"/>
                    <a:pt x="83" y="39"/>
                    <a:pt x="83" y="41"/>
                  </a:cubicBezTo>
                  <a:cubicBezTo>
                    <a:pt x="83" y="41"/>
                    <a:pt x="82" y="41"/>
                    <a:pt x="82" y="42"/>
                  </a:cubicBezTo>
                  <a:cubicBezTo>
                    <a:pt x="81" y="43"/>
                    <a:pt x="81" y="45"/>
                    <a:pt x="83" y="45"/>
                  </a:cubicBezTo>
                  <a:cubicBezTo>
                    <a:pt x="84" y="44"/>
                    <a:pt x="85" y="44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2"/>
                    <a:pt x="91" y="40"/>
                    <a:pt x="91" y="39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3" y="37"/>
                    <a:pt x="93" y="36"/>
                    <a:pt x="93" y="35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4" y="32"/>
                    <a:pt x="94" y="32"/>
                    <a:pt x="94" y="31"/>
                  </a:cubicBezTo>
                  <a:cubicBezTo>
                    <a:pt x="94" y="31"/>
                    <a:pt x="94" y="30"/>
                    <a:pt x="94" y="30"/>
                  </a:cubicBezTo>
                  <a:cubicBezTo>
                    <a:pt x="94" y="29"/>
                    <a:pt x="94" y="28"/>
                    <a:pt x="94" y="27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4" y="24"/>
                    <a:pt x="93" y="24"/>
                    <a:pt x="93" y="23"/>
                  </a:cubicBezTo>
                  <a:cubicBezTo>
                    <a:pt x="94" y="23"/>
                    <a:pt x="95" y="23"/>
                    <a:pt x="96" y="23"/>
                  </a:cubicBezTo>
                  <a:cubicBezTo>
                    <a:pt x="96" y="23"/>
                    <a:pt x="97" y="24"/>
                    <a:pt x="98" y="24"/>
                  </a:cubicBezTo>
                  <a:cubicBezTo>
                    <a:pt x="98" y="24"/>
                    <a:pt x="99" y="25"/>
                    <a:pt x="99" y="26"/>
                  </a:cubicBezTo>
                  <a:cubicBezTo>
                    <a:pt x="99" y="26"/>
                    <a:pt x="99" y="27"/>
                    <a:pt x="99" y="27"/>
                  </a:cubicBezTo>
                  <a:cubicBezTo>
                    <a:pt x="100" y="28"/>
                    <a:pt x="101" y="29"/>
                    <a:pt x="101" y="29"/>
                  </a:cubicBezTo>
                  <a:cubicBezTo>
                    <a:pt x="101" y="30"/>
                    <a:pt x="100" y="31"/>
                    <a:pt x="100" y="32"/>
                  </a:cubicBezTo>
                  <a:cubicBezTo>
                    <a:pt x="100" y="34"/>
                    <a:pt x="99" y="35"/>
                    <a:pt x="99" y="37"/>
                  </a:cubicBezTo>
                  <a:cubicBezTo>
                    <a:pt x="99" y="38"/>
                    <a:pt x="99" y="39"/>
                    <a:pt x="99" y="39"/>
                  </a:cubicBezTo>
                  <a:cubicBezTo>
                    <a:pt x="99" y="40"/>
                    <a:pt x="98" y="40"/>
                    <a:pt x="97" y="41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7" y="43"/>
                    <a:pt x="97" y="43"/>
                    <a:pt x="97" y="43"/>
                  </a:cubicBezTo>
                  <a:cubicBezTo>
                    <a:pt x="97" y="43"/>
                    <a:pt x="96" y="43"/>
                    <a:pt x="96" y="43"/>
                  </a:cubicBezTo>
                  <a:cubicBezTo>
                    <a:pt x="96" y="44"/>
                    <a:pt x="96" y="44"/>
                    <a:pt x="95" y="44"/>
                  </a:cubicBezTo>
                  <a:cubicBezTo>
                    <a:pt x="95" y="44"/>
                    <a:pt x="95" y="45"/>
                    <a:pt x="94" y="45"/>
                  </a:cubicBezTo>
                  <a:cubicBezTo>
                    <a:pt x="94" y="45"/>
                    <a:pt x="94" y="45"/>
                    <a:pt x="93" y="45"/>
                  </a:cubicBezTo>
                  <a:cubicBezTo>
                    <a:pt x="93" y="46"/>
                    <a:pt x="93" y="46"/>
                    <a:pt x="92" y="47"/>
                  </a:cubicBezTo>
                  <a:cubicBezTo>
                    <a:pt x="92" y="47"/>
                    <a:pt x="91" y="47"/>
                    <a:pt x="90" y="48"/>
                  </a:cubicBezTo>
                  <a:cubicBezTo>
                    <a:pt x="90" y="48"/>
                    <a:pt x="89" y="48"/>
                    <a:pt x="89" y="49"/>
                  </a:cubicBezTo>
                  <a:cubicBezTo>
                    <a:pt x="89" y="49"/>
                    <a:pt x="89" y="49"/>
                    <a:pt x="88" y="49"/>
                  </a:cubicBezTo>
                  <a:cubicBezTo>
                    <a:pt x="88" y="49"/>
                    <a:pt x="88" y="49"/>
                    <a:pt x="87" y="49"/>
                  </a:cubicBezTo>
                  <a:cubicBezTo>
                    <a:pt x="87" y="49"/>
                    <a:pt x="87" y="50"/>
                    <a:pt x="86" y="50"/>
                  </a:cubicBezTo>
                  <a:cubicBezTo>
                    <a:pt x="85" y="50"/>
                    <a:pt x="84" y="51"/>
                    <a:pt x="83" y="52"/>
                  </a:cubicBezTo>
                  <a:cubicBezTo>
                    <a:pt x="83" y="52"/>
                    <a:pt x="82" y="52"/>
                    <a:pt x="82" y="53"/>
                  </a:cubicBezTo>
                  <a:cubicBezTo>
                    <a:pt x="81" y="53"/>
                    <a:pt x="81" y="53"/>
                    <a:pt x="81" y="54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0" y="55"/>
                    <a:pt x="79" y="56"/>
                    <a:pt x="79" y="56"/>
                  </a:cubicBezTo>
                  <a:cubicBezTo>
                    <a:pt x="78" y="58"/>
                    <a:pt x="78" y="61"/>
                    <a:pt x="78" y="63"/>
                  </a:cubicBezTo>
                  <a:cubicBezTo>
                    <a:pt x="77" y="64"/>
                    <a:pt x="76" y="64"/>
                    <a:pt x="76" y="65"/>
                  </a:cubicBezTo>
                  <a:cubicBezTo>
                    <a:pt x="76" y="66"/>
                    <a:pt x="77" y="67"/>
                    <a:pt x="77" y="67"/>
                  </a:cubicBezTo>
                  <a:cubicBezTo>
                    <a:pt x="77" y="68"/>
                    <a:pt x="76" y="69"/>
                    <a:pt x="76" y="70"/>
                  </a:cubicBezTo>
                  <a:cubicBezTo>
                    <a:pt x="77" y="70"/>
                    <a:pt x="77" y="70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74"/>
                    <a:pt x="77" y="76"/>
                    <a:pt x="77" y="76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9"/>
                    <a:pt x="75" y="79"/>
                    <a:pt x="74" y="80"/>
                  </a:cubicBezTo>
                  <a:cubicBezTo>
                    <a:pt x="73" y="81"/>
                    <a:pt x="73" y="82"/>
                    <a:pt x="74" y="83"/>
                  </a:cubicBezTo>
                  <a:cubicBezTo>
                    <a:pt x="74" y="83"/>
                    <a:pt x="74" y="83"/>
                    <a:pt x="74" y="84"/>
                  </a:cubicBezTo>
                  <a:cubicBezTo>
                    <a:pt x="73" y="84"/>
                    <a:pt x="73" y="85"/>
                    <a:pt x="73" y="85"/>
                  </a:cubicBezTo>
                  <a:cubicBezTo>
                    <a:pt x="73" y="87"/>
                    <a:pt x="75" y="86"/>
                    <a:pt x="75" y="87"/>
                  </a:cubicBezTo>
                  <a:cubicBezTo>
                    <a:pt x="75" y="88"/>
                    <a:pt x="75" y="88"/>
                    <a:pt x="75" y="89"/>
                  </a:cubicBezTo>
                  <a:cubicBezTo>
                    <a:pt x="75" y="89"/>
                    <a:pt x="74" y="90"/>
                    <a:pt x="74" y="90"/>
                  </a:cubicBezTo>
                  <a:cubicBezTo>
                    <a:pt x="74" y="91"/>
                    <a:pt x="73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2" y="94"/>
                    <a:pt x="72" y="94"/>
                    <a:pt x="73" y="94"/>
                  </a:cubicBezTo>
                  <a:cubicBezTo>
                    <a:pt x="73" y="93"/>
                    <a:pt x="74" y="91"/>
                    <a:pt x="75" y="92"/>
                  </a:cubicBezTo>
                  <a:cubicBezTo>
                    <a:pt x="75" y="93"/>
                    <a:pt x="75" y="93"/>
                    <a:pt x="75" y="93"/>
                  </a:cubicBezTo>
                  <a:cubicBezTo>
                    <a:pt x="75" y="93"/>
                    <a:pt x="75" y="94"/>
                    <a:pt x="74" y="94"/>
                  </a:cubicBezTo>
                  <a:cubicBezTo>
                    <a:pt x="74" y="96"/>
                    <a:pt x="74" y="97"/>
                    <a:pt x="74" y="98"/>
                  </a:cubicBezTo>
                  <a:cubicBezTo>
                    <a:pt x="73" y="99"/>
                    <a:pt x="73" y="99"/>
                    <a:pt x="73" y="100"/>
                  </a:cubicBezTo>
                  <a:cubicBezTo>
                    <a:pt x="72" y="100"/>
                    <a:pt x="72" y="101"/>
                    <a:pt x="72" y="101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2" y="104"/>
                    <a:pt x="72" y="105"/>
                  </a:cubicBezTo>
                  <a:cubicBezTo>
                    <a:pt x="72" y="105"/>
                    <a:pt x="73" y="106"/>
                    <a:pt x="73" y="107"/>
                  </a:cubicBezTo>
                  <a:cubicBezTo>
                    <a:pt x="73" y="107"/>
                    <a:pt x="73" y="108"/>
                    <a:pt x="72" y="109"/>
                  </a:cubicBezTo>
                  <a:cubicBezTo>
                    <a:pt x="72" y="110"/>
                    <a:pt x="72" y="110"/>
                    <a:pt x="72" y="111"/>
                  </a:cubicBezTo>
                  <a:cubicBezTo>
                    <a:pt x="72" y="112"/>
                    <a:pt x="72" y="113"/>
                    <a:pt x="72" y="113"/>
                  </a:cubicBezTo>
                  <a:cubicBezTo>
                    <a:pt x="72" y="114"/>
                    <a:pt x="72" y="114"/>
                    <a:pt x="72" y="115"/>
                  </a:cubicBezTo>
                  <a:cubicBezTo>
                    <a:pt x="72" y="115"/>
                    <a:pt x="72" y="115"/>
                    <a:pt x="71" y="116"/>
                  </a:cubicBezTo>
                  <a:cubicBezTo>
                    <a:pt x="71" y="116"/>
                    <a:pt x="71" y="117"/>
                    <a:pt x="70" y="117"/>
                  </a:cubicBezTo>
                  <a:cubicBezTo>
                    <a:pt x="70" y="118"/>
                    <a:pt x="69" y="118"/>
                    <a:pt x="68" y="118"/>
                  </a:cubicBezTo>
                  <a:cubicBezTo>
                    <a:pt x="68" y="118"/>
                    <a:pt x="67" y="119"/>
                    <a:pt x="67" y="119"/>
                  </a:cubicBezTo>
                  <a:cubicBezTo>
                    <a:pt x="66" y="119"/>
                    <a:pt x="65" y="120"/>
                    <a:pt x="64" y="120"/>
                  </a:cubicBezTo>
                  <a:cubicBezTo>
                    <a:pt x="64" y="120"/>
                    <a:pt x="63" y="120"/>
                    <a:pt x="62" y="120"/>
                  </a:cubicBezTo>
                  <a:cubicBezTo>
                    <a:pt x="61" y="120"/>
                    <a:pt x="59" y="119"/>
                    <a:pt x="59" y="119"/>
                  </a:cubicBezTo>
                  <a:cubicBezTo>
                    <a:pt x="58" y="118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6"/>
                  </a:cubicBezTo>
                  <a:cubicBezTo>
                    <a:pt x="59" y="116"/>
                    <a:pt x="59" y="115"/>
                    <a:pt x="59" y="114"/>
                  </a:cubicBezTo>
                  <a:cubicBezTo>
                    <a:pt x="60" y="114"/>
                    <a:pt x="60" y="113"/>
                    <a:pt x="60" y="113"/>
                  </a:cubicBezTo>
                  <a:cubicBezTo>
                    <a:pt x="60" y="112"/>
                    <a:pt x="60" y="111"/>
                    <a:pt x="60" y="110"/>
                  </a:cubicBezTo>
                  <a:cubicBezTo>
                    <a:pt x="60" y="108"/>
                    <a:pt x="61" y="105"/>
                    <a:pt x="61" y="102"/>
                  </a:cubicBezTo>
                  <a:cubicBezTo>
                    <a:pt x="62" y="102"/>
                    <a:pt x="61" y="101"/>
                    <a:pt x="61" y="101"/>
                  </a:cubicBezTo>
                  <a:cubicBezTo>
                    <a:pt x="61" y="100"/>
                    <a:pt x="61" y="99"/>
                    <a:pt x="62" y="98"/>
                  </a:cubicBezTo>
                  <a:cubicBezTo>
                    <a:pt x="62" y="98"/>
                    <a:pt x="62" y="97"/>
                    <a:pt x="62" y="97"/>
                  </a:cubicBezTo>
                  <a:cubicBezTo>
                    <a:pt x="62" y="96"/>
                    <a:pt x="63" y="96"/>
                    <a:pt x="63" y="95"/>
                  </a:cubicBezTo>
                  <a:cubicBezTo>
                    <a:pt x="63" y="95"/>
                    <a:pt x="63" y="94"/>
                    <a:pt x="63" y="94"/>
                  </a:cubicBezTo>
                  <a:cubicBezTo>
                    <a:pt x="63" y="94"/>
                    <a:pt x="63" y="93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0"/>
                    <a:pt x="63" y="90"/>
                    <a:pt x="64" y="89"/>
                  </a:cubicBezTo>
                  <a:cubicBezTo>
                    <a:pt x="64" y="89"/>
                    <a:pt x="64" y="88"/>
                    <a:pt x="64" y="88"/>
                  </a:cubicBezTo>
                  <a:cubicBezTo>
                    <a:pt x="64" y="87"/>
                    <a:pt x="64" y="87"/>
                    <a:pt x="65" y="86"/>
                  </a:cubicBezTo>
                  <a:cubicBezTo>
                    <a:pt x="65" y="86"/>
                    <a:pt x="65" y="85"/>
                    <a:pt x="65" y="84"/>
                  </a:cubicBezTo>
                  <a:cubicBezTo>
                    <a:pt x="65" y="84"/>
                    <a:pt x="65" y="84"/>
                    <a:pt x="65" y="83"/>
                  </a:cubicBezTo>
                  <a:cubicBezTo>
                    <a:pt x="66" y="82"/>
                    <a:pt x="65" y="81"/>
                    <a:pt x="66" y="80"/>
                  </a:cubicBezTo>
                  <a:cubicBezTo>
                    <a:pt x="66" y="79"/>
                    <a:pt x="66" y="79"/>
                    <a:pt x="67" y="78"/>
                  </a:cubicBezTo>
                  <a:cubicBezTo>
                    <a:pt x="67" y="77"/>
                    <a:pt x="67" y="76"/>
                    <a:pt x="67" y="75"/>
                  </a:cubicBezTo>
                  <a:cubicBezTo>
                    <a:pt x="67" y="74"/>
                    <a:pt x="68" y="74"/>
                    <a:pt x="68" y="73"/>
                  </a:cubicBezTo>
                  <a:cubicBezTo>
                    <a:pt x="68" y="72"/>
                    <a:pt x="68" y="72"/>
                    <a:pt x="67" y="71"/>
                  </a:cubicBezTo>
                  <a:cubicBezTo>
                    <a:pt x="68" y="70"/>
                    <a:pt x="68" y="68"/>
                    <a:pt x="68" y="67"/>
                  </a:cubicBezTo>
                  <a:cubicBezTo>
                    <a:pt x="69" y="66"/>
                    <a:pt x="69" y="66"/>
                    <a:pt x="69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3"/>
                    <a:pt x="70" y="62"/>
                    <a:pt x="69" y="60"/>
                  </a:cubicBezTo>
                  <a:cubicBezTo>
                    <a:pt x="68" y="59"/>
                    <a:pt x="64" y="63"/>
                    <a:pt x="63" y="63"/>
                  </a:cubicBezTo>
                  <a:cubicBezTo>
                    <a:pt x="62" y="64"/>
                    <a:pt x="62" y="64"/>
                    <a:pt x="61" y="64"/>
                  </a:cubicBezTo>
                  <a:cubicBezTo>
                    <a:pt x="61" y="65"/>
                    <a:pt x="60" y="65"/>
                    <a:pt x="60" y="66"/>
                  </a:cubicBezTo>
                  <a:cubicBezTo>
                    <a:pt x="60" y="66"/>
                    <a:pt x="59" y="66"/>
                    <a:pt x="59" y="66"/>
                  </a:cubicBezTo>
                  <a:cubicBezTo>
                    <a:pt x="59" y="66"/>
                    <a:pt x="58" y="66"/>
                    <a:pt x="58" y="66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6" y="68"/>
                    <a:pt x="55" y="68"/>
                    <a:pt x="54" y="68"/>
                  </a:cubicBezTo>
                  <a:cubicBezTo>
                    <a:pt x="53" y="69"/>
                    <a:pt x="50" y="71"/>
                    <a:pt x="48" y="69"/>
                  </a:cubicBezTo>
                  <a:cubicBezTo>
                    <a:pt x="48" y="68"/>
                    <a:pt x="48" y="67"/>
                    <a:pt x="48" y="66"/>
                  </a:cubicBezTo>
                  <a:cubicBezTo>
                    <a:pt x="49" y="65"/>
                    <a:pt x="50" y="65"/>
                    <a:pt x="51" y="65"/>
                  </a:cubicBezTo>
                  <a:cubicBezTo>
                    <a:pt x="51" y="64"/>
                    <a:pt x="51" y="64"/>
                    <a:pt x="52" y="64"/>
                  </a:cubicBezTo>
                  <a:cubicBezTo>
                    <a:pt x="52" y="64"/>
                    <a:pt x="53" y="64"/>
                    <a:pt x="53" y="64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2"/>
                    <a:pt x="56" y="62"/>
                    <a:pt x="57" y="61"/>
                  </a:cubicBezTo>
                  <a:cubicBezTo>
                    <a:pt x="57" y="60"/>
                    <a:pt x="59" y="60"/>
                    <a:pt x="59" y="60"/>
                  </a:cubicBezTo>
                  <a:cubicBezTo>
                    <a:pt x="61" y="59"/>
                    <a:pt x="62" y="58"/>
                    <a:pt x="63" y="57"/>
                  </a:cubicBezTo>
                  <a:cubicBezTo>
                    <a:pt x="63" y="57"/>
                    <a:pt x="64" y="56"/>
                    <a:pt x="65" y="56"/>
                  </a:cubicBezTo>
                  <a:cubicBezTo>
                    <a:pt x="65" y="56"/>
                    <a:pt x="65" y="55"/>
                    <a:pt x="65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2" y="54"/>
                    <a:pt x="62" y="53"/>
                  </a:cubicBezTo>
                  <a:cubicBezTo>
                    <a:pt x="62" y="53"/>
                    <a:pt x="61" y="52"/>
                    <a:pt x="61" y="52"/>
                  </a:cubicBezTo>
                  <a:cubicBezTo>
                    <a:pt x="61" y="50"/>
                    <a:pt x="63" y="49"/>
                    <a:pt x="62" y="48"/>
                  </a:cubicBezTo>
                  <a:cubicBezTo>
                    <a:pt x="61" y="47"/>
                    <a:pt x="60" y="47"/>
                    <a:pt x="59" y="47"/>
                  </a:cubicBezTo>
                  <a:cubicBezTo>
                    <a:pt x="58" y="47"/>
                    <a:pt x="58" y="46"/>
                    <a:pt x="57" y="45"/>
                  </a:cubicBezTo>
                  <a:cubicBezTo>
                    <a:pt x="56" y="44"/>
                    <a:pt x="56" y="45"/>
                    <a:pt x="55" y="43"/>
                  </a:cubicBezTo>
                  <a:cubicBezTo>
                    <a:pt x="55" y="43"/>
                    <a:pt x="55" y="43"/>
                    <a:pt x="55" y="42"/>
                  </a:cubicBezTo>
                  <a:cubicBezTo>
                    <a:pt x="55" y="42"/>
                    <a:pt x="55" y="41"/>
                    <a:pt x="55" y="41"/>
                  </a:cubicBezTo>
                  <a:cubicBezTo>
                    <a:pt x="55" y="40"/>
                    <a:pt x="56" y="39"/>
                    <a:pt x="56" y="38"/>
                  </a:cubicBezTo>
                  <a:cubicBezTo>
                    <a:pt x="56" y="37"/>
                    <a:pt x="57" y="37"/>
                    <a:pt x="57" y="35"/>
                  </a:cubicBezTo>
                  <a:cubicBezTo>
                    <a:pt x="57" y="35"/>
                    <a:pt x="58" y="34"/>
                    <a:pt x="58" y="33"/>
                  </a:cubicBezTo>
                  <a:cubicBezTo>
                    <a:pt x="57" y="32"/>
                    <a:pt x="56" y="32"/>
                    <a:pt x="56" y="31"/>
                  </a:cubicBezTo>
                  <a:cubicBezTo>
                    <a:pt x="56" y="30"/>
                    <a:pt x="57" y="29"/>
                    <a:pt x="57" y="28"/>
                  </a:cubicBezTo>
                  <a:cubicBezTo>
                    <a:pt x="57" y="28"/>
                    <a:pt x="57" y="28"/>
                    <a:pt x="58" y="28"/>
                  </a:cubicBezTo>
                  <a:cubicBezTo>
                    <a:pt x="58" y="28"/>
                    <a:pt x="58" y="27"/>
                    <a:pt x="58" y="27"/>
                  </a:cubicBezTo>
                  <a:cubicBezTo>
                    <a:pt x="59" y="26"/>
                    <a:pt x="61" y="25"/>
                    <a:pt x="62" y="25"/>
                  </a:cubicBezTo>
                  <a:cubicBezTo>
                    <a:pt x="63" y="25"/>
                    <a:pt x="63" y="24"/>
                    <a:pt x="64" y="25"/>
                  </a:cubicBezTo>
                  <a:cubicBezTo>
                    <a:pt x="67" y="24"/>
                    <a:pt x="69" y="26"/>
                    <a:pt x="70" y="29"/>
                  </a:cubicBezTo>
                  <a:cubicBezTo>
                    <a:pt x="70" y="29"/>
                    <a:pt x="71" y="30"/>
                    <a:pt x="70" y="30"/>
                  </a:cubicBezTo>
                  <a:cubicBezTo>
                    <a:pt x="70" y="30"/>
                    <a:pt x="69" y="31"/>
                    <a:pt x="69" y="31"/>
                  </a:cubicBezTo>
                  <a:cubicBezTo>
                    <a:pt x="69" y="32"/>
                    <a:pt x="69" y="33"/>
                    <a:pt x="68" y="33"/>
                  </a:cubicBezTo>
                  <a:cubicBezTo>
                    <a:pt x="67" y="35"/>
                    <a:pt x="64" y="36"/>
                    <a:pt x="62" y="37"/>
                  </a:cubicBezTo>
                  <a:cubicBezTo>
                    <a:pt x="62" y="37"/>
                    <a:pt x="62" y="38"/>
                    <a:pt x="61" y="38"/>
                  </a:cubicBezTo>
                  <a:cubicBezTo>
                    <a:pt x="61" y="39"/>
                    <a:pt x="60" y="39"/>
                    <a:pt x="61" y="40"/>
                  </a:cubicBezTo>
                  <a:cubicBezTo>
                    <a:pt x="61" y="41"/>
                    <a:pt x="62" y="41"/>
                    <a:pt x="63" y="41"/>
                  </a:cubicBezTo>
                  <a:cubicBezTo>
                    <a:pt x="64" y="41"/>
                    <a:pt x="64" y="41"/>
                    <a:pt x="65" y="41"/>
                  </a:cubicBezTo>
                  <a:cubicBezTo>
                    <a:pt x="65" y="41"/>
                    <a:pt x="66" y="41"/>
                    <a:pt x="66" y="41"/>
                  </a:cubicBezTo>
                  <a:cubicBezTo>
                    <a:pt x="67" y="40"/>
                    <a:pt x="68" y="40"/>
                    <a:pt x="69" y="40"/>
                  </a:cubicBezTo>
                  <a:cubicBezTo>
                    <a:pt x="70" y="40"/>
                    <a:pt x="72" y="41"/>
                    <a:pt x="73" y="41"/>
                  </a:cubicBezTo>
                  <a:cubicBezTo>
                    <a:pt x="75" y="39"/>
                    <a:pt x="75" y="35"/>
                    <a:pt x="76" y="3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8" y="29"/>
                    <a:pt x="78" y="27"/>
                    <a:pt x="78" y="26"/>
                  </a:cubicBezTo>
                  <a:cubicBezTo>
                    <a:pt x="78" y="26"/>
                    <a:pt x="78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3"/>
                    <a:pt x="79" y="22"/>
                    <a:pt x="79" y="22"/>
                  </a:cubicBezTo>
                  <a:cubicBezTo>
                    <a:pt x="79" y="22"/>
                    <a:pt x="80" y="21"/>
                    <a:pt x="80" y="21"/>
                  </a:cubicBezTo>
                  <a:cubicBezTo>
                    <a:pt x="80" y="21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8"/>
                    <a:pt x="81" y="16"/>
                    <a:pt x="81" y="15"/>
                  </a:cubicBezTo>
                  <a:cubicBezTo>
                    <a:pt x="81" y="15"/>
                    <a:pt x="81" y="13"/>
                    <a:pt x="81" y="13"/>
                  </a:cubicBezTo>
                  <a:cubicBezTo>
                    <a:pt x="81" y="12"/>
                    <a:pt x="82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3" y="10"/>
                    <a:pt x="84" y="10"/>
                    <a:pt x="85" y="9"/>
                  </a:cubicBezTo>
                  <a:cubicBezTo>
                    <a:pt x="85" y="9"/>
                    <a:pt x="86" y="9"/>
                    <a:pt x="87" y="9"/>
                  </a:cubicBezTo>
                  <a:close/>
                  <a:moveTo>
                    <a:pt x="56" y="0"/>
                  </a:moveTo>
                  <a:cubicBezTo>
                    <a:pt x="57" y="1"/>
                    <a:pt x="58" y="3"/>
                    <a:pt x="59" y="4"/>
                  </a:cubicBezTo>
                  <a:cubicBezTo>
                    <a:pt x="59" y="5"/>
                    <a:pt x="59" y="6"/>
                    <a:pt x="58" y="7"/>
                  </a:cubicBezTo>
                  <a:cubicBezTo>
                    <a:pt x="58" y="7"/>
                    <a:pt x="58" y="7"/>
                    <a:pt x="57" y="8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7" y="9"/>
                    <a:pt x="56" y="10"/>
                    <a:pt x="56" y="10"/>
                  </a:cubicBezTo>
                  <a:cubicBezTo>
                    <a:pt x="56" y="10"/>
                    <a:pt x="56" y="11"/>
                    <a:pt x="55" y="11"/>
                  </a:cubicBezTo>
                  <a:cubicBezTo>
                    <a:pt x="55" y="11"/>
                    <a:pt x="55" y="12"/>
                    <a:pt x="55" y="12"/>
                  </a:cubicBezTo>
                  <a:cubicBezTo>
                    <a:pt x="55" y="12"/>
                    <a:pt x="55" y="13"/>
                    <a:pt x="54" y="13"/>
                  </a:cubicBezTo>
                  <a:cubicBezTo>
                    <a:pt x="54" y="13"/>
                    <a:pt x="53" y="14"/>
                    <a:pt x="53" y="14"/>
                  </a:cubicBezTo>
                  <a:cubicBezTo>
                    <a:pt x="52" y="15"/>
                    <a:pt x="52" y="15"/>
                    <a:pt x="51" y="16"/>
                  </a:cubicBezTo>
                  <a:cubicBezTo>
                    <a:pt x="50" y="16"/>
                    <a:pt x="50" y="16"/>
                    <a:pt x="49" y="16"/>
                  </a:cubicBezTo>
                  <a:cubicBezTo>
                    <a:pt x="48" y="17"/>
                    <a:pt x="47" y="18"/>
                    <a:pt x="46" y="18"/>
                  </a:cubicBezTo>
                  <a:cubicBezTo>
                    <a:pt x="44" y="19"/>
                    <a:pt x="43" y="19"/>
                    <a:pt x="42" y="20"/>
                  </a:cubicBezTo>
                  <a:cubicBezTo>
                    <a:pt x="42" y="20"/>
                    <a:pt x="41" y="20"/>
                    <a:pt x="4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7" y="22"/>
                    <a:pt x="37" y="22"/>
                  </a:cubicBezTo>
                  <a:cubicBezTo>
                    <a:pt x="37" y="22"/>
                    <a:pt x="36" y="22"/>
                    <a:pt x="36" y="22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4" y="23"/>
                    <a:pt x="33" y="24"/>
                    <a:pt x="32" y="24"/>
                  </a:cubicBezTo>
                  <a:cubicBezTo>
                    <a:pt x="32" y="25"/>
                    <a:pt x="31" y="25"/>
                    <a:pt x="31" y="25"/>
                  </a:cubicBezTo>
                  <a:cubicBezTo>
                    <a:pt x="30" y="26"/>
                    <a:pt x="29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8"/>
                    <a:pt x="22" y="32"/>
                    <a:pt x="21" y="31"/>
                  </a:cubicBezTo>
                  <a:cubicBezTo>
                    <a:pt x="21" y="31"/>
                    <a:pt x="21" y="31"/>
                    <a:pt x="21" y="30"/>
                  </a:cubicBezTo>
                  <a:cubicBezTo>
                    <a:pt x="21" y="29"/>
                    <a:pt x="22" y="29"/>
                    <a:pt x="23" y="29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6"/>
                    <a:pt x="25" y="26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8" y="23"/>
                    <a:pt x="29" y="22"/>
                    <a:pt x="30" y="21"/>
                  </a:cubicBezTo>
                  <a:cubicBezTo>
                    <a:pt x="31" y="20"/>
                    <a:pt x="33" y="19"/>
                    <a:pt x="34" y="18"/>
                  </a:cubicBezTo>
                  <a:cubicBezTo>
                    <a:pt x="34" y="17"/>
                    <a:pt x="35" y="17"/>
                    <a:pt x="35" y="16"/>
                  </a:cubicBezTo>
                  <a:cubicBezTo>
                    <a:pt x="35" y="16"/>
                    <a:pt x="36" y="16"/>
                    <a:pt x="36" y="15"/>
                  </a:cubicBezTo>
                  <a:cubicBezTo>
                    <a:pt x="37" y="14"/>
                    <a:pt x="39" y="14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2" y="10"/>
                    <a:pt x="43" y="10"/>
                  </a:cubicBezTo>
                  <a:cubicBezTo>
                    <a:pt x="43" y="10"/>
                    <a:pt x="44" y="9"/>
                    <a:pt x="44" y="9"/>
                  </a:cubicBezTo>
                  <a:cubicBezTo>
                    <a:pt x="44" y="9"/>
                    <a:pt x="44" y="9"/>
                    <a:pt x="45" y="8"/>
                  </a:cubicBezTo>
                  <a:cubicBezTo>
                    <a:pt x="45" y="8"/>
                    <a:pt x="46" y="8"/>
                    <a:pt x="46" y="8"/>
                  </a:cubicBezTo>
                  <a:cubicBezTo>
                    <a:pt x="46" y="7"/>
                    <a:pt x="46" y="7"/>
                    <a:pt x="47" y="7"/>
                  </a:cubicBezTo>
                  <a:cubicBezTo>
                    <a:pt x="48" y="6"/>
                    <a:pt x="49" y="6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1" y="3"/>
                    <a:pt x="51" y="3"/>
                    <a:pt x="52" y="2"/>
                  </a:cubicBezTo>
                  <a:cubicBezTo>
                    <a:pt x="53" y="2"/>
                    <a:pt x="54" y="1"/>
                    <a:pt x="54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Freeform 14"/>
            <p:cNvSpPr>
              <a:spLocks/>
            </p:cNvSpPr>
            <p:nvPr/>
          </p:nvSpPr>
          <p:spPr bwMode="auto">
            <a:xfrm>
              <a:off x="5761038" y="2216150"/>
              <a:ext cx="174625" cy="239713"/>
            </a:xfrm>
            <a:custGeom>
              <a:avLst/>
              <a:gdLst>
                <a:gd name="T0" fmla="*/ 59 w 64"/>
                <a:gd name="T1" fmla="*/ 0 h 88"/>
                <a:gd name="T2" fmla="*/ 58 w 64"/>
                <a:gd name="T3" fmla="*/ 11 h 88"/>
                <a:gd name="T4" fmla="*/ 50 w 64"/>
                <a:gd name="T5" fmla="*/ 19 h 88"/>
                <a:gd name="T6" fmla="*/ 46 w 64"/>
                <a:gd name="T7" fmla="*/ 21 h 88"/>
                <a:gd name="T8" fmla="*/ 42 w 64"/>
                <a:gd name="T9" fmla="*/ 25 h 88"/>
                <a:gd name="T10" fmla="*/ 37 w 64"/>
                <a:gd name="T11" fmla="*/ 30 h 88"/>
                <a:gd name="T12" fmla="*/ 38 w 64"/>
                <a:gd name="T13" fmla="*/ 45 h 88"/>
                <a:gd name="T14" fmla="*/ 41 w 64"/>
                <a:gd name="T15" fmla="*/ 48 h 88"/>
                <a:gd name="T16" fmla="*/ 52 w 64"/>
                <a:gd name="T17" fmla="*/ 44 h 88"/>
                <a:gd name="T18" fmla="*/ 56 w 64"/>
                <a:gd name="T19" fmla="*/ 42 h 88"/>
                <a:gd name="T20" fmla="*/ 59 w 64"/>
                <a:gd name="T21" fmla="*/ 42 h 88"/>
                <a:gd name="T22" fmla="*/ 61 w 64"/>
                <a:gd name="T23" fmla="*/ 51 h 88"/>
                <a:gd name="T24" fmla="*/ 57 w 64"/>
                <a:gd name="T25" fmla="*/ 54 h 88"/>
                <a:gd name="T26" fmla="*/ 58 w 64"/>
                <a:gd name="T27" fmla="*/ 48 h 88"/>
                <a:gd name="T28" fmla="*/ 53 w 64"/>
                <a:gd name="T29" fmla="*/ 50 h 88"/>
                <a:gd name="T30" fmla="*/ 50 w 64"/>
                <a:gd name="T31" fmla="*/ 52 h 88"/>
                <a:gd name="T32" fmla="*/ 40 w 64"/>
                <a:gd name="T33" fmla="*/ 58 h 88"/>
                <a:gd name="T34" fmla="*/ 41 w 64"/>
                <a:gd name="T35" fmla="*/ 66 h 88"/>
                <a:gd name="T36" fmla="*/ 42 w 64"/>
                <a:gd name="T37" fmla="*/ 73 h 88"/>
                <a:gd name="T38" fmla="*/ 44 w 64"/>
                <a:gd name="T39" fmla="*/ 80 h 88"/>
                <a:gd name="T40" fmla="*/ 42 w 64"/>
                <a:gd name="T41" fmla="*/ 86 h 88"/>
                <a:gd name="T42" fmla="*/ 33 w 64"/>
                <a:gd name="T43" fmla="*/ 87 h 88"/>
                <a:gd name="T44" fmla="*/ 27 w 64"/>
                <a:gd name="T45" fmla="*/ 85 h 88"/>
                <a:gd name="T46" fmla="*/ 32 w 64"/>
                <a:gd name="T47" fmla="*/ 81 h 88"/>
                <a:gd name="T48" fmla="*/ 35 w 64"/>
                <a:gd name="T49" fmla="*/ 79 h 88"/>
                <a:gd name="T50" fmla="*/ 34 w 64"/>
                <a:gd name="T51" fmla="*/ 66 h 88"/>
                <a:gd name="T52" fmla="*/ 31 w 64"/>
                <a:gd name="T53" fmla="*/ 61 h 88"/>
                <a:gd name="T54" fmla="*/ 32 w 64"/>
                <a:gd name="T55" fmla="*/ 62 h 88"/>
                <a:gd name="T56" fmla="*/ 23 w 64"/>
                <a:gd name="T57" fmla="*/ 68 h 88"/>
                <a:gd name="T58" fmla="*/ 17 w 64"/>
                <a:gd name="T59" fmla="*/ 71 h 88"/>
                <a:gd name="T60" fmla="*/ 14 w 64"/>
                <a:gd name="T61" fmla="*/ 73 h 88"/>
                <a:gd name="T62" fmla="*/ 13 w 64"/>
                <a:gd name="T63" fmla="*/ 63 h 88"/>
                <a:gd name="T64" fmla="*/ 18 w 64"/>
                <a:gd name="T65" fmla="*/ 60 h 88"/>
                <a:gd name="T66" fmla="*/ 26 w 64"/>
                <a:gd name="T67" fmla="*/ 56 h 88"/>
                <a:gd name="T68" fmla="*/ 28 w 64"/>
                <a:gd name="T69" fmla="*/ 55 h 88"/>
                <a:gd name="T70" fmla="*/ 32 w 64"/>
                <a:gd name="T71" fmla="*/ 51 h 88"/>
                <a:gd name="T72" fmla="*/ 31 w 64"/>
                <a:gd name="T73" fmla="*/ 46 h 88"/>
                <a:gd name="T74" fmla="*/ 32 w 64"/>
                <a:gd name="T75" fmla="*/ 39 h 88"/>
                <a:gd name="T76" fmla="*/ 32 w 64"/>
                <a:gd name="T77" fmla="*/ 32 h 88"/>
                <a:gd name="T78" fmla="*/ 33 w 64"/>
                <a:gd name="T79" fmla="*/ 28 h 88"/>
                <a:gd name="T80" fmla="*/ 40 w 64"/>
                <a:gd name="T81" fmla="*/ 19 h 88"/>
                <a:gd name="T82" fmla="*/ 50 w 64"/>
                <a:gd name="T83" fmla="*/ 8 h 88"/>
                <a:gd name="T84" fmla="*/ 49 w 64"/>
                <a:gd name="T85" fmla="*/ 6 h 88"/>
                <a:gd name="T86" fmla="*/ 44 w 64"/>
                <a:gd name="T87" fmla="*/ 6 h 88"/>
                <a:gd name="T88" fmla="*/ 41 w 64"/>
                <a:gd name="T89" fmla="*/ 9 h 88"/>
                <a:gd name="T90" fmla="*/ 36 w 64"/>
                <a:gd name="T91" fmla="*/ 12 h 88"/>
                <a:gd name="T92" fmla="*/ 29 w 64"/>
                <a:gd name="T93" fmla="*/ 16 h 88"/>
                <a:gd name="T94" fmla="*/ 21 w 64"/>
                <a:gd name="T95" fmla="*/ 22 h 88"/>
                <a:gd name="T96" fmla="*/ 13 w 64"/>
                <a:gd name="T97" fmla="*/ 27 h 88"/>
                <a:gd name="T98" fmla="*/ 9 w 64"/>
                <a:gd name="T99" fmla="*/ 28 h 88"/>
                <a:gd name="T100" fmla="*/ 1 w 64"/>
                <a:gd name="T101" fmla="*/ 26 h 88"/>
                <a:gd name="T102" fmla="*/ 5 w 64"/>
                <a:gd name="T103" fmla="*/ 20 h 88"/>
                <a:gd name="T104" fmla="*/ 12 w 64"/>
                <a:gd name="T105" fmla="*/ 17 h 88"/>
                <a:gd name="T106" fmla="*/ 19 w 64"/>
                <a:gd name="T107" fmla="*/ 14 h 88"/>
                <a:gd name="T108" fmla="*/ 27 w 64"/>
                <a:gd name="T109" fmla="*/ 10 h 88"/>
                <a:gd name="T110" fmla="*/ 34 w 64"/>
                <a:gd name="T111" fmla="*/ 7 h 88"/>
                <a:gd name="T112" fmla="*/ 45 w 64"/>
                <a:gd name="T113" fmla="*/ 3 h 88"/>
                <a:gd name="T114" fmla="*/ 51 w 64"/>
                <a:gd name="T115" fmla="*/ 1 h 88"/>
                <a:gd name="T116" fmla="*/ 53 w 64"/>
                <a:gd name="T1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" h="88">
                  <a:moveTo>
                    <a:pt x="53" y="0"/>
                  </a:moveTo>
                  <a:cubicBezTo>
                    <a:pt x="54" y="0"/>
                    <a:pt x="55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61" y="0"/>
                    <a:pt x="62" y="3"/>
                    <a:pt x="62" y="5"/>
                  </a:cubicBezTo>
                  <a:cubicBezTo>
                    <a:pt x="62" y="6"/>
                    <a:pt x="62" y="6"/>
                    <a:pt x="61" y="7"/>
                  </a:cubicBezTo>
                  <a:cubicBezTo>
                    <a:pt x="61" y="9"/>
                    <a:pt x="59" y="9"/>
                    <a:pt x="58" y="11"/>
                  </a:cubicBezTo>
                  <a:cubicBezTo>
                    <a:pt x="57" y="12"/>
                    <a:pt x="56" y="14"/>
                    <a:pt x="55" y="15"/>
                  </a:cubicBezTo>
                  <a:cubicBezTo>
                    <a:pt x="54" y="16"/>
                    <a:pt x="54" y="16"/>
                    <a:pt x="53" y="17"/>
                  </a:cubicBezTo>
                  <a:cubicBezTo>
                    <a:pt x="52" y="18"/>
                    <a:pt x="51" y="19"/>
                    <a:pt x="50" y="19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0"/>
                    <a:pt x="47" y="21"/>
                  </a:cubicBezTo>
                  <a:cubicBezTo>
                    <a:pt x="47" y="21"/>
                    <a:pt x="47" y="21"/>
                    <a:pt x="46" y="21"/>
                  </a:cubicBezTo>
                  <a:cubicBezTo>
                    <a:pt x="46" y="22"/>
                    <a:pt x="45" y="22"/>
                    <a:pt x="44" y="23"/>
                  </a:cubicBezTo>
                  <a:cubicBezTo>
                    <a:pt x="44" y="23"/>
                    <a:pt x="43" y="23"/>
                    <a:pt x="43" y="24"/>
                  </a:cubicBezTo>
                  <a:cubicBezTo>
                    <a:pt x="43" y="24"/>
                    <a:pt x="42" y="24"/>
                    <a:pt x="42" y="25"/>
                  </a:cubicBezTo>
                  <a:cubicBezTo>
                    <a:pt x="41" y="25"/>
                    <a:pt x="41" y="26"/>
                    <a:pt x="40" y="26"/>
                  </a:cubicBezTo>
                  <a:cubicBezTo>
                    <a:pt x="40" y="27"/>
                    <a:pt x="38" y="27"/>
                    <a:pt x="38" y="28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7" y="31"/>
                    <a:pt x="37" y="32"/>
                    <a:pt x="37" y="32"/>
                  </a:cubicBezTo>
                  <a:cubicBezTo>
                    <a:pt x="37" y="33"/>
                    <a:pt x="37" y="35"/>
                    <a:pt x="37" y="36"/>
                  </a:cubicBezTo>
                  <a:cubicBezTo>
                    <a:pt x="37" y="39"/>
                    <a:pt x="37" y="42"/>
                    <a:pt x="38" y="45"/>
                  </a:cubicBezTo>
                  <a:cubicBezTo>
                    <a:pt x="38" y="46"/>
                    <a:pt x="37" y="47"/>
                    <a:pt x="38" y="48"/>
                  </a:cubicBezTo>
                  <a:cubicBezTo>
                    <a:pt x="38" y="49"/>
                    <a:pt x="39" y="49"/>
                    <a:pt x="39" y="49"/>
                  </a:cubicBezTo>
                  <a:cubicBezTo>
                    <a:pt x="40" y="49"/>
                    <a:pt x="40" y="48"/>
                    <a:pt x="41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7"/>
                    <a:pt x="46" y="46"/>
                    <a:pt x="48" y="45"/>
                  </a:cubicBezTo>
                  <a:cubicBezTo>
                    <a:pt x="49" y="45"/>
                    <a:pt x="50" y="44"/>
                    <a:pt x="52" y="44"/>
                  </a:cubicBezTo>
                  <a:cubicBezTo>
                    <a:pt x="52" y="43"/>
                    <a:pt x="54" y="43"/>
                    <a:pt x="54" y="43"/>
                  </a:cubicBezTo>
                  <a:cubicBezTo>
                    <a:pt x="55" y="43"/>
                    <a:pt x="55" y="43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7" y="42"/>
                    <a:pt x="57" y="42"/>
                  </a:cubicBezTo>
                  <a:cubicBezTo>
                    <a:pt x="57" y="42"/>
                    <a:pt x="57" y="42"/>
                    <a:pt x="58" y="42"/>
                  </a:cubicBezTo>
                  <a:cubicBezTo>
                    <a:pt x="58" y="42"/>
                    <a:pt x="59" y="42"/>
                    <a:pt x="59" y="42"/>
                  </a:cubicBezTo>
                  <a:cubicBezTo>
                    <a:pt x="62" y="40"/>
                    <a:pt x="64" y="45"/>
                    <a:pt x="64" y="47"/>
                  </a:cubicBezTo>
                  <a:cubicBezTo>
                    <a:pt x="63" y="48"/>
                    <a:pt x="63" y="48"/>
                    <a:pt x="62" y="49"/>
                  </a:cubicBezTo>
                  <a:cubicBezTo>
                    <a:pt x="62" y="50"/>
                    <a:pt x="62" y="50"/>
                    <a:pt x="61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4"/>
                    <a:pt x="57" y="55"/>
                    <a:pt x="57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53"/>
                    <a:pt x="56" y="53"/>
                    <a:pt x="56" y="52"/>
                  </a:cubicBezTo>
                  <a:cubicBezTo>
                    <a:pt x="57" y="51"/>
                    <a:pt x="61" y="49"/>
                    <a:pt x="58" y="48"/>
                  </a:cubicBezTo>
                  <a:cubicBezTo>
                    <a:pt x="58" y="47"/>
                    <a:pt x="57" y="48"/>
                    <a:pt x="57" y="48"/>
                  </a:cubicBezTo>
                  <a:cubicBezTo>
                    <a:pt x="56" y="48"/>
                    <a:pt x="56" y="49"/>
                    <a:pt x="55" y="49"/>
                  </a:cubicBezTo>
                  <a:cubicBezTo>
                    <a:pt x="55" y="49"/>
                    <a:pt x="54" y="50"/>
                    <a:pt x="53" y="50"/>
                  </a:cubicBezTo>
                  <a:cubicBezTo>
                    <a:pt x="53" y="50"/>
                    <a:pt x="52" y="50"/>
                    <a:pt x="52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9" y="52"/>
                    <a:pt x="48" y="53"/>
                    <a:pt x="48" y="53"/>
                  </a:cubicBezTo>
                  <a:cubicBezTo>
                    <a:pt x="47" y="53"/>
                    <a:pt x="47" y="54"/>
                    <a:pt x="47" y="54"/>
                  </a:cubicBezTo>
                  <a:cubicBezTo>
                    <a:pt x="45" y="55"/>
                    <a:pt x="41" y="56"/>
                    <a:pt x="40" y="58"/>
                  </a:cubicBezTo>
                  <a:cubicBezTo>
                    <a:pt x="40" y="59"/>
                    <a:pt x="40" y="59"/>
                    <a:pt x="40" y="60"/>
                  </a:cubicBezTo>
                  <a:cubicBezTo>
                    <a:pt x="40" y="61"/>
                    <a:pt x="40" y="62"/>
                    <a:pt x="40" y="63"/>
                  </a:cubicBezTo>
                  <a:cubicBezTo>
                    <a:pt x="41" y="64"/>
                    <a:pt x="41" y="65"/>
                    <a:pt x="41" y="66"/>
                  </a:cubicBezTo>
                  <a:cubicBezTo>
                    <a:pt x="42" y="67"/>
                    <a:pt x="42" y="68"/>
                    <a:pt x="42" y="69"/>
                  </a:cubicBezTo>
                  <a:cubicBezTo>
                    <a:pt x="42" y="69"/>
                    <a:pt x="42" y="70"/>
                    <a:pt x="42" y="71"/>
                  </a:cubicBezTo>
                  <a:cubicBezTo>
                    <a:pt x="42" y="72"/>
                    <a:pt x="42" y="72"/>
                    <a:pt x="42" y="73"/>
                  </a:cubicBezTo>
                  <a:cubicBezTo>
                    <a:pt x="43" y="74"/>
                    <a:pt x="43" y="76"/>
                    <a:pt x="43" y="77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44" y="78"/>
                    <a:pt x="44" y="79"/>
                    <a:pt x="44" y="80"/>
                  </a:cubicBezTo>
                  <a:cubicBezTo>
                    <a:pt x="44" y="81"/>
                    <a:pt x="43" y="82"/>
                    <a:pt x="43" y="82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43" y="84"/>
                    <a:pt x="43" y="85"/>
                    <a:pt x="42" y="86"/>
                  </a:cubicBezTo>
                  <a:cubicBezTo>
                    <a:pt x="41" y="86"/>
                    <a:pt x="40" y="87"/>
                    <a:pt x="39" y="87"/>
                  </a:cubicBezTo>
                  <a:cubicBezTo>
                    <a:pt x="38" y="87"/>
                    <a:pt x="38" y="87"/>
                    <a:pt x="37" y="87"/>
                  </a:cubicBezTo>
                  <a:cubicBezTo>
                    <a:pt x="36" y="87"/>
                    <a:pt x="34" y="88"/>
                    <a:pt x="33" y="87"/>
                  </a:cubicBezTo>
                  <a:cubicBezTo>
                    <a:pt x="32" y="87"/>
                    <a:pt x="31" y="86"/>
                    <a:pt x="30" y="86"/>
                  </a:cubicBezTo>
                  <a:cubicBezTo>
                    <a:pt x="29" y="86"/>
                    <a:pt x="29" y="86"/>
                    <a:pt x="28" y="86"/>
                  </a:cubicBezTo>
                  <a:cubicBezTo>
                    <a:pt x="28" y="86"/>
                    <a:pt x="27" y="86"/>
                    <a:pt x="27" y="85"/>
                  </a:cubicBezTo>
                  <a:cubicBezTo>
                    <a:pt x="27" y="85"/>
                    <a:pt x="26" y="85"/>
                    <a:pt x="26" y="85"/>
                  </a:cubicBezTo>
                  <a:cubicBezTo>
                    <a:pt x="26" y="85"/>
                    <a:pt x="26" y="84"/>
                    <a:pt x="26" y="84"/>
                  </a:cubicBezTo>
                  <a:cubicBezTo>
                    <a:pt x="27" y="83"/>
                    <a:pt x="31" y="81"/>
                    <a:pt x="32" y="81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3" y="80"/>
                    <a:pt x="34" y="80"/>
                  </a:cubicBezTo>
                  <a:cubicBezTo>
                    <a:pt x="34" y="80"/>
                    <a:pt x="34" y="79"/>
                    <a:pt x="35" y="79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77"/>
                    <a:pt x="35" y="76"/>
                    <a:pt x="35" y="76"/>
                  </a:cubicBezTo>
                  <a:cubicBezTo>
                    <a:pt x="35" y="73"/>
                    <a:pt x="34" y="69"/>
                    <a:pt x="34" y="66"/>
                  </a:cubicBezTo>
                  <a:cubicBezTo>
                    <a:pt x="34" y="65"/>
                    <a:pt x="34" y="65"/>
                    <a:pt x="33" y="64"/>
                  </a:cubicBezTo>
                  <a:cubicBezTo>
                    <a:pt x="33" y="64"/>
                    <a:pt x="33" y="63"/>
                    <a:pt x="32" y="63"/>
                  </a:cubicBezTo>
                  <a:cubicBezTo>
                    <a:pt x="32" y="62"/>
                    <a:pt x="32" y="61"/>
                    <a:pt x="3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1" y="61"/>
                    <a:pt x="31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0" y="64"/>
                    <a:pt x="29" y="65"/>
                    <a:pt x="27" y="66"/>
                  </a:cubicBezTo>
                  <a:cubicBezTo>
                    <a:pt x="26" y="66"/>
                    <a:pt x="26" y="67"/>
                    <a:pt x="26" y="67"/>
                  </a:cubicBezTo>
                  <a:cubicBezTo>
                    <a:pt x="25" y="68"/>
                    <a:pt x="24" y="68"/>
                    <a:pt x="23" y="68"/>
                  </a:cubicBezTo>
                  <a:cubicBezTo>
                    <a:pt x="23" y="68"/>
                    <a:pt x="22" y="69"/>
                    <a:pt x="22" y="69"/>
                  </a:cubicBezTo>
                  <a:cubicBezTo>
                    <a:pt x="21" y="70"/>
                    <a:pt x="20" y="70"/>
                    <a:pt x="19" y="70"/>
                  </a:cubicBezTo>
                  <a:cubicBezTo>
                    <a:pt x="19" y="71"/>
                    <a:pt x="18" y="71"/>
                    <a:pt x="17" y="71"/>
                  </a:cubicBezTo>
                  <a:cubicBezTo>
                    <a:pt x="17" y="71"/>
                    <a:pt x="17" y="71"/>
                    <a:pt x="16" y="72"/>
                  </a:cubicBezTo>
                  <a:cubicBezTo>
                    <a:pt x="15" y="72"/>
                    <a:pt x="15" y="72"/>
                    <a:pt x="14" y="72"/>
                  </a:cubicBezTo>
                  <a:cubicBezTo>
                    <a:pt x="14" y="72"/>
                    <a:pt x="14" y="72"/>
                    <a:pt x="14" y="73"/>
                  </a:cubicBezTo>
                  <a:cubicBezTo>
                    <a:pt x="13" y="72"/>
                    <a:pt x="13" y="71"/>
                    <a:pt x="12" y="71"/>
                  </a:cubicBezTo>
                  <a:cubicBezTo>
                    <a:pt x="11" y="70"/>
                    <a:pt x="9" y="72"/>
                    <a:pt x="8" y="70"/>
                  </a:cubicBezTo>
                  <a:cubicBezTo>
                    <a:pt x="6" y="68"/>
                    <a:pt x="11" y="64"/>
                    <a:pt x="13" y="63"/>
                  </a:cubicBezTo>
                  <a:cubicBezTo>
                    <a:pt x="13" y="63"/>
                    <a:pt x="13" y="63"/>
                    <a:pt x="14" y="63"/>
                  </a:cubicBezTo>
                  <a:cubicBezTo>
                    <a:pt x="15" y="62"/>
                    <a:pt x="16" y="61"/>
                    <a:pt x="17" y="61"/>
                  </a:cubicBezTo>
                  <a:cubicBezTo>
                    <a:pt x="17" y="61"/>
                    <a:pt x="18" y="60"/>
                    <a:pt x="18" y="60"/>
                  </a:cubicBezTo>
                  <a:cubicBezTo>
                    <a:pt x="19" y="59"/>
                    <a:pt x="20" y="59"/>
                    <a:pt x="21" y="59"/>
                  </a:cubicBezTo>
                  <a:cubicBezTo>
                    <a:pt x="21" y="58"/>
                    <a:pt x="22" y="58"/>
                    <a:pt x="23" y="57"/>
                  </a:cubicBezTo>
                  <a:cubicBezTo>
                    <a:pt x="24" y="57"/>
                    <a:pt x="25" y="56"/>
                    <a:pt x="26" y="56"/>
                  </a:cubicBezTo>
                  <a:cubicBezTo>
                    <a:pt x="26" y="56"/>
                    <a:pt x="27" y="56"/>
                    <a:pt x="28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55"/>
                    <a:pt x="30" y="54"/>
                    <a:pt x="31" y="54"/>
                  </a:cubicBezTo>
                  <a:cubicBezTo>
                    <a:pt x="31" y="53"/>
                    <a:pt x="31" y="52"/>
                    <a:pt x="32" y="51"/>
                  </a:cubicBezTo>
                  <a:cubicBezTo>
                    <a:pt x="31" y="50"/>
                    <a:pt x="31" y="50"/>
                    <a:pt x="31" y="49"/>
                  </a:cubicBezTo>
                  <a:cubicBezTo>
                    <a:pt x="31" y="49"/>
                    <a:pt x="32" y="48"/>
                    <a:pt x="32" y="48"/>
                  </a:cubicBezTo>
                  <a:cubicBezTo>
                    <a:pt x="32" y="47"/>
                    <a:pt x="31" y="46"/>
                    <a:pt x="31" y="46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2"/>
                    <a:pt x="31" y="41"/>
                    <a:pt x="32" y="41"/>
                  </a:cubicBezTo>
                  <a:cubicBezTo>
                    <a:pt x="32" y="40"/>
                    <a:pt x="32" y="40"/>
                    <a:pt x="32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2" y="36"/>
                    <a:pt x="32" y="35"/>
                    <a:pt x="32" y="33"/>
                  </a:cubicBezTo>
                  <a:cubicBezTo>
                    <a:pt x="32" y="33"/>
                    <a:pt x="32" y="32"/>
                    <a:pt x="32" y="32"/>
                  </a:cubicBezTo>
                  <a:cubicBezTo>
                    <a:pt x="32" y="32"/>
                    <a:pt x="32" y="31"/>
                    <a:pt x="33" y="31"/>
                  </a:cubicBezTo>
                  <a:cubicBezTo>
                    <a:pt x="33" y="30"/>
                    <a:pt x="33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6"/>
                    <a:pt x="35" y="25"/>
                  </a:cubicBezTo>
                  <a:cubicBezTo>
                    <a:pt x="35" y="23"/>
                    <a:pt x="37" y="22"/>
                    <a:pt x="38" y="21"/>
                  </a:cubicBezTo>
                  <a:cubicBezTo>
                    <a:pt x="39" y="20"/>
                    <a:pt x="39" y="20"/>
                    <a:pt x="40" y="19"/>
                  </a:cubicBezTo>
                  <a:cubicBezTo>
                    <a:pt x="41" y="18"/>
                    <a:pt x="42" y="16"/>
                    <a:pt x="43" y="15"/>
                  </a:cubicBezTo>
                  <a:cubicBezTo>
                    <a:pt x="44" y="14"/>
                    <a:pt x="44" y="13"/>
                    <a:pt x="45" y="13"/>
                  </a:cubicBezTo>
                  <a:cubicBezTo>
                    <a:pt x="47" y="11"/>
                    <a:pt x="49" y="10"/>
                    <a:pt x="50" y="8"/>
                  </a:cubicBezTo>
                  <a:cubicBezTo>
                    <a:pt x="50" y="8"/>
                    <a:pt x="51" y="5"/>
                    <a:pt x="51" y="5"/>
                  </a:cubicBezTo>
                  <a:cubicBezTo>
                    <a:pt x="51" y="3"/>
                    <a:pt x="48" y="4"/>
                    <a:pt x="48" y="4"/>
                  </a:cubicBezTo>
                  <a:cubicBezTo>
                    <a:pt x="48" y="5"/>
                    <a:pt x="49" y="5"/>
                    <a:pt x="49" y="6"/>
                  </a:cubicBezTo>
                  <a:cubicBezTo>
                    <a:pt x="50" y="6"/>
                    <a:pt x="50" y="6"/>
                    <a:pt x="49" y="7"/>
                  </a:cubicBezTo>
                  <a:cubicBezTo>
                    <a:pt x="48" y="7"/>
                    <a:pt x="45" y="6"/>
                    <a:pt x="45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10"/>
                    <a:pt x="39" y="11"/>
                    <a:pt x="38" y="11"/>
                  </a:cubicBezTo>
                  <a:cubicBezTo>
                    <a:pt x="38" y="11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5" y="13"/>
                    <a:pt x="35" y="13"/>
                    <a:pt x="34" y="13"/>
                  </a:cubicBezTo>
                  <a:cubicBezTo>
                    <a:pt x="33" y="13"/>
                    <a:pt x="33" y="14"/>
                    <a:pt x="32" y="15"/>
                  </a:cubicBezTo>
                  <a:cubicBezTo>
                    <a:pt x="31" y="15"/>
                    <a:pt x="30" y="16"/>
                    <a:pt x="29" y="16"/>
                  </a:cubicBezTo>
                  <a:cubicBezTo>
                    <a:pt x="29" y="17"/>
                    <a:pt x="28" y="17"/>
                    <a:pt x="28" y="17"/>
                  </a:cubicBezTo>
                  <a:cubicBezTo>
                    <a:pt x="27" y="18"/>
                    <a:pt x="26" y="18"/>
                    <a:pt x="25" y="19"/>
                  </a:cubicBezTo>
                  <a:cubicBezTo>
                    <a:pt x="23" y="20"/>
                    <a:pt x="23" y="21"/>
                    <a:pt x="21" y="22"/>
                  </a:cubicBezTo>
                  <a:cubicBezTo>
                    <a:pt x="21" y="23"/>
                    <a:pt x="20" y="23"/>
                    <a:pt x="20" y="24"/>
                  </a:cubicBezTo>
                  <a:cubicBezTo>
                    <a:pt x="19" y="25"/>
                    <a:pt x="18" y="25"/>
                    <a:pt x="17" y="26"/>
                  </a:cubicBezTo>
                  <a:cubicBezTo>
                    <a:pt x="16" y="26"/>
                    <a:pt x="15" y="27"/>
                    <a:pt x="13" y="27"/>
                  </a:cubicBezTo>
                  <a:cubicBezTo>
                    <a:pt x="13" y="27"/>
                    <a:pt x="12" y="27"/>
                    <a:pt x="12" y="28"/>
                  </a:cubicBezTo>
                  <a:cubicBezTo>
                    <a:pt x="11" y="28"/>
                    <a:pt x="11" y="28"/>
                    <a:pt x="10" y="28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8" y="28"/>
                    <a:pt x="6" y="28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2" y="27"/>
                    <a:pt x="1" y="26"/>
                    <a:pt x="1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2"/>
                    <a:pt x="1" y="21"/>
                    <a:pt x="3" y="20"/>
                  </a:cubicBezTo>
                  <a:cubicBezTo>
                    <a:pt x="4" y="20"/>
                    <a:pt x="4" y="20"/>
                    <a:pt x="5" y="20"/>
                  </a:cubicBezTo>
                  <a:cubicBezTo>
                    <a:pt x="6" y="20"/>
                    <a:pt x="6" y="19"/>
                    <a:pt x="8" y="19"/>
                  </a:cubicBezTo>
                  <a:cubicBezTo>
                    <a:pt x="8" y="19"/>
                    <a:pt x="8" y="18"/>
                    <a:pt x="8" y="18"/>
                  </a:cubicBezTo>
                  <a:cubicBezTo>
                    <a:pt x="9" y="18"/>
                    <a:pt x="10" y="17"/>
                    <a:pt x="12" y="17"/>
                  </a:cubicBezTo>
                  <a:cubicBezTo>
                    <a:pt x="12" y="17"/>
                    <a:pt x="13" y="16"/>
                    <a:pt x="14" y="16"/>
                  </a:cubicBezTo>
                  <a:cubicBezTo>
                    <a:pt x="15" y="16"/>
                    <a:pt x="15" y="15"/>
                    <a:pt x="16" y="15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1" y="12"/>
                    <a:pt x="22" y="12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1"/>
                    <a:pt x="26" y="10"/>
                    <a:pt x="27" y="10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30" y="9"/>
                    <a:pt x="31" y="8"/>
                    <a:pt x="32" y="8"/>
                  </a:cubicBezTo>
                  <a:cubicBezTo>
                    <a:pt x="33" y="7"/>
                    <a:pt x="33" y="7"/>
                    <a:pt x="34" y="7"/>
                  </a:cubicBezTo>
                  <a:cubicBezTo>
                    <a:pt x="34" y="7"/>
                    <a:pt x="35" y="7"/>
                    <a:pt x="35" y="6"/>
                  </a:cubicBezTo>
                  <a:cubicBezTo>
                    <a:pt x="37" y="6"/>
                    <a:pt x="38" y="5"/>
                    <a:pt x="40" y="4"/>
                  </a:cubicBezTo>
                  <a:cubicBezTo>
                    <a:pt x="41" y="3"/>
                    <a:pt x="43" y="3"/>
                    <a:pt x="45" y="3"/>
                  </a:cubicBezTo>
                  <a:cubicBezTo>
                    <a:pt x="45" y="2"/>
                    <a:pt x="47" y="2"/>
                    <a:pt x="48" y="2"/>
                  </a:cubicBezTo>
                  <a:cubicBezTo>
                    <a:pt x="48" y="2"/>
                    <a:pt x="49" y="2"/>
                    <a:pt x="49" y="1"/>
                  </a:cubicBezTo>
                  <a:cubicBezTo>
                    <a:pt x="50" y="1"/>
                    <a:pt x="51" y="1"/>
                    <a:pt x="51" y="1"/>
                  </a:cubicBezTo>
                  <a:cubicBezTo>
                    <a:pt x="52" y="1"/>
                    <a:pt x="52" y="1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Freeform 15"/>
            <p:cNvSpPr>
              <a:spLocks noEditPoints="1"/>
            </p:cNvSpPr>
            <p:nvPr/>
          </p:nvSpPr>
          <p:spPr bwMode="auto">
            <a:xfrm>
              <a:off x="4862513" y="3144838"/>
              <a:ext cx="236538" cy="306388"/>
            </a:xfrm>
            <a:custGeom>
              <a:avLst/>
              <a:gdLst>
                <a:gd name="T0" fmla="*/ 32 w 87"/>
                <a:gd name="T1" fmla="*/ 24 h 112"/>
                <a:gd name="T2" fmla="*/ 38 w 87"/>
                <a:gd name="T3" fmla="*/ 36 h 112"/>
                <a:gd name="T4" fmla="*/ 46 w 87"/>
                <a:gd name="T5" fmla="*/ 46 h 112"/>
                <a:gd name="T6" fmla="*/ 56 w 87"/>
                <a:gd name="T7" fmla="*/ 56 h 112"/>
                <a:gd name="T8" fmla="*/ 63 w 87"/>
                <a:gd name="T9" fmla="*/ 65 h 112"/>
                <a:gd name="T10" fmla="*/ 69 w 87"/>
                <a:gd name="T11" fmla="*/ 68 h 112"/>
                <a:gd name="T12" fmla="*/ 74 w 87"/>
                <a:gd name="T13" fmla="*/ 56 h 112"/>
                <a:gd name="T14" fmla="*/ 80 w 87"/>
                <a:gd name="T15" fmla="*/ 56 h 112"/>
                <a:gd name="T16" fmla="*/ 73 w 87"/>
                <a:gd name="T17" fmla="*/ 48 h 112"/>
                <a:gd name="T18" fmla="*/ 64 w 87"/>
                <a:gd name="T19" fmla="*/ 41 h 112"/>
                <a:gd name="T20" fmla="*/ 51 w 87"/>
                <a:gd name="T21" fmla="*/ 29 h 112"/>
                <a:gd name="T22" fmla="*/ 41 w 87"/>
                <a:gd name="T23" fmla="*/ 19 h 112"/>
                <a:gd name="T24" fmla="*/ 14 w 87"/>
                <a:gd name="T25" fmla="*/ 49 h 112"/>
                <a:gd name="T26" fmla="*/ 18 w 87"/>
                <a:gd name="T27" fmla="*/ 65 h 112"/>
                <a:gd name="T28" fmla="*/ 29 w 87"/>
                <a:gd name="T29" fmla="*/ 68 h 112"/>
                <a:gd name="T30" fmla="*/ 30 w 87"/>
                <a:gd name="T31" fmla="*/ 62 h 112"/>
                <a:gd name="T32" fmla="*/ 30 w 87"/>
                <a:gd name="T33" fmla="*/ 51 h 112"/>
                <a:gd name="T34" fmla="*/ 28 w 87"/>
                <a:gd name="T35" fmla="*/ 37 h 112"/>
                <a:gd name="T36" fmla="*/ 21 w 87"/>
                <a:gd name="T37" fmla="*/ 40 h 112"/>
                <a:gd name="T38" fmla="*/ 22 w 87"/>
                <a:gd name="T39" fmla="*/ 55 h 112"/>
                <a:gd name="T40" fmla="*/ 16 w 87"/>
                <a:gd name="T41" fmla="*/ 46 h 112"/>
                <a:gd name="T42" fmla="*/ 13 w 87"/>
                <a:gd name="T43" fmla="*/ 42 h 112"/>
                <a:gd name="T44" fmla="*/ 4 w 87"/>
                <a:gd name="T45" fmla="*/ 6 h 112"/>
                <a:gd name="T46" fmla="*/ 13 w 87"/>
                <a:gd name="T47" fmla="*/ 7 h 112"/>
                <a:gd name="T48" fmla="*/ 11 w 87"/>
                <a:gd name="T49" fmla="*/ 23 h 112"/>
                <a:gd name="T50" fmla="*/ 15 w 87"/>
                <a:gd name="T51" fmla="*/ 27 h 112"/>
                <a:gd name="T52" fmla="*/ 24 w 87"/>
                <a:gd name="T53" fmla="*/ 25 h 112"/>
                <a:gd name="T54" fmla="*/ 30 w 87"/>
                <a:gd name="T55" fmla="*/ 18 h 112"/>
                <a:gd name="T56" fmla="*/ 40 w 87"/>
                <a:gd name="T57" fmla="*/ 12 h 112"/>
                <a:gd name="T58" fmla="*/ 51 w 87"/>
                <a:gd name="T59" fmla="*/ 22 h 112"/>
                <a:gd name="T60" fmla="*/ 66 w 87"/>
                <a:gd name="T61" fmla="*/ 33 h 112"/>
                <a:gd name="T62" fmla="*/ 80 w 87"/>
                <a:gd name="T63" fmla="*/ 44 h 112"/>
                <a:gd name="T64" fmla="*/ 87 w 87"/>
                <a:gd name="T65" fmla="*/ 56 h 112"/>
                <a:gd name="T66" fmla="*/ 78 w 87"/>
                <a:gd name="T67" fmla="*/ 70 h 112"/>
                <a:gd name="T68" fmla="*/ 81 w 87"/>
                <a:gd name="T69" fmla="*/ 87 h 112"/>
                <a:gd name="T70" fmla="*/ 71 w 87"/>
                <a:gd name="T71" fmla="*/ 93 h 112"/>
                <a:gd name="T72" fmla="*/ 62 w 87"/>
                <a:gd name="T73" fmla="*/ 77 h 112"/>
                <a:gd name="T74" fmla="*/ 55 w 87"/>
                <a:gd name="T75" fmla="*/ 68 h 112"/>
                <a:gd name="T76" fmla="*/ 44 w 87"/>
                <a:gd name="T77" fmla="*/ 54 h 112"/>
                <a:gd name="T78" fmla="*/ 37 w 87"/>
                <a:gd name="T79" fmla="*/ 46 h 112"/>
                <a:gd name="T80" fmla="*/ 40 w 87"/>
                <a:gd name="T81" fmla="*/ 59 h 112"/>
                <a:gd name="T82" fmla="*/ 48 w 87"/>
                <a:gd name="T83" fmla="*/ 73 h 112"/>
                <a:gd name="T84" fmla="*/ 52 w 87"/>
                <a:gd name="T85" fmla="*/ 85 h 112"/>
                <a:gd name="T86" fmla="*/ 52 w 87"/>
                <a:gd name="T87" fmla="*/ 94 h 112"/>
                <a:gd name="T88" fmla="*/ 62 w 87"/>
                <a:gd name="T89" fmla="*/ 100 h 112"/>
                <a:gd name="T90" fmla="*/ 64 w 87"/>
                <a:gd name="T91" fmla="*/ 109 h 112"/>
                <a:gd name="T92" fmla="*/ 49 w 87"/>
                <a:gd name="T93" fmla="*/ 112 h 112"/>
                <a:gd name="T94" fmla="*/ 38 w 87"/>
                <a:gd name="T95" fmla="*/ 106 h 112"/>
                <a:gd name="T96" fmla="*/ 42 w 87"/>
                <a:gd name="T97" fmla="*/ 95 h 112"/>
                <a:gd name="T98" fmla="*/ 29 w 87"/>
                <a:gd name="T99" fmla="*/ 78 h 112"/>
                <a:gd name="T100" fmla="*/ 13 w 87"/>
                <a:gd name="T101" fmla="*/ 71 h 112"/>
                <a:gd name="T102" fmla="*/ 3 w 87"/>
                <a:gd name="T103" fmla="*/ 76 h 112"/>
                <a:gd name="T104" fmla="*/ 1 w 87"/>
                <a:gd name="T105" fmla="*/ 61 h 112"/>
                <a:gd name="T106" fmla="*/ 0 w 87"/>
                <a:gd name="T107" fmla="*/ 53 h 112"/>
                <a:gd name="T108" fmla="*/ 0 w 87"/>
                <a:gd name="T109" fmla="*/ 43 h 112"/>
                <a:gd name="T110" fmla="*/ 0 w 87"/>
                <a:gd name="T111" fmla="*/ 31 h 112"/>
                <a:gd name="T112" fmla="*/ 2 w 87"/>
                <a:gd name="T113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7" h="112">
                  <a:moveTo>
                    <a:pt x="33" y="15"/>
                  </a:moveTo>
                  <a:cubicBezTo>
                    <a:pt x="33" y="16"/>
                    <a:pt x="33" y="16"/>
                    <a:pt x="33" y="17"/>
                  </a:cubicBezTo>
                  <a:cubicBezTo>
                    <a:pt x="33" y="17"/>
                    <a:pt x="33" y="17"/>
                    <a:pt x="33" y="18"/>
                  </a:cubicBezTo>
                  <a:cubicBezTo>
                    <a:pt x="32" y="18"/>
                    <a:pt x="32" y="19"/>
                    <a:pt x="32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3"/>
                    <a:pt x="32" y="23"/>
                    <a:pt x="32" y="24"/>
                  </a:cubicBezTo>
                  <a:cubicBezTo>
                    <a:pt x="32" y="24"/>
                    <a:pt x="32" y="25"/>
                    <a:pt x="32" y="25"/>
                  </a:cubicBezTo>
                  <a:cubicBezTo>
                    <a:pt x="32" y="26"/>
                    <a:pt x="32" y="27"/>
                    <a:pt x="32" y="27"/>
                  </a:cubicBezTo>
                  <a:cubicBezTo>
                    <a:pt x="32" y="28"/>
                    <a:pt x="33" y="28"/>
                    <a:pt x="33" y="29"/>
                  </a:cubicBezTo>
                  <a:cubicBezTo>
                    <a:pt x="33" y="29"/>
                    <a:pt x="33" y="30"/>
                    <a:pt x="33" y="31"/>
                  </a:cubicBezTo>
                  <a:cubicBezTo>
                    <a:pt x="33" y="32"/>
                    <a:pt x="34" y="33"/>
                    <a:pt x="34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6" y="35"/>
                    <a:pt x="36" y="36"/>
                    <a:pt x="37" y="36"/>
                  </a:cubicBezTo>
                  <a:cubicBezTo>
                    <a:pt x="37" y="36"/>
                    <a:pt x="37" y="36"/>
                    <a:pt x="38" y="36"/>
                  </a:cubicBezTo>
                  <a:cubicBezTo>
                    <a:pt x="38" y="37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9"/>
                    <a:pt x="40" y="40"/>
                    <a:pt x="41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42"/>
                    <a:pt x="43" y="42"/>
                    <a:pt x="43" y="43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4"/>
                    <a:pt x="45" y="44"/>
                    <a:pt x="45" y="45"/>
                  </a:cubicBezTo>
                  <a:cubicBezTo>
                    <a:pt x="46" y="45"/>
                    <a:pt x="46" y="45"/>
                    <a:pt x="46" y="46"/>
                  </a:cubicBezTo>
                  <a:cubicBezTo>
                    <a:pt x="46" y="46"/>
                    <a:pt x="47" y="46"/>
                    <a:pt x="47" y="46"/>
                  </a:cubicBezTo>
                  <a:cubicBezTo>
                    <a:pt x="48" y="47"/>
                    <a:pt x="47" y="48"/>
                    <a:pt x="49" y="48"/>
                  </a:cubicBezTo>
                  <a:cubicBezTo>
                    <a:pt x="49" y="49"/>
                    <a:pt x="50" y="51"/>
                    <a:pt x="51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3"/>
                    <a:pt x="53" y="53"/>
                    <a:pt x="54" y="54"/>
                  </a:cubicBezTo>
                  <a:cubicBezTo>
                    <a:pt x="54" y="54"/>
                    <a:pt x="54" y="55"/>
                    <a:pt x="54" y="55"/>
                  </a:cubicBezTo>
                  <a:cubicBezTo>
                    <a:pt x="55" y="56"/>
                    <a:pt x="55" y="56"/>
                    <a:pt x="56" y="56"/>
                  </a:cubicBezTo>
                  <a:cubicBezTo>
                    <a:pt x="56" y="57"/>
                    <a:pt x="56" y="57"/>
                    <a:pt x="57" y="57"/>
                  </a:cubicBezTo>
                  <a:cubicBezTo>
                    <a:pt x="57" y="58"/>
                    <a:pt x="57" y="58"/>
                    <a:pt x="58" y="58"/>
                  </a:cubicBezTo>
                  <a:cubicBezTo>
                    <a:pt x="58" y="59"/>
                    <a:pt x="58" y="59"/>
                    <a:pt x="59" y="59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0" y="60"/>
                    <a:pt x="60" y="61"/>
                    <a:pt x="60" y="61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1" y="63"/>
                    <a:pt x="62" y="63"/>
                    <a:pt x="62" y="63"/>
                  </a:cubicBezTo>
                  <a:cubicBezTo>
                    <a:pt x="62" y="64"/>
                    <a:pt x="62" y="64"/>
                    <a:pt x="63" y="65"/>
                  </a:cubicBezTo>
                  <a:cubicBezTo>
                    <a:pt x="63" y="65"/>
                    <a:pt x="63" y="65"/>
                    <a:pt x="64" y="66"/>
                  </a:cubicBezTo>
                  <a:cubicBezTo>
                    <a:pt x="64" y="66"/>
                    <a:pt x="64" y="66"/>
                    <a:pt x="65" y="67"/>
                  </a:cubicBezTo>
                  <a:cubicBezTo>
                    <a:pt x="65" y="67"/>
                    <a:pt x="66" y="68"/>
                    <a:pt x="66" y="68"/>
                  </a:cubicBezTo>
                  <a:cubicBezTo>
                    <a:pt x="66" y="69"/>
                    <a:pt x="66" y="70"/>
                    <a:pt x="67" y="70"/>
                  </a:cubicBezTo>
                  <a:cubicBezTo>
                    <a:pt x="67" y="70"/>
                    <a:pt x="67" y="70"/>
                    <a:pt x="67" y="70"/>
                  </a:cubicBezTo>
                  <a:cubicBezTo>
                    <a:pt x="67" y="70"/>
                    <a:pt x="68" y="70"/>
                    <a:pt x="68" y="70"/>
                  </a:cubicBezTo>
                  <a:cubicBezTo>
                    <a:pt x="68" y="70"/>
                    <a:pt x="68" y="70"/>
                    <a:pt x="68" y="69"/>
                  </a:cubicBezTo>
                  <a:cubicBezTo>
                    <a:pt x="68" y="69"/>
                    <a:pt x="69" y="68"/>
                    <a:pt x="69" y="68"/>
                  </a:cubicBezTo>
                  <a:cubicBezTo>
                    <a:pt x="69" y="67"/>
                    <a:pt x="68" y="67"/>
                    <a:pt x="68" y="66"/>
                  </a:cubicBezTo>
                  <a:cubicBezTo>
                    <a:pt x="68" y="66"/>
                    <a:pt x="68" y="66"/>
                    <a:pt x="68" y="65"/>
                  </a:cubicBezTo>
                  <a:cubicBezTo>
                    <a:pt x="68" y="65"/>
                    <a:pt x="68" y="64"/>
                    <a:pt x="68" y="63"/>
                  </a:cubicBezTo>
                  <a:cubicBezTo>
                    <a:pt x="67" y="62"/>
                    <a:pt x="67" y="61"/>
                    <a:pt x="67" y="60"/>
                  </a:cubicBezTo>
                  <a:cubicBezTo>
                    <a:pt x="68" y="60"/>
                    <a:pt x="69" y="59"/>
                    <a:pt x="70" y="58"/>
                  </a:cubicBezTo>
                  <a:cubicBezTo>
                    <a:pt x="70" y="57"/>
                    <a:pt x="71" y="56"/>
                    <a:pt x="72" y="56"/>
                  </a:cubicBezTo>
                  <a:cubicBezTo>
                    <a:pt x="72" y="56"/>
                    <a:pt x="72" y="56"/>
                    <a:pt x="73" y="56"/>
                  </a:cubicBezTo>
                  <a:cubicBezTo>
                    <a:pt x="73" y="56"/>
                    <a:pt x="74" y="55"/>
                    <a:pt x="74" y="56"/>
                  </a:cubicBezTo>
                  <a:cubicBezTo>
                    <a:pt x="75" y="56"/>
                    <a:pt x="75" y="57"/>
                    <a:pt x="75" y="57"/>
                  </a:cubicBezTo>
                  <a:cubicBezTo>
                    <a:pt x="76" y="58"/>
                    <a:pt x="76" y="59"/>
                    <a:pt x="76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7" y="60"/>
                    <a:pt x="78" y="60"/>
                    <a:pt x="78" y="59"/>
                  </a:cubicBezTo>
                  <a:cubicBezTo>
                    <a:pt x="79" y="59"/>
                    <a:pt x="79" y="58"/>
                    <a:pt x="79" y="58"/>
                  </a:cubicBezTo>
                  <a:cubicBezTo>
                    <a:pt x="79" y="58"/>
                    <a:pt x="79" y="57"/>
                    <a:pt x="79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7"/>
                    <a:pt x="80" y="56"/>
                  </a:cubicBezTo>
                  <a:cubicBezTo>
                    <a:pt x="79" y="56"/>
                    <a:pt x="80" y="56"/>
                    <a:pt x="80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79" y="54"/>
                    <a:pt x="79" y="53"/>
                  </a:cubicBezTo>
                  <a:cubicBezTo>
                    <a:pt x="78" y="53"/>
                    <a:pt x="78" y="52"/>
                    <a:pt x="78" y="52"/>
                  </a:cubicBezTo>
                  <a:cubicBezTo>
                    <a:pt x="78" y="52"/>
                    <a:pt x="77" y="51"/>
                    <a:pt x="77" y="51"/>
                  </a:cubicBezTo>
                  <a:cubicBezTo>
                    <a:pt x="77" y="51"/>
                    <a:pt x="76" y="50"/>
                    <a:pt x="76" y="50"/>
                  </a:cubicBezTo>
                  <a:cubicBezTo>
                    <a:pt x="76" y="50"/>
                    <a:pt x="75" y="50"/>
                    <a:pt x="75" y="50"/>
                  </a:cubicBezTo>
                  <a:cubicBezTo>
                    <a:pt x="75" y="49"/>
                    <a:pt x="74" y="49"/>
                    <a:pt x="73" y="48"/>
                  </a:cubicBezTo>
                  <a:cubicBezTo>
                    <a:pt x="73" y="48"/>
                    <a:pt x="73" y="47"/>
                    <a:pt x="72" y="47"/>
                  </a:cubicBezTo>
                  <a:cubicBezTo>
                    <a:pt x="72" y="47"/>
                    <a:pt x="71" y="47"/>
                    <a:pt x="71" y="46"/>
                  </a:cubicBezTo>
                  <a:cubicBezTo>
                    <a:pt x="70" y="46"/>
                    <a:pt x="70" y="45"/>
                    <a:pt x="70" y="45"/>
                  </a:cubicBezTo>
                  <a:cubicBezTo>
                    <a:pt x="70" y="45"/>
                    <a:pt x="70" y="45"/>
                    <a:pt x="70" y="44"/>
                  </a:cubicBezTo>
                  <a:cubicBezTo>
                    <a:pt x="69" y="44"/>
                    <a:pt x="69" y="44"/>
                    <a:pt x="68" y="43"/>
                  </a:cubicBezTo>
                  <a:cubicBezTo>
                    <a:pt x="68" y="43"/>
                    <a:pt x="67" y="43"/>
                    <a:pt x="66" y="43"/>
                  </a:cubicBezTo>
                  <a:cubicBezTo>
                    <a:pt x="66" y="42"/>
                    <a:pt x="65" y="42"/>
                    <a:pt x="65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3" y="40"/>
                    <a:pt x="62" y="39"/>
                    <a:pt x="61" y="38"/>
                  </a:cubicBezTo>
                  <a:cubicBezTo>
                    <a:pt x="61" y="38"/>
                    <a:pt x="60" y="37"/>
                    <a:pt x="60" y="37"/>
                  </a:cubicBezTo>
                  <a:cubicBezTo>
                    <a:pt x="59" y="36"/>
                    <a:pt x="57" y="36"/>
                    <a:pt x="57" y="35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3"/>
                    <a:pt x="55" y="33"/>
                    <a:pt x="54" y="32"/>
                  </a:cubicBezTo>
                  <a:cubicBezTo>
                    <a:pt x="54" y="32"/>
                    <a:pt x="53" y="32"/>
                    <a:pt x="53" y="32"/>
                  </a:cubicBezTo>
                  <a:cubicBezTo>
                    <a:pt x="53" y="31"/>
                    <a:pt x="53" y="31"/>
                    <a:pt x="52" y="31"/>
                  </a:cubicBezTo>
                  <a:cubicBezTo>
                    <a:pt x="52" y="30"/>
                    <a:pt x="51" y="30"/>
                    <a:pt x="51" y="29"/>
                  </a:cubicBezTo>
                  <a:cubicBezTo>
                    <a:pt x="50" y="29"/>
                    <a:pt x="49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3"/>
                    <a:pt x="43" y="22"/>
                    <a:pt x="42" y="21"/>
                  </a:cubicBezTo>
                  <a:cubicBezTo>
                    <a:pt x="42" y="21"/>
                    <a:pt x="42" y="21"/>
                    <a:pt x="42" y="20"/>
                  </a:cubicBezTo>
                  <a:cubicBezTo>
                    <a:pt x="41" y="20"/>
                    <a:pt x="41" y="20"/>
                    <a:pt x="41" y="19"/>
                  </a:cubicBezTo>
                  <a:cubicBezTo>
                    <a:pt x="41" y="19"/>
                    <a:pt x="41" y="19"/>
                    <a:pt x="40" y="19"/>
                  </a:cubicBezTo>
                  <a:cubicBezTo>
                    <a:pt x="40" y="19"/>
                    <a:pt x="37" y="16"/>
                    <a:pt x="36" y="15"/>
                  </a:cubicBezTo>
                  <a:cubicBezTo>
                    <a:pt x="36" y="15"/>
                    <a:pt x="35" y="15"/>
                    <a:pt x="34" y="15"/>
                  </a:cubicBezTo>
                  <a:cubicBezTo>
                    <a:pt x="34" y="15"/>
                    <a:pt x="33" y="15"/>
                    <a:pt x="33" y="15"/>
                  </a:cubicBezTo>
                  <a:close/>
                  <a:moveTo>
                    <a:pt x="13" y="45"/>
                  </a:moveTo>
                  <a:cubicBezTo>
                    <a:pt x="13" y="46"/>
                    <a:pt x="13" y="46"/>
                    <a:pt x="13" y="47"/>
                  </a:cubicBezTo>
                  <a:cubicBezTo>
                    <a:pt x="13" y="47"/>
                    <a:pt x="13" y="47"/>
                    <a:pt x="13" y="48"/>
                  </a:cubicBezTo>
                  <a:cubicBezTo>
                    <a:pt x="14" y="48"/>
                    <a:pt x="14" y="49"/>
                    <a:pt x="14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2"/>
                    <a:pt x="14" y="52"/>
                  </a:cubicBezTo>
                  <a:cubicBezTo>
                    <a:pt x="14" y="54"/>
                    <a:pt x="14" y="55"/>
                    <a:pt x="13" y="57"/>
                  </a:cubicBezTo>
                  <a:cubicBezTo>
                    <a:pt x="13" y="58"/>
                    <a:pt x="14" y="58"/>
                    <a:pt x="14" y="59"/>
                  </a:cubicBezTo>
                  <a:cubicBezTo>
                    <a:pt x="13" y="60"/>
                    <a:pt x="13" y="61"/>
                    <a:pt x="14" y="62"/>
                  </a:cubicBezTo>
                  <a:cubicBezTo>
                    <a:pt x="14" y="63"/>
                    <a:pt x="16" y="63"/>
                    <a:pt x="16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4"/>
                    <a:pt x="18" y="65"/>
                    <a:pt x="18" y="65"/>
                  </a:cubicBezTo>
                  <a:cubicBezTo>
                    <a:pt x="19" y="65"/>
                    <a:pt x="21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6"/>
                    <a:pt x="23" y="66"/>
                    <a:pt x="23" y="66"/>
                  </a:cubicBezTo>
                  <a:cubicBezTo>
                    <a:pt x="23" y="66"/>
                    <a:pt x="24" y="66"/>
                    <a:pt x="24" y="66"/>
                  </a:cubicBezTo>
                  <a:cubicBezTo>
                    <a:pt x="24" y="66"/>
                    <a:pt x="25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8" y="67"/>
                  </a:cubicBezTo>
                  <a:cubicBezTo>
                    <a:pt x="28" y="67"/>
                    <a:pt x="29" y="67"/>
                    <a:pt x="29" y="68"/>
                  </a:cubicBezTo>
                  <a:cubicBezTo>
                    <a:pt x="29" y="68"/>
                    <a:pt x="30" y="68"/>
                    <a:pt x="30" y="68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6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4"/>
                    <a:pt x="30" y="64"/>
                    <a:pt x="30" y="63"/>
                  </a:cubicBezTo>
                  <a:cubicBezTo>
                    <a:pt x="30" y="63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1"/>
                    <a:pt x="29" y="60"/>
                    <a:pt x="29" y="59"/>
                  </a:cubicBezTo>
                  <a:cubicBezTo>
                    <a:pt x="29" y="58"/>
                    <a:pt x="29" y="58"/>
                    <a:pt x="29" y="57"/>
                  </a:cubicBezTo>
                  <a:cubicBezTo>
                    <a:pt x="29" y="57"/>
                    <a:pt x="29" y="56"/>
                    <a:pt x="29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6"/>
                    <a:pt x="30" y="56"/>
                    <a:pt x="30" y="56"/>
                  </a:cubicBezTo>
                  <a:cubicBezTo>
                    <a:pt x="29" y="56"/>
                    <a:pt x="29" y="55"/>
                    <a:pt x="30" y="55"/>
                  </a:cubicBezTo>
                  <a:cubicBezTo>
                    <a:pt x="29" y="53"/>
                    <a:pt x="29" y="52"/>
                    <a:pt x="30" y="51"/>
                  </a:cubicBezTo>
                  <a:cubicBezTo>
                    <a:pt x="30" y="51"/>
                    <a:pt x="30" y="51"/>
                    <a:pt x="29" y="51"/>
                  </a:cubicBezTo>
                  <a:cubicBezTo>
                    <a:pt x="29" y="50"/>
                    <a:pt x="29" y="48"/>
                    <a:pt x="29" y="47"/>
                  </a:cubicBezTo>
                  <a:cubicBezTo>
                    <a:pt x="29" y="47"/>
                    <a:pt x="29" y="46"/>
                    <a:pt x="29" y="46"/>
                  </a:cubicBezTo>
                  <a:cubicBezTo>
                    <a:pt x="29" y="45"/>
                    <a:pt x="30" y="42"/>
                    <a:pt x="29" y="42"/>
                  </a:cubicBezTo>
                  <a:cubicBezTo>
                    <a:pt x="29" y="41"/>
                    <a:pt x="29" y="40"/>
                    <a:pt x="30" y="39"/>
                  </a:cubicBezTo>
                  <a:cubicBezTo>
                    <a:pt x="29" y="39"/>
                    <a:pt x="29" y="3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6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3"/>
                    <a:pt x="23" y="33"/>
                    <a:pt x="23" y="33"/>
                  </a:cubicBezTo>
                  <a:cubicBezTo>
                    <a:pt x="22" y="33"/>
                    <a:pt x="21" y="32"/>
                    <a:pt x="21" y="33"/>
                  </a:cubicBezTo>
                  <a:cubicBezTo>
                    <a:pt x="21" y="33"/>
                    <a:pt x="21" y="34"/>
                    <a:pt x="21" y="34"/>
                  </a:cubicBezTo>
                  <a:cubicBezTo>
                    <a:pt x="20" y="36"/>
                    <a:pt x="21" y="36"/>
                    <a:pt x="21" y="37"/>
                  </a:cubicBezTo>
                  <a:cubicBezTo>
                    <a:pt x="21" y="38"/>
                    <a:pt x="20" y="38"/>
                    <a:pt x="20" y="39"/>
                  </a:cubicBezTo>
                  <a:cubicBezTo>
                    <a:pt x="20" y="40"/>
                    <a:pt x="21" y="40"/>
                    <a:pt x="21" y="40"/>
                  </a:cubicBezTo>
                  <a:cubicBezTo>
                    <a:pt x="21" y="41"/>
                    <a:pt x="21" y="42"/>
                    <a:pt x="21" y="42"/>
                  </a:cubicBezTo>
                  <a:cubicBezTo>
                    <a:pt x="21" y="44"/>
                    <a:pt x="21" y="45"/>
                    <a:pt x="21" y="46"/>
                  </a:cubicBezTo>
                  <a:cubicBezTo>
                    <a:pt x="21" y="47"/>
                    <a:pt x="21" y="47"/>
                    <a:pt x="22" y="48"/>
                  </a:cubicBezTo>
                  <a:cubicBezTo>
                    <a:pt x="22" y="48"/>
                    <a:pt x="22" y="49"/>
                    <a:pt x="22" y="49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2" y="51"/>
                    <a:pt x="22" y="52"/>
                    <a:pt x="22" y="52"/>
                  </a:cubicBezTo>
                  <a:cubicBezTo>
                    <a:pt x="22" y="53"/>
                    <a:pt x="22" y="53"/>
                    <a:pt x="22" y="54"/>
                  </a:cubicBezTo>
                  <a:cubicBezTo>
                    <a:pt x="22" y="54"/>
                    <a:pt x="22" y="55"/>
                    <a:pt x="22" y="55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21" y="56"/>
                    <a:pt x="21" y="56"/>
                    <a:pt x="20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3"/>
                    <a:pt x="18" y="52"/>
                    <a:pt x="18" y="52"/>
                  </a:cubicBezTo>
                  <a:cubicBezTo>
                    <a:pt x="18" y="52"/>
                    <a:pt x="17" y="50"/>
                    <a:pt x="17" y="50"/>
                  </a:cubicBezTo>
                  <a:cubicBezTo>
                    <a:pt x="17" y="50"/>
                    <a:pt x="16" y="49"/>
                    <a:pt x="16" y="49"/>
                  </a:cubicBezTo>
                  <a:cubicBezTo>
                    <a:pt x="16" y="48"/>
                    <a:pt x="16" y="47"/>
                    <a:pt x="16" y="46"/>
                  </a:cubicBezTo>
                  <a:cubicBezTo>
                    <a:pt x="15" y="46"/>
                    <a:pt x="15" y="46"/>
                    <a:pt x="15" y="45"/>
                  </a:cubicBezTo>
                  <a:cubicBezTo>
                    <a:pt x="15" y="44"/>
                    <a:pt x="15" y="44"/>
                    <a:pt x="14" y="43"/>
                  </a:cubicBezTo>
                  <a:cubicBezTo>
                    <a:pt x="14" y="43"/>
                    <a:pt x="14" y="43"/>
                    <a:pt x="14" y="44"/>
                  </a:cubicBezTo>
                  <a:cubicBezTo>
                    <a:pt x="14" y="44"/>
                    <a:pt x="14" y="44"/>
                    <a:pt x="14" y="43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39"/>
                  </a:moveTo>
                  <a:cubicBezTo>
                    <a:pt x="13" y="40"/>
                    <a:pt x="13" y="40"/>
                    <a:pt x="13" y="40"/>
                  </a:cubicBezTo>
                  <a:cubicBezTo>
                    <a:pt x="13" y="40"/>
                    <a:pt x="13" y="42"/>
                    <a:pt x="13" y="42"/>
                  </a:cubicBezTo>
                  <a:cubicBezTo>
                    <a:pt x="13" y="42"/>
                    <a:pt x="14" y="43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0"/>
                    <a:pt x="13" y="39"/>
                  </a:cubicBezTo>
                  <a:cubicBezTo>
                    <a:pt x="13" y="39"/>
                    <a:pt x="13" y="39"/>
                    <a:pt x="12" y="39"/>
                  </a:cubicBezTo>
                  <a:close/>
                  <a:moveTo>
                    <a:pt x="4" y="6"/>
                  </a:moveTo>
                  <a:cubicBezTo>
                    <a:pt x="4" y="5"/>
                    <a:pt x="4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1"/>
                    <a:pt x="8" y="1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2" y="0"/>
                    <a:pt x="13" y="1"/>
                    <a:pt x="14" y="1"/>
                  </a:cubicBezTo>
                  <a:cubicBezTo>
                    <a:pt x="14" y="2"/>
                    <a:pt x="14" y="2"/>
                    <a:pt x="14" y="3"/>
                  </a:cubicBezTo>
                  <a:cubicBezTo>
                    <a:pt x="14" y="3"/>
                    <a:pt x="14" y="6"/>
                    <a:pt x="13" y="7"/>
                  </a:cubicBezTo>
                  <a:cubicBezTo>
                    <a:pt x="13" y="7"/>
                    <a:pt x="13" y="7"/>
                    <a:pt x="12" y="8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10"/>
                    <a:pt x="12" y="11"/>
                    <a:pt x="12" y="11"/>
                  </a:cubicBezTo>
                  <a:cubicBezTo>
                    <a:pt x="11" y="12"/>
                    <a:pt x="11" y="14"/>
                    <a:pt x="11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1" y="17"/>
                    <a:pt x="11" y="18"/>
                    <a:pt x="11" y="19"/>
                  </a:cubicBezTo>
                  <a:cubicBezTo>
                    <a:pt x="11" y="20"/>
                    <a:pt x="11" y="21"/>
                    <a:pt x="11" y="22"/>
                  </a:cubicBezTo>
                  <a:cubicBezTo>
                    <a:pt x="11" y="22"/>
                    <a:pt x="11" y="23"/>
                    <a:pt x="11" y="23"/>
                  </a:cubicBezTo>
                  <a:cubicBezTo>
                    <a:pt x="11" y="24"/>
                    <a:pt x="11" y="25"/>
                    <a:pt x="11" y="25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1" y="27"/>
                    <a:pt x="11" y="28"/>
                    <a:pt x="11" y="28"/>
                  </a:cubicBezTo>
                  <a:cubicBezTo>
                    <a:pt x="11" y="30"/>
                    <a:pt x="11" y="32"/>
                    <a:pt x="11" y="33"/>
                  </a:cubicBezTo>
                  <a:cubicBezTo>
                    <a:pt x="11" y="34"/>
                    <a:pt x="12" y="34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4"/>
                    <a:pt x="12" y="32"/>
                    <a:pt x="13" y="30"/>
                  </a:cubicBezTo>
                  <a:cubicBezTo>
                    <a:pt x="13" y="29"/>
                    <a:pt x="15" y="27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5"/>
                    <a:pt x="17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3" y="24"/>
                  </a:cubicBezTo>
                  <a:cubicBezTo>
                    <a:pt x="23" y="24"/>
                    <a:pt x="24" y="25"/>
                    <a:pt x="24" y="25"/>
                  </a:cubicBezTo>
                  <a:cubicBezTo>
                    <a:pt x="25" y="26"/>
                    <a:pt x="26" y="26"/>
                    <a:pt x="26" y="26"/>
                  </a:cubicBezTo>
                  <a:cubicBezTo>
                    <a:pt x="27" y="26"/>
                    <a:pt x="27" y="27"/>
                    <a:pt x="27" y="27"/>
                  </a:cubicBezTo>
                  <a:cubicBezTo>
                    <a:pt x="27" y="27"/>
                    <a:pt x="29" y="28"/>
                    <a:pt x="29" y="28"/>
                  </a:cubicBezTo>
                  <a:cubicBezTo>
                    <a:pt x="29" y="28"/>
                    <a:pt x="30" y="28"/>
                    <a:pt x="30" y="27"/>
                  </a:cubicBezTo>
                  <a:cubicBezTo>
                    <a:pt x="30" y="26"/>
                    <a:pt x="29" y="25"/>
                    <a:pt x="30" y="24"/>
                  </a:cubicBezTo>
                  <a:cubicBezTo>
                    <a:pt x="30" y="24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8"/>
                    <a:pt x="30" y="18"/>
                  </a:cubicBezTo>
                  <a:cubicBezTo>
                    <a:pt x="30" y="17"/>
                    <a:pt x="30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1" y="14"/>
                    <a:pt x="31" y="14"/>
                    <a:pt x="31" y="13"/>
                  </a:cubicBez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32" y="11"/>
                    <a:pt x="32" y="11"/>
                  </a:cubicBezTo>
                  <a:cubicBezTo>
                    <a:pt x="33" y="10"/>
                    <a:pt x="33" y="9"/>
                    <a:pt x="34" y="9"/>
                  </a:cubicBezTo>
                  <a:cubicBezTo>
                    <a:pt x="35" y="9"/>
                    <a:pt x="35" y="9"/>
                    <a:pt x="36" y="9"/>
                  </a:cubicBezTo>
                  <a:cubicBezTo>
                    <a:pt x="38" y="10"/>
                    <a:pt x="39" y="11"/>
                    <a:pt x="40" y="12"/>
                  </a:cubicBezTo>
                  <a:cubicBezTo>
                    <a:pt x="40" y="12"/>
                    <a:pt x="41" y="13"/>
                    <a:pt x="41" y="13"/>
                  </a:cubicBezTo>
                  <a:cubicBezTo>
                    <a:pt x="42" y="13"/>
                    <a:pt x="42" y="13"/>
                    <a:pt x="42" y="14"/>
                  </a:cubicBezTo>
                  <a:cubicBezTo>
                    <a:pt x="43" y="14"/>
                    <a:pt x="44" y="15"/>
                    <a:pt x="44" y="15"/>
                  </a:cubicBezTo>
                  <a:cubicBezTo>
                    <a:pt x="45" y="16"/>
                    <a:pt x="45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8" y="20"/>
                    <a:pt x="48" y="20"/>
                  </a:cubicBezTo>
                  <a:cubicBezTo>
                    <a:pt x="49" y="20"/>
                    <a:pt x="50" y="21"/>
                    <a:pt x="51" y="22"/>
                  </a:cubicBezTo>
                  <a:cubicBezTo>
                    <a:pt x="51" y="22"/>
                    <a:pt x="52" y="22"/>
                    <a:pt x="52" y="23"/>
                  </a:cubicBezTo>
                  <a:cubicBezTo>
                    <a:pt x="53" y="23"/>
                    <a:pt x="53" y="24"/>
                    <a:pt x="54" y="24"/>
                  </a:cubicBezTo>
                  <a:cubicBezTo>
                    <a:pt x="55" y="25"/>
                    <a:pt x="56" y="26"/>
                    <a:pt x="57" y="26"/>
                  </a:cubicBezTo>
                  <a:cubicBezTo>
                    <a:pt x="58" y="27"/>
                    <a:pt x="58" y="27"/>
                    <a:pt x="59" y="27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0" y="29"/>
                    <a:pt x="61" y="30"/>
                  </a:cubicBezTo>
                  <a:cubicBezTo>
                    <a:pt x="62" y="30"/>
                    <a:pt x="63" y="31"/>
                    <a:pt x="64" y="32"/>
                  </a:cubicBezTo>
                  <a:cubicBezTo>
                    <a:pt x="65" y="33"/>
                    <a:pt x="66" y="33"/>
                    <a:pt x="66" y="33"/>
                  </a:cubicBezTo>
                  <a:cubicBezTo>
                    <a:pt x="67" y="34"/>
                    <a:pt x="68" y="35"/>
                    <a:pt x="69" y="35"/>
                  </a:cubicBezTo>
                  <a:cubicBezTo>
                    <a:pt x="70" y="36"/>
                    <a:pt x="71" y="36"/>
                    <a:pt x="72" y="37"/>
                  </a:cubicBezTo>
                  <a:cubicBezTo>
                    <a:pt x="72" y="37"/>
                    <a:pt x="72" y="38"/>
                    <a:pt x="73" y="38"/>
                  </a:cubicBezTo>
                  <a:cubicBezTo>
                    <a:pt x="73" y="39"/>
                    <a:pt x="74" y="39"/>
                    <a:pt x="75" y="39"/>
                  </a:cubicBezTo>
                  <a:cubicBezTo>
                    <a:pt x="75" y="40"/>
                    <a:pt x="76" y="40"/>
                    <a:pt x="76" y="41"/>
                  </a:cubicBezTo>
                  <a:cubicBezTo>
                    <a:pt x="77" y="41"/>
                    <a:pt x="77" y="41"/>
                    <a:pt x="78" y="41"/>
                  </a:cubicBezTo>
                  <a:cubicBezTo>
                    <a:pt x="78" y="42"/>
                    <a:pt x="79" y="43"/>
                    <a:pt x="80" y="44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1" y="44"/>
                    <a:pt x="81" y="45"/>
                    <a:pt x="81" y="45"/>
                  </a:cubicBezTo>
                  <a:cubicBezTo>
                    <a:pt x="82" y="46"/>
                    <a:pt x="82" y="46"/>
                    <a:pt x="83" y="47"/>
                  </a:cubicBezTo>
                  <a:cubicBezTo>
                    <a:pt x="83" y="47"/>
                    <a:pt x="83" y="47"/>
                    <a:pt x="83" y="48"/>
                  </a:cubicBezTo>
                  <a:cubicBezTo>
                    <a:pt x="83" y="48"/>
                    <a:pt x="84" y="48"/>
                    <a:pt x="84" y="49"/>
                  </a:cubicBezTo>
                  <a:cubicBezTo>
                    <a:pt x="84" y="49"/>
                    <a:pt x="84" y="49"/>
                    <a:pt x="84" y="50"/>
                  </a:cubicBezTo>
                  <a:cubicBezTo>
                    <a:pt x="84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3"/>
                    <a:pt x="87" y="54"/>
                    <a:pt x="87" y="56"/>
                  </a:cubicBezTo>
                  <a:cubicBezTo>
                    <a:pt x="87" y="57"/>
                    <a:pt x="87" y="58"/>
                    <a:pt x="87" y="59"/>
                  </a:cubicBezTo>
                  <a:cubicBezTo>
                    <a:pt x="87" y="62"/>
                    <a:pt x="85" y="65"/>
                    <a:pt x="82" y="66"/>
                  </a:cubicBezTo>
                  <a:cubicBezTo>
                    <a:pt x="82" y="66"/>
                    <a:pt x="81" y="66"/>
                    <a:pt x="81" y="66"/>
                  </a:cubicBezTo>
                  <a:cubicBezTo>
                    <a:pt x="80" y="66"/>
                    <a:pt x="79" y="67"/>
                    <a:pt x="79" y="67"/>
                  </a:cubicBezTo>
                  <a:cubicBezTo>
                    <a:pt x="78" y="67"/>
                    <a:pt x="78" y="68"/>
                    <a:pt x="78" y="68"/>
                  </a:cubicBezTo>
                  <a:cubicBezTo>
                    <a:pt x="78" y="68"/>
                    <a:pt x="78" y="68"/>
                    <a:pt x="78" y="69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78" y="69"/>
                    <a:pt x="78" y="70"/>
                    <a:pt x="78" y="70"/>
                  </a:cubicBezTo>
                  <a:cubicBezTo>
                    <a:pt x="78" y="72"/>
                    <a:pt x="79" y="73"/>
                    <a:pt x="79" y="74"/>
                  </a:cubicBezTo>
                  <a:cubicBezTo>
                    <a:pt x="79" y="74"/>
                    <a:pt x="79" y="75"/>
                    <a:pt x="78" y="75"/>
                  </a:cubicBezTo>
                  <a:cubicBezTo>
                    <a:pt x="79" y="76"/>
                    <a:pt x="79" y="77"/>
                    <a:pt x="79" y="77"/>
                  </a:cubicBezTo>
                  <a:cubicBezTo>
                    <a:pt x="79" y="78"/>
                    <a:pt x="79" y="78"/>
                    <a:pt x="79" y="79"/>
                  </a:cubicBezTo>
                  <a:cubicBezTo>
                    <a:pt x="79" y="80"/>
                    <a:pt x="79" y="81"/>
                    <a:pt x="79" y="81"/>
                  </a:cubicBezTo>
                  <a:cubicBezTo>
                    <a:pt x="80" y="82"/>
                    <a:pt x="80" y="83"/>
                    <a:pt x="80" y="84"/>
                  </a:cubicBezTo>
                  <a:cubicBezTo>
                    <a:pt x="80" y="84"/>
                    <a:pt x="80" y="84"/>
                    <a:pt x="80" y="85"/>
                  </a:cubicBezTo>
                  <a:cubicBezTo>
                    <a:pt x="81" y="85"/>
                    <a:pt x="81" y="86"/>
                    <a:pt x="81" y="87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8"/>
                    <a:pt x="81" y="89"/>
                    <a:pt x="81" y="89"/>
                  </a:cubicBezTo>
                  <a:cubicBezTo>
                    <a:pt x="80" y="91"/>
                    <a:pt x="79" y="92"/>
                    <a:pt x="79" y="94"/>
                  </a:cubicBezTo>
                  <a:cubicBezTo>
                    <a:pt x="79" y="95"/>
                    <a:pt x="79" y="95"/>
                    <a:pt x="78" y="96"/>
                  </a:cubicBezTo>
                  <a:cubicBezTo>
                    <a:pt x="78" y="96"/>
                    <a:pt x="76" y="96"/>
                    <a:pt x="76" y="96"/>
                  </a:cubicBezTo>
                  <a:cubicBezTo>
                    <a:pt x="75" y="96"/>
                    <a:pt x="75" y="96"/>
                    <a:pt x="74" y="96"/>
                  </a:cubicBezTo>
                  <a:cubicBezTo>
                    <a:pt x="73" y="96"/>
                    <a:pt x="73" y="94"/>
                    <a:pt x="73" y="94"/>
                  </a:cubicBezTo>
                  <a:cubicBezTo>
                    <a:pt x="72" y="93"/>
                    <a:pt x="71" y="94"/>
                    <a:pt x="71" y="93"/>
                  </a:cubicBezTo>
                  <a:cubicBezTo>
                    <a:pt x="70" y="93"/>
                    <a:pt x="69" y="91"/>
                    <a:pt x="69" y="90"/>
                  </a:cubicBezTo>
                  <a:cubicBezTo>
                    <a:pt x="69" y="89"/>
                    <a:pt x="70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0" y="87"/>
                    <a:pt x="68" y="86"/>
                    <a:pt x="67" y="84"/>
                  </a:cubicBezTo>
                  <a:cubicBezTo>
                    <a:pt x="67" y="83"/>
                    <a:pt x="66" y="83"/>
                    <a:pt x="66" y="82"/>
                  </a:cubicBezTo>
                  <a:cubicBezTo>
                    <a:pt x="66" y="82"/>
                    <a:pt x="65" y="81"/>
                    <a:pt x="65" y="81"/>
                  </a:cubicBezTo>
                  <a:cubicBezTo>
                    <a:pt x="65" y="80"/>
                    <a:pt x="64" y="79"/>
                    <a:pt x="64" y="79"/>
                  </a:cubicBezTo>
                  <a:cubicBezTo>
                    <a:pt x="63" y="78"/>
                    <a:pt x="63" y="78"/>
                    <a:pt x="62" y="77"/>
                  </a:cubicBezTo>
                  <a:cubicBezTo>
                    <a:pt x="62" y="77"/>
                    <a:pt x="62" y="77"/>
                    <a:pt x="62" y="76"/>
                  </a:cubicBezTo>
                  <a:cubicBezTo>
                    <a:pt x="62" y="76"/>
                    <a:pt x="61" y="76"/>
                    <a:pt x="61" y="75"/>
                  </a:cubicBezTo>
                  <a:cubicBezTo>
                    <a:pt x="61" y="75"/>
                    <a:pt x="60" y="74"/>
                    <a:pt x="60" y="74"/>
                  </a:cubicBezTo>
                  <a:cubicBezTo>
                    <a:pt x="60" y="74"/>
                    <a:pt x="60" y="73"/>
                    <a:pt x="59" y="73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59" y="72"/>
                    <a:pt x="58" y="72"/>
                    <a:pt x="58" y="72"/>
                  </a:cubicBezTo>
                  <a:cubicBezTo>
                    <a:pt x="58" y="71"/>
                    <a:pt x="58" y="70"/>
                    <a:pt x="57" y="70"/>
                  </a:cubicBezTo>
                  <a:cubicBezTo>
                    <a:pt x="57" y="69"/>
                    <a:pt x="56" y="69"/>
                    <a:pt x="55" y="68"/>
                  </a:cubicBezTo>
                  <a:cubicBezTo>
                    <a:pt x="54" y="67"/>
                    <a:pt x="54" y="65"/>
                    <a:pt x="53" y="64"/>
                  </a:cubicBezTo>
                  <a:cubicBezTo>
                    <a:pt x="52" y="64"/>
                    <a:pt x="52" y="63"/>
                    <a:pt x="51" y="63"/>
                  </a:cubicBezTo>
                  <a:cubicBezTo>
                    <a:pt x="51" y="63"/>
                    <a:pt x="51" y="62"/>
                    <a:pt x="50" y="62"/>
                  </a:cubicBezTo>
                  <a:cubicBezTo>
                    <a:pt x="50" y="61"/>
                    <a:pt x="49" y="60"/>
                    <a:pt x="49" y="60"/>
                  </a:cubicBezTo>
                  <a:cubicBezTo>
                    <a:pt x="48" y="59"/>
                    <a:pt x="48" y="59"/>
                    <a:pt x="47" y="58"/>
                  </a:cubicBezTo>
                  <a:cubicBezTo>
                    <a:pt x="47" y="58"/>
                    <a:pt x="46" y="56"/>
                    <a:pt x="46" y="56"/>
                  </a:cubicBezTo>
                  <a:cubicBezTo>
                    <a:pt x="46" y="56"/>
                    <a:pt x="45" y="56"/>
                    <a:pt x="45" y="56"/>
                  </a:cubicBezTo>
                  <a:cubicBezTo>
                    <a:pt x="44" y="55"/>
                    <a:pt x="44" y="55"/>
                    <a:pt x="44" y="54"/>
                  </a:cubicBezTo>
                  <a:cubicBezTo>
                    <a:pt x="43" y="54"/>
                    <a:pt x="44" y="53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1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7"/>
                    <a:pt x="38" y="46"/>
                    <a:pt x="37" y="46"/>
                  </a:cubicBezTo>
                  <a:cubicBezTo>
                    <a:pt x="37" y="46"/>
                    <a:pt x="37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7" y="48"/>
                    <a:pt x="37" y="49"/>
                    <a:pt x="38" y="51"/>
                  </a:cubicBezTo>
                  <a:cubicBezTo>
                    <a:pt x="38" y="51"/>
                    <a:pt x="38" y="52"/>
                    <a:pt x="38" y="52"/>
                  </a:cubicBezTo>
                  <a:cubicBezTo>
                    <a:pt x="38" y="52"/>
                    <a:pt x="39" y="53"/>
                    <a:pt x="39" y="53"/>
                  </a:cubicBezTo>
                  <a:cubicBezTo>
                    <a:pt x="39" y="53"/>
                    <a:pt x="39" y="54"/>
                    <a:pt x="39" y="54"/>
                  </a:cubicBezTo>
                  <a:cubicBezTo>
                    <a:pt x="39" y="55"/>
                    <a:pt x="39" y="56"/>
                    <a:pt x="39" y="57"/>
                  </a:cubicBezTo>
                  <a:cubicBezTo>
                    <a:pt x="40" y="58"/>
                    <a:pt x="40" y="59"/>
                    <a:pt x="40" y="59"/>
                  </a:cubicBezTo>
                  <a:cubicBezTo>
                    <a:pt x="41" y="60"/>
                    <a:pt x="40" y="61"/>
                    <a:pt x="40" y="61"/>
                  </a:cubicBezTo>
                  <a:cubicBezTo>
                    <a:pt x="41" y="62"/>
                    <a:pt x="41" y="64"/>
                    <a:pt x="42" y="65"/>
                  </a:cubicBezTo>
                  <a:cubicBezTo>
                    <a:pt x="42" y="66"/>
                    <a:pt x="42" y="67"/>
                    <a:pt x="42" y="68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3" y="69"/>
                    <a:pt x="42" y="69"/>
                    <a:pt x="42" y="70"/>
                  </a:cubicBezTo>
                  <a:cubicBezTo>
                    <a:pt x="43" y="71"/>
                    <a:pt x="45" y="71"/>
                    <a:pt x="45" y="71"/>
                  </a:cubicBezTo>
                  <a:cubicBezTo>
                    <a:pt x="46" y="72"/>
                    <a:pt x="46" y="72"/>
                    <a:pt x="47" y="72"/>
                  </a:cubicBezTo>
                  <a:cubicBezTo>
                    <a:pt x="47" y="72"/>
                    <a:pt x="48" y="73"/>
                    <a:pt x="48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3"/>
                    <a:pt x="50" y="73"/>
                    <a:pt x="50" y="73"/>
                  </a:cubicBezTo>
                  <a:cubicBezTo>
                    <a:pt x="52" y="73"/>
                    <a:pt x="56" y="76"/>
                    <a:pt x="56" y="78"/>
                  </a:cubicBezTo>
                  <a:cubicBezTo>
                    <a:pt x="57" y="79"/>
                    <a:pt x="56" y="79"/>
                    <a:pt x="56" y="80"/>
                  </a:cubicBezTo>
                  <a:cubicBezTo>
                    <a:pt x="56" y="81"/>
                    <a:pt x="56" y="81"/>
                    <a:pt x="56" y="82"/>
                  </a:cubicBezTo>
                  <a:cubicBezTo>
                    <a:pt x="56" y="83"/>
                    <a:pt x="55" y="83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4" y="84"/>
                    <a:pt x="53" y="85"/>
                    <a:pt x="52" y="85"/>
                  </a:cubicBezTo>
                  <a:cubicBezTo>
                    <a:pt x="52" y="85"/>
                    <a:pt x="51" y="85"/>
                    <a:pt x="51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49" y="85"/>
                    <a:pt x="49" y="85"/>
                    <a:pt x="48" y="85"/>
                  </a:cubicBezTo>
                  <a:cubicBezTo>
                    <a:pt x="48" y="85"/>
                    <a:pt x="47" y="85"/>
                    <a:pt x="48" y="85"/>
                  </a:cubicBezTo>
                  <a:cubicBezTo>
                    <a:pt x="48" y="87"/>
                    <a:pt x="49" y="88"/>
                    <a:pt x="49" y="89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90"/>
                    <a:pt x="50" y="91"/>
                    <a:pt x="50" y="92"/>
                  </a:cubicBezTo>
                  <a:cubicBezTo>
                    <a:pt x="51" y="93"/>
                    <a:pt x="51" y="94"/>
                    <a:pt x="52" y="94"/>
                  </a:cubicBezTo>
                  <a:cubicBezTo>
                    <a:pt x="52" y="94"/>
                    <a:pt x="52" y="95"/>
                    <a:pt x="53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6"/>
                    <a:pt x="54" y="96"/>
                    <a:pt x="55" y="97"/>
                  </a:cubicBezTo>
                  <a:cubicBezTo>
                    <a:pt x="55" y="97"/>
                    <a:pt x="55" y="97"/>
                    <a:pt x="56" y="97"/>
                  </a:cubicBezTo>
                  <a:cubicBezTo>
                    <a:pt x="56" y="97"/>
                    <a:pt x="56" y="98"/>
                    <a:pt x="56" y="98"/>
                  </a:cubicBezTo>
                  <a:cubicBezTo>
                    <a:pt x="57" y="98"/>
                    <a:pt x="58" y="98"/>
                    <a:pt x="59" y="99"/>
                  </a:cubicBezTo>
                  <a:cubicBezTo>
                    <a:pt x="59" y="99"/>
                    <a:pt x="60" y="100"/>
                    <a:pt x="60" y="100"/>
                  </a:cubicBezTo>
                  <a:cubicBezTo>
                    <a:pt x="61" y="100"/>
                    <a:pt x="61" y="100"/>
                    <a:pt x="62" y="100"/>
                  </a:cubicBezTo>
                  <a:cubicBezTo>
                    <a:pt x="62" y="101"/>
                    <a:pt x="62" y="101"/>
                    <a:pt x="63" y="101"/>
                  </a:cubicBezTo>
                  <a:cubicBezTo>
                    <a:pt x="63" y="101"/>
                    <a:pt x="64" y="102"/>
                    <a:pt x="64" y="102"/>
                  </a:cubicBezTo>
                  <a:cubicBezTo>
                    <a:pt x="64" y="102"/>
                    <a:pt x="66" y="102"/>
                    <a:pt x="66" y="102"/>
                  </a:cubicBezTo>
                  <a:cubicBezTo>
                    <a:pt x="67" y="102"/>
                    <a:pt x="68" y="102"/>
                    <a:pt x="69" y="102"/>
                  </a:cubicBezTo>
                  <a:cubicBezTo>
                    <a:pt x="69" y="102"/>
                    <a:pt x="70" y="104"/>
                    <a:pt x="70" y="105"/>
                  </a:cubicBezTo>
                  <a:cubicBezTo>
                    <a:pt x="70" y="106"/>
                    <a:pt x="69" y="106"/>
                    <a:pt x="68" y="107"/>
                  </a:cubicBezTo>
                  <a:cubicBezTo>
                    <a:pt x="68" y="107"/>
                    <a:pt x="67" y="107"/>
                    <a:pt x="67" y="108"/>
                  </a:cubicBezTo>
                  <a:cubicBezTo>
                    <a:pt x="66" y="108"/>
                    <a:pt x="65" y="109"/>
                    <a:pt x="64" y="109"/>
                  </a:cubicBezTo>
                  <a:cubicBezTo>
                    <a:pt x="63" y="110"/>
                    <a:pt x="63" y="110"/>
                    <a:pt x="62" y="110"/>
                  </a:cubicBezTo>
                  <a:cubicBezTo>
                    <a:pt x="61" y="110"/>
                    <a:pt x="61" y="110"/>
                    <a:pt x="60" y="110"/>
                  </a:cubicBezTo>
                  <a:cubicBezTo>
                    <a:pt x="60" y="111"/>
                    <a:pt x="59" y="111"/>
                    <a:pt x="59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57" y="111"/>
                    <a:pt x="57" y="111"/>
                    <a:pt x="56" y="111"/>
                  </a:cubicBezTo>
                  <a:cubicBezTo>
                    <a:pt x="56" y="111"/>
                    <a:pt x="55" y="111"/>
                    <a:pt x="54" y="111"/>
                  </a:cubicBezTo>
                  <a:cubicBezTo>
                    <a:pt x="53" y="111"/>
                    <a:pt x="52" y="111"/>
                    <a:pt x="50" y="111"/>
                  </a:cubicBezTo>
                  <a:cubicBezTo>
                    <a:pt x="50" y="112"/>
                    <a:pt x="50" y="112"/>
                    <a:pt x="49" y="112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6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4" y="111"/>
                    <a:pt x="44" y="110"/>
                  </a:cubicBezTo>
                  <a:cubicBezTo>
                    <a:pt x="42" y="110"/>
                    <a:pt x="41" y="109"/>
                    <a:pt x="40" y="109"/>
                  </a:cubicBezTo>
                  <a:cubicBezTo>
                    <a:pt x="40" y="108"/>
                    <a:pt x="40" y="108"/>
                    <a:pt x="39" y="108"/>
                  </a:cubicBezTo>
                  <a:cubicBezTo>
                    <a:pt x="39" y="107"/>
                    <a:pt x="38" y="107"/>
                    <a:pt x="38" y="106"/>
                  </a:cubicBezTo>
                  <a:cubicBezTo>
                    <a:pt x="37" y="105"/>
                    <a:pt x="37" y="104"/>
                    <a:pt x="37" y="102"/>
                  </a:cubicBezTo>
                  <a:cubicBezTo>
                    <a:pt x="37" y="102"/>
                    <a:pt x="38" y="101"/>
                    <a:pt x="38" y="101"/>
                  </a:cubicBezTo>
                  <a:cubicBezTo>
                    <a:pt x="38" y="99"/>
                    <a:pt x="39" y="97"/>
                    <a:pt x="41" y="98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1" y="98"/>
                    <a:pt x="42" y="98"/>
                    <a:pt x="42" y="98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4" y="98"/>
                    <a:pt x="45" y="98"/>
                    <a:pt x="45" y="98"/>
                  </a:cubicBezTo>
                  <a:cubicBezTo>
                    <a:pt x="45" y="97"/>
                    <a:pt x="42" y="95"/>
                    <a:pt x="42" y="95"/>
                  </a:cubicBezTo>
                  <a:cubicBezTo>
                    <a:pt x="41" y="94"/>
                    <a:pt x="40" y="93"/>
                    <a:pt x="39" y="92"/>
                  </a:cubicBezTo>
                  <a:cubicBezTo>
                    <a:pt x="39" y="91"/>
                    <a:pt x="38" y="90"/>
                    <a:pt x="38" y="88"/>
                  </a:cubicBezTo>
                  <a:cubicBezTo>
                    <a:pt x="37" y="88"/>
                    <a:pt x="37" y="88"/>
                    <a:pt x="37" y="87"/>
                  </a:cubicBezTo>
                  <a:cubicBezTo>
                    <a:pt x="36" y="87"/>
                    <a:pt x="36" y="86"/>
                    <a:pt x="36" y="86"/>
                  </a:cubicBezTo>
                  <a:cubicBezTo>
                    <a:pt x="36" y="86"/>
                    <a:pt x="36" y="85"/>
                    <a:pt x="36" y="85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4" y="82"/>
                    <a:pt x="34" y="81"/>
                    <a:pt x="33" y="80"/>
                  </a:cubicBezTo>
                  <a:cubicBezTo>
                    <a:pt x="32" y="79"/>
                    <a:pt x="30" y="79"/>
                    <a:pt x="29" y="78"/>
                  </a:cubicBezTo>
                  <a:cubicBezTo>
                    <a:pt x="29" y="78"/>
                    <a:pt x="28" y="78"/>
                    <a:pt x="28" y="78"/>
                  </a:cubicBezTo>
                  <a:cubicBezTo>
                    <a:pt x="27" y="77"/>
                    <a:pt x="26" y="77"/>
                    <a:pt x="26" y="77"/>
                  </a:cubicBezTo>
                  <a:cubicBezTo>
                    <a:pt x="25" y="76"/>
                    <a:pt x="24" y="76"/>
                    <a:pt x="24" y="75"/>
                  </a:cubicBezTo>
                  <a:cubicBezTo>
                    <a:pt x="23" y="75"/>
                    <a:pt x="23" y="75"/>
                    <a:pt x="22" y="75"/>
                  </a:cubicBezTo>
                  <a:cubicBezTo>
                    <a:pt x="21" y="75"/>
                    <a:pt x="19" y="74"/>
                    <a:pt x="18" y="73"/>
                  </a:cubicBezTo>
                  <a:cubicBezTo>
                    <a:pt x="17" y="73"/>
                    <a:pt x="16" y="72"/>
                    <a:pt x="15" y="72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1"/>
                    <a:pt x="13" y="72"/>
                    <a:pt x="13" y="72"/>
                  </a:cubicBezTo>
                  <a:cubicBezTo>
                    <a:pt x="13" y="74"/>
                    <a:pt x="12" y="75"/>
                    <a:pt x="11" y="76"/>
                  </a:cubicBezTo>
                  <a:cubicBezTo>
                    <a:pt x="11" y="76"/>
                    <a:pt x="10" y="77"/>
                    <a:pt x="10" y="78"/>
                  </a:cubicBezTo>
                  <a:cubicBezTo>
                    <a:pt x="9" y="78"/>
                    <a:pt x="9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79"/>
                    <a:pt x="5" y="77"/>
                    <a:pt x="3" y="77"/>
                  </a:cubicBezTo>
                  <a:cubicBezTo>
                    <a:pt x="3" y="77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5"/>
                    <a:pt x="3" y="74"/>
                  </a:cubicBezTo>
                  <a:cubicBezTo>
                    <a:pt x="2" y="74"/>
                    <a:pt x="2" y="74"/>
                    <a:pt x="2" y="73"/>
                  </a:cubicBezTo>
                  <a:cubicBezTo>
                    <a:pt x="2" y="73"/>
                    <a:pt x="2" y="73"/>
                    <a:pt x="2" y="72"/>
                  </a:cubicBezTo>
                  <a:cubicBezTo>
                    <a:pt x="2" y="71"/>
                    <a:pt x="2" y="69"/>
                    <a:pt x="2" y="68"/>
                  </a:cubicBezTo>
                  <a:cubicBezTo>
                    <a:pt x="1" y="67"/>
                    <a:pt x="1" y="66"/>
                    <a:pt x="1" y="65"/>
                  </a:cubicBezTo>
                  <a:cubicBezTo>
                    <a:pt x="1" y="65"/>
                    <a:pt x="1" y="64"/>
                    <a:pt x="1" y="64"/>
                  </a:cubicBezTo>
                  <a:cubicBezTo>
                    <a:pt x="1" y="63"/>
                    <a:pt x="1" y="62"/>
                    <a:pt x="0" y="62"/>
                  </a:cubicBezTo>
                  <a:cubicBezTo>
                    <a:pt x="0" y="61"/>
                    <a:pt x="1" y="61"/>
                    <a:pt x="1" y="61"/>
                  </a:cubicBezTo>
                  <a:cubicBezTo>
                    <a:pt x="0" y="60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3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2"/>
                    <a:pt x="0" y="52"/>
                    <a:pt x="0" y="51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49"/>
                  </a:cubicBezTo>
                  <a:cubicBezTo>
                    <a:pt x="0" y="48"/>
                    <a:pt x="0" y="48"/>
                    <a:pt x="0" y="47"/>
                  </a:cubicBezTo>
                  <a:cubicBezTo>
                    <a:pt x="0" y="46"/>
                    <a:pt x="0" y="46"/>
                    <a:pt x="0" y="45"/>
                  </a:cubicBezTo>
                  <a:cubicBezTo>
                    <a:pt x="0" y="45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0" y="35"/>
                    <a:pt x="0" y="3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31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8"/>
                    <a:pt x="1" y="28"/>
                    <a:pt x="1" y="27"/>
                  </a:cubicBezTo>
                  <a:cubicBezTo>
                    <a:pt x="1" y="26"/>
                    <a:pt x="1" y="25"/>
                    <a:pt x="2" y="24"/>
                  </a:cubicBezTo>
                  <a:cubicBezTo>
                    <a:pt x="2" y="23"/>
                    <a:pt x="2" y="22"/>
                    <a:pt x="2" y="22"/>
                  </a:cubicBezTo>
                  <a:cubicBezTo>
                    <a:pt x="2" y="21"/>
                    <a:pt x="2" y="21"/>
                    <a:pt x="2" y="20"/>
                  </a:cubicBez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2" y="18"/>
                    <a:pt x="2" y="17"/>
                  </a:cubicBezTo>
                  <a:cubicBezTo>
                    <a:pt x="2" y="17"/>
                    <a:pt x="2" y="16"/>
                    <a:pt x="2" y="16"/>
                  </a:cubicBezTo>
                  <a:cubicBezTo>
                    <a:pt x="2" y="16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4" y="7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Freeform 16"/>
            <p:cNvSpPr>
              <a:spLocks noEditPoints="1"/>
            </p:cNvSpPr>
            <p:nvPr/>
          </p:nvSpPr>
          <p:spPr bwMode="auto">
            <a:xfrm>
              <a:off x="5203825" y="2532063"/>
              <a:ext cx="1790700" cy="1793875"/>
            </a:xfrm>
            <a:custGeom>
              <a:avLst/>
              <a:gdLst>
                <a:gd name="T0" fmla="*/ 329 w 658"/>
                <a:gd name="T1" fmla="*/ 0 h 658"/>
                <a:gd name="T2" fmla="*/ 658 w 658"/>
                <a:gd name="T3" fmla="*/ 329 h 658"/>
                <a:gd name="T4" fmla="*/ 638 w 658"/>
                <a:gd name="T5" fmla="*/ 440 h 658"/>
                <a:gd name="T6" fmla="*/ 620 w 658"/>
                <a:gd name="T7" fmla="*/ 435 h 658"/>
                <a:gd name="T8" fmla="*/ 638 w 658"/>
                <a:gd name="T9" fmla="*/ 329 h 658"/>
                <a:gd name="T10" fmla="*/ 329 w 658"/>
                <a:gd name="T11" fmla="*/ 20 h 658"/>
                <a:gd name="T12" fmla="*/ 227 w 658"/>
                <a:gd name="T13" fmla="*/ 37 h 658"/>
                <a:gd name="T14" fmla="*/ 219 w 658"/>
                <a:gd name="T15" fmla="*/ 19 h 658"/>
                <a:gd name="T16" fmla="*/ 329 w 658"/>
                <a:gd name="T17" fmla="*/ 0 h 658"/>
                <a:gd name="T18" fmla="*/ 581 w 658"/>
                <a:gd name="T19" fmla="*/ 540 h 658"/>
                <a:gd name="T20" fmla="*/ 329 w 658"/>
                <a:gd name="T21" fmla="*/ 658 h 658"/>
                <a:gd name="T22" fmla="*/ 0 w 658"/>
                <a:gd name="T23" fmla="*/ 329 h 658"/>
                <a:gd name="T24" fmla="*/ 9 w 658"/>
                <a:gd name="T25" fmla="*/ 251 h 658"/>
                <a:gd name="T26" fmla="*/ 25 w 658"/>
                <a:gd name="T27" fmla="*/ 268 h 658"/>
                <a:gd name="T28" fmla="*/ 19 w 658"/>
                <a:gd name="T29" fmla="*/ 329 h 658"/>
                <a:gd name="T30" fmla="*/ 329 w 658"/>
                <a:gd name="T31" fmla="*/ 639 h 658"/>
                <a:gd name="T32" fmla="*/ 555 w 658"/>
                <a:gd name="T33" fmla="*/ 540 h 658"/>
                <a:gd name="T34" fmla="*/ 581 w 658"/>
                <a:gd name="T35" fmla="*/ 540 h 658"/>
                <a:gd name="T36" fmla="*/ 29 w 658"/>
                <a:gd name="T37" fmla="*/ 194 h 658"/>
                <a:gd name="T38" fmla="*/ 116 w 658"/>
                <a:gd name="T39" fmla="*/ 79 h 658"/>
                <a:gd name="T40" fmla="*/ 126 w 658"/>
                <a:gd name="T41" fmla="*/ 95 h 658"/>
                <a:gd name="T42" fmla="*/ 49 w 658"/>
                <a:gd name="T43" fmla="*/ 196 h 658"/>
                <a:gd name="T44" fmla="*/ 29 w 658"/>
                <a:gd name="T45" fmla="*/ 194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8" h="658">
                  <a:moveTo>
                    <a:pt x="329" y="0"/>
                  </a:moveTo>
                  <a:cubicBezTo>
                    <a:pt x="510" y="0"/>
                    <a:pt x="658" y="148"/>
                    <a:pt x="658" y="329"/>
                  </a:cubicBezTo>
                  <a:cubicBezTo>
                    <a:pt x="658" y="368"/>
                    <a:pt x="651" y="405"/>
                    <a:pt x="638" y="440"/>
                  </a:cubicBezTo>
                  <a:cubicBezTo>
                    <a:pt x="620" y="435"/>
                    <a:pt x="620" y="435"/>
                    <a:pt x="620" y="435"/>
                  </a:cubicBezTo>
                  <a:cubicBezTo>
                    <a:pt x="632" y="402"/>
                    <a:pt x="638" y="366"/>
                    <a:pt x="638" y="329"/>
                  </a:cubicBezTo>
                  <a:cubicBezTo>
                    <a:pt x="638" y="159"/>
                    <a:pt x="499" y="20"/>
                    <a:pt x="329" y="20"/>
                  </a:cubicBezTo>
                  <a:cubicBezTo>
                    <a:pt x="293" y="20"/>
                    <a:pt x="259" y="26"/>
                    <a:pt x="227" y="37"/>
                  </a:cubicBezTo>
                  <a:cubicBezTo>
                    <a:pt x="225" y="31"/>
                    <a:pt x="222" y="25"/>
                    <a:pt x="219" y="19"/>
                  </a:cubicBezTo>
                  <a:cubicBezTo>
                    <a:pt x="253" y="7"/>
                    <a:pt x="290" y="0"/>
                    <a:pt x="329" y="0"/>
                  </a:cubicBezTo>
                  <a:close/>
                  <a:moveTo>
                    <a:pt x="581" y="540"/>
                  </a:moveTo>
                  <a:cubicBezTo>
                    <a:pt x="521" y="612"/>
                    <a:pt x="430" y="658"/>
                    <a:pt x="329" y="658"/>
                  </a:cubicBezTo>
                  <a:cubicBezTo>
                    <a:pt x="148" y="658"/>
                    <a:pt x="0" y="510"/>
                    <a:pt x="0" y="329"/>
                  </a:cubicBezTo>
                  <a:cubicBezTo>
                    <a:pt x="0" y="302"/>
                    <a:pt x="3" y="276"/>
                    <a:pt x="9" y="251"/>
                  </a:cubicBezTo>
                  <a:cubicBezTo>
                    <a:pt x="25" y="268"/>
                    <a:pt x="25" y="268"/>
                    <a:pt x="25" y="268"/>
                  </a:cubicBezTo>
                  <a:cubicBezTo>
                    <a:pt x="21" y="288"/>
                    <a:pt x="19" y="308"/>
                    <a:pt x="19" y="329"/>
                  </a:cubicBezTo>
                  <a:cubicBezTo>
                    <a:pt x="19" y="500"/>
                    <a:pt x="158" y="639"/>
                    <a:pt x="329" y="639"/>
                  </a:cubicBezTo>
                  <a:cubicBezTo>
                    <a:pt x="418" y="639"/>
                    <a:pt x="499" y="601"/>
                    <a:pt x="555" y="540"/>
                  </a:cubicBezTo>
                  <a:cubicBezTo>
                    <a:pt x="581" y="540"/>
                    <a:pt x="581" y="540"/>
                    <a:pt x="581" y="540"/>
                  </a:cubicBezTo>
                  <a:close/>
                  <a:moveTo>
                    <a:pt x="29" y="194"/>
                  </a:moveTo>
                  <a:cubicBezTo>
                    <a:pt x="49" y="150"/>
                    <a:pt x="79" y="110"/>
                    <a:pt x="116" y="79"/>
                  </a:cubicBezTo>
                  <a:cubicBezTo>
                    <a:pt x="118" y="85"/>
                    <a:pt x="122" y="90"/>
                    <a:pt x="126" y="95"/>
                  </a:cubicBezTo>
                  <a:cubicBezTo>
                    <a:pt x="94" y="123"/>
                    <a:pt x="68" y="157"/>
                    <a:pt x="49" y="196"/>
                  </a:cubicBezTo>
                  <a:cubicBezTo>
                    <a:pt x="29" y="194"/>
                    <a:pt x="29" y="194"/>
                    <a:pt x="29" y="1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Freeform 17"/>
            <p:cNvSpPr>
              <a:spLocks/>
            </p:cNvSpPr>
            <p:nvPr/>
          </p:nvSpPr>
          <p:spPr bwMode="auto">
            <a:xfrm>
              <a:off x="5805488" y="4481513"/>
              <a:ext cx="165100" cy="215900"/>
            </a:xfrm>
            <a:custGeom>
              <a:avLst/>
              <a:gdLst>
                <a:gd name="T0" fmla="*/ 52 w 61"/>
                <a:gd name="T1" fmla="*/ 58 h 79"/>
                <a:gd name="T2" fmla="*/ 51 w 61"/>
                <a:gd name="T3" fmla="*/ 60 h 79"/>
                <a:gd name="T4" fmla="*/ 51 w 61"/>
                <a:gd name="T5" fmla="*/ 62 h 79"/>
                <a:gd name="T6" fmla="*/ 50 w 61"/>
                <a:gd name="T7" fmla="*/ 64 h 79"/>
                <a:gd name="T8" fmla="*/ 49 w 61"/>
                <a:gd name="T9" fmla="*/ 66 h 79"/>
                <a:gd name="T10" fmla="*/ 48 w 61"/>
                <a:gd name="T11" fmla="*/ 67 h 79"/>
                <a:gd name="T12" fmla="*/ 44 w 61"/>
                <a:gd name="T13" fmla="*/ 73 h 79"/>
                <a:gd name="T14" fmla="*/ 39 w 61"/>
                <a:gd name="T15" fmla="*/ 76 h 79"/>
                <a:gd name="T16" fmla="*/ 36 w 61"/>
                <a:gd name="T17" fmla="*/ 77 h 79"/>
                <a:gd name="T18" fmla="*/ 33 w 61"/>
                <a:gd name="T19" fmla="*/ 78 h 79"/>
                <a:gd name="T20" fmla="*/ 29 w 61"/>
                <a:gd name="T21" fmla="*/ 79 h 79"/>
                <a:gd name="T22" fmla="*/ 21 w 61"/>
                <a:gd name="T23" fmla="*/ 78 h 79"/>
                <a:gd name="T24" fmla="*/ 17 w 61"/>
                <a:gd name="T25" fmla="*/ 77 h 79"/>
                <a:gd name="T26" fmla="*/ 11 w 61"/>
                <a:gd name="T27" fmla="*/ 74 h 79"/>
                <a:gd name="T28" fmla="*/ 8 w 61"/>
                <a:gd name="T29" fmla="*/ 72 h 79"/>
                <a:gd name="T30" fmla="*/ 6 w 61"/>
                <a:gd name="T31" fmla="*/ 70 h 79"/>
                <a:gd name="T32" fmla="*/ 4 w 61"/>
                <a:gd name="T33" fmla="*/ 67 h 79"/>
                <a:gd name="T34" fmla="*/ 1 w 61"/>
                <a:gd name="T35" fmla="*/ 62 h 79"/>
                <a:gd name="T36" fmla="*/ 0 w 61"/>
                <a:gd name="T37" fmla="*/ 58 h 79"/>
                <a:gd name="T38" fmla="*/ 0 w 61"/>
                <a:gd name="T39" fmla="*/ 58 h 79"/>
                <a:gd name="T40" fmla="*/ 0 w 61"/>
                <a:gd name="T41" fmla="*/ 54 h 79"/>
                <a:gd name="T42" fmla="*/ 0 w 61"/>
                <a:gd name="T43" fmla="*/ 54 h 79"/>
                <a:gd name="T44" fmla="*/ 0 w 61"/>
                <a:gd name="T45" fmla="*/ 50 h 79"/>
                <a:gd name="T46" fmla="*/ 1 w 61"/>
                <a:gd name="T47" fmla="*/ 48 h 79"/>
                <a:gd name="T48" fmla="*/ 1 w 61"/>
                <a:gd name="T49" fmla="*/ 45 h 79"/>
                <a:gd name="T50" fmla="*/ 1 w 61"/>
                <a:gd name="T51" fmla="*/ 45 h 79"/>
                <a:gd name="T52" fmla="*/ 10 w 61"/>
                <a:gd name="T53" fmla="*/ 1 h 79"/>
                <a:gd name="T54" fmla="*/ 12 w 61"/>
                <a:gd name="T55" fmla="*/ 0 h 79"/>
                <a:gd name="T56" fmla="*/ 23 w 61"/>
                <a:gd name="T57" fmla="*/ 2 h 79"/>
                <a:gd name="T58" fmla="*/ 14 w 61"/>
                <a:gd name="T59" fmla="*/ 49 h 79"/>
                <a:gd name="T60" fmla="*/ 15 w 61"/>
                <a:gd name="T61" fmla="*/ 61 h 79"/>
                <a:gd name="T62" fmla="*/ 18 w 61"/>
                <a:gd name="T63" fmla="*/ 65 h 79"/>
                <a:gd name="T64" fmla="*/ 34 w 61"/>
                <a:gd name="T65" fmla="*/ 65 h 79"/>
                <a:gd name="T66" fmla="*/ 39 w 61"/>
                <a:gd name="T67" fmla="*/ 54 h 79"/>
                <a:gd name="T68" fmla="*/ 48 w 61"/>
                <a:gd name="T69" fmla="*/ 7 h 79"/>
                <a:gd name="T70" fmla="*/ 60 w 61"/>
                <a:gd name="T71" fmla="*/ 9 h 79"/>
                <a:gd name="T72" fmla="*/ 61 w 61"/>
                <a:gd name="T73" fmla="*/ 1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79">
                  <a:moveTo>
                    <a:pt x="52" y="55"/>
                  </a:moveTo>
                  <a:cubicBezTo>
                    <a:pt x="52" y="56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1"/>
                    <a:pt x="51" y="61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63"/>
                    <a:pt x="50" y="63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4"/>
                    <a:pt x="50" y="65"/>
                    <a:pt x="49" y="66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9" y="66"/>
                    <a:pt x="49" y="67"/>
                    <a:pt x="48" y="67"/>
                  </a:cubicBezTo>
                  <a:cubicBezTo>
                    <a:pt x="48" y="68"/>
                    <a:pt x="47" y="70"/>
                    <a:pt x="46" y="71"/>
                  </a:cubicBezTo>
                  <a:cubicBezTo>
                    <a:pt x="45" y="71"/>
                    <a:pt x="45" y="72"/>
                    <a:pt x="44" y="73"/>
                  </a:cubicBezTo>
                  <a:cubicBezTo>
                    <a:pt x="43" y="73"/>
                    <a:pt x="43" y="74"/>
                    <a:pt x="42" y="75"/>
                  </a:cubicBezTo>
                  <a:cubicBezTo>
                    <a:pt x="41" y="75"/>
                    <a:pt x="40" y="76"/>
                    <a:pt x="39" y="76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38" y="77"/>
                    <a:pt x="37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5" y="78"/>
                    <a:pt x="34" y="78"/>
                    <a:pt x="33" y="78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32" y="78"/>
                    <a:pt x="31" y="79"/>
                    <a:pt x="29" y="79"/>
                  </a:cubicBezTo>
                  <a:cubicBezTo>
                    <a:pt x="28" y="79"/>
                    <a:pt x="27" y="79"/>
                    <a:pt x="26" y="79"/>
                  </a:cubicBezTo>
                  <a:cubicBezTo>
                    <a:pt x="24" y="78"/>
                    <a:pt x="23" y="78"/>
                    <a:pt x="21" y="78"/>
                  </a:cubicBezTo>
                  <a:cubicBezTo>
                    <a:pt x="20" y="78"/>
                    <a:pt x="19" y="77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7"/>
                    <a:pt x="15" y="76"/>
                    <a:pt x="14" y="76"/>
                  </a:cubicBezTo>
                  <a:cubicBezTo>
                    <a:pt x="13" y="75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0" y="73"/>
                    <a:pt x="9" y="72"/>
                    <a:pt x="8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1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69"/>
                    <a:pt x="4" y="68"/>
                    <a:pt x="4" y="67"/>
                  </a:cubicBezTo>
                  <a:cubicBezTo>
                    <a:pt x="3" y="66"/>
                    <a:pt x="3" y="65"/>
                    <a:pt x="2" y="65"/>
                  </a:cubicBezTo>
                  <a:cubicBezTo>
                    <a:pt x="2" y="64"/>
                    <a:pt x="2" y="63"/>
                    <a:pt x="1" y="62"/>
                  </a:cubicBezTo>
                  <a:cubicBezTo>
                    <a:pt x="1" y="61"/>
                    <a:pt x="1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5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9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7"/>
                    <a:pt x="1" y="4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51"/>
                    <a:pt x="13" y="54"/>
                    <a:pt x="13" y="56"/>
                  </a:cubicBezTo>
                  <a:cubicBezTo>
                    <a:pt x="14" y="58"/>
                    <a:pt x="14" y="60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3"/>
                    <a:pt x="17" y="64"/>
                    <a:pt x="18" y="65"/>
                  </a:cubicBezTo>
                  <a:cubicBezTo>
                    <a:pt x="20" y="66"/>
                    <a:pt x="21" y="67"/>
                    <a:pt x="23" y="67"/>
                  </a:cubicBezTo>
                  <a:cubicBezTo>
                    <a:pt x="27" y="68"/>
                    <a:pt x="31" y="67"/>
                    <a:pt x="34" y="65"/>
                  </a:cubicBezTo>
                  <a:cubicBezTo>
                    <a:pt x="35" y="64"/>
                    <a:pt x="36" y="62"/>
                    <a:pt x="37" y="61"/>
                  </a:cubicBezTo>
                  <a:cubicBezTo>
                    <a:pt x="38" y="59"/>
                    <a:pt x="39" y="56"/>
                    <a:pt x="39" y="5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2" y="55"/>
                    <a:pt x="52" y="55"/>
                    <a:pt x="52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18"/>
            <p:cNvSpPr>
              <a:spLocks/>
            </p:cNvSpPr>
            <p:nvPr/>
          </p:nvSpPr>
          <p:spPr bwMode="auto">
            <a:xfrm>
              <a:off x="6019800" y="4511675"/>
              <a:ext cx="149225" cy="201613"/>
            </a:xfrm>
            <a:custGeom>
              <a:avLst/>
              <a:gdLst>
                <a:gd name="T0" fmla="*/ 0 w 94"/>
                <a:gd name="T1" fmla="*/ 0 h 127"/>
                <a:gd name="T2" fmla="*/ 3 w 94"/>
                <a:gd name="T3" fmla="*/ 0 h 127"/>
                <a:gd name="T4" fmla="*/ 24 w 94"/>
                <a:gd name="T5" fmla="*/ 0 h 127"/>
                <a:gd name="T6" fmla="*/ 26 w 94"/>
                <a:gd name="T7" fmla="*/ 0 h 127"/>
                <a:gd name="T8" fmla="*/ 26 w 94"/>
                <a:gd name="T9" fmla="*/ 2 h 127"/>
                <a:gd name="T10" fmla="*/ 72 w 94"/>
                <a:gd name="T11" fmla="*/ 91 h 127"/>
                <a:gd name="T12" fmla="*/ 72 w 94"/>
                <a:gd name="T13" fmla="*/ 2 h 127"/>
                <a:gd name="T14" fmla="*/ 72 w 94"/>
                <a:gd name="T15" fmla="*/ 0 h 127"/>
                <a:gd name="T16" fmla="*/ 74 w 94"/>
                <a:gd name="T17" fmla="*/ 0 h 127"/>
                <a:gd name="T18" fmla="*/ 91 w 94"/>
                <a:gd name="T19" fmla="*/ 0 h 127"/>
                <a:gd name="T20" fmla="*/ 93 w 94"/>
                <a:gd name="T21" fmla="*/ 0 h 127"/>
                <a:gd name="T22" fmla="*/ 93 w 94"/>
                <a:gd name="T23" fmla="*/ 2 h 127"/>
                <a:gd name="T24" fmla="*/ 94 w 94"/>
                <a:gd name="T25" fmla="*/ 124 h 127"/>
                <a:gd name="T26" fmla="*/ 94 w 94"/>
                <a:gd name="T27" fmla="*/ 127 h 127"/>
                <a:gd name="T28" fmla="*/ 91 w 94"/>
                <a:gd name="T29" fmla="*/ 127 h 127"/>
                <a:gd name="T30" fmla="*/ 70 w 94"/>
                <a:gd name="T31" fmla="*/ 127 h 127"/>
                <a:gd name="T32" fmla="*/ 69 w 94"/>
                <a:gd name="T33" fmla="*/ 127 h 127"/>
                <a:gd name="T34" fmla="*/ 67 w 94"/>
                <a:gd name="T35" fmla="*/ 125 h 127"/>
                <a:gd name="T36" fmla="*/ 22 w 94"/>
                <a:gd name="T37" fmla="*/ 36 h 127"/>
                <a:gd name="T38" fmla="*/ 22 w 94"/>
                <a:gd name="T39" fmla="*/ 124 h 127"/>
                <a:gd name="T40" fmla="*/ 22 w 94"/>
                <a:gd name="T41" fmla="*/ 127 h 127"/>
                <a:gd name="T42" fmla="*/ 19 w 94"/>
                <a:gd name="T43" fmla="*/ 127 h 127"/>
                <a:gd name="T44" fmla="*/ 3 w 94"/>
                <a:gd name="T45" fmla="*/ 127 h 127"/>
                <a:gd name="T46" fmla="*/ 0 w 94"/>
                <a:gd name="T47" fmla="*/ 127 h 127"/>
                <a:gd name="T48" fmla="*/ 0 w 94"/>
                <a:gd name="T49" fmla="*/ 124 h 127"/>
                <a:gd name="T50" fmla="*/ 0 w 94"/>
                <a:gd name="T51" fmla="*/ 3 h 127"/>
                <a:gd name="T52" fmla="*/ 0 w 94"/>
                <a:gd name="T53" fmla="*/ 0 h 127"/>
                <a:gd name="T54" fmla="*/ 0 w 94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27">
                  <a:moveTo>
                    <a:pt x="0" y="0"/>
                  </a:moveTo>
                  <a:lnTo>
                    <a:pt x="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2"/>
                  </a:lnTo>
                  <a:lnTo>
                    <a:pt x="72" y="91"/>
                  </a:lnTo>
                  <a:lnTo>
                    <a:pt x="72" y="2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3" y="2"/>
                  </a:lnTo>
                  <a:lnTo>
                    <a:pt x="94" y="124"/>
                  </a:lnTo>
                  <a:lnTo>
                    <a:pt x="94" y="127"/>
                  </a:lnTo>
                  <a:lnTo>
                    <a:pt x="91" y="127"/>
                  </a:lnTo>
                  <a:lnTo>
                    <a:pt x="70" y="127"/>
                  </a:lnTo>
                  <a:lnTo>
                    <a:pt x="69" y="127"/>
                  </a:lnTo>
                  <a:lnTo>
                    <a:pt x="67" y="125"/>
                  </a:lnTo>
                  <a:lnTo>
                    <a:pt x="22" y="36"/>
                  </a:lnTo>
                  <a:lnTo>
                    <a:pt x="22" y="124"/>
                  </a:lnTo>
                  <a:lnTo>
                    <a:pt x="22" y="127"/>
                  </a:lnTo>
                  <a:lnTo>
                    <a:pt x="19" y="127"/>
                  </a:lnTo>
                  <a:lnTo>
                    <a:pt x="3" y="127"/>
                  </a:lnTo>
                  <a:lnTo>
                    <a:pt x="0" y="127"/>
                  </a:lnTo>
                  <a:lnTo>
                    <a:pt x="0" y="12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19"/>
            <p:cNvSpPr>
              <a:spLocks/>
            </p:cNvSpPr>
            <p:nvPr/>
          </p:nvSpPr>
          <p:spPr bwMode="auto">
            <a:xfrm>
              <a:off x="6218238" y="4500563"/>
              <a:ext cx="60325" cy="204788"/>
            </a:xfrm>
            <a:custGeom>
              <a:avLst/>
              <a:gdLst>
                <a:gd name="T0" fmla="*/ 0 w 38"/>
                <a:gd name="T1" fmla="*/ 2 h 129"/>
                <a:gd name="T2" fmla="*/ 2 w 38"/>
                <a:gd name="T3" fmla="*/ 2 h 129"/>
                <a:gd name="T4" fmla="*/ 19 w 38"/>
                <a:gd name="T5" fmla="*/ 0 h 129"/>
                <a:gd name="T6" fmla="*/ 22 w 38"/>
                <a:gd name="T7" fmla="*/ 0 h 129"/>
                <a:gd name="T8" fmla="*/ 22 w 38"/>
                <a:gd name="T9" fmla="*/ 2 h 129"/>
                <a:gd name="T10" fmla="*/ 38 w 38"/>
                <a:gd name="T11" fmla="*/ 122 h 129"/>
                <a:gd name="T12" fmla="*/ 38 w 38"/>
                <a:gd name="T13" fmla="*/ 125 h 129"/>
                <a:gd name="T14" fmla="*/ 34 w 38"/>
                <a:gd name="T15" fmla="*/ 125 h 129"/>
                <a:gd name="T16" fmla="*/ 19 w 38"/>
                <a:gd name="T17" fmla="*/ 129 h 129"/>
                <a:gd name="T18" fmla="*/ 16 w 38"/>
                <a:gd name="T19" fmla="*/ 129 h 129"/>
                <a:gd name="T20" fmla="*/ 16 w 38"/>
                <a:gd name="T21" fmla="*/ 125 h 129"/>
                <a:gd name="T22" fmla="*/ 0 w 38"/>
                <a:gd name="T23" fmla="*/ 5 h 129"/>
                <a:gd name="T24" fmla="*/ 0 w 38"/>
                <a:gd name="T25" fmla="*/ 2 h 129"/>
                <a:gd name="T26" fmla="*/ 0 w 38"/>
                <a:gd name="T27" fmla="*/ 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129">
                  <a:moveTo>
                    <a:pt x="0" y="2"/>
                  </a:moveTo>
                  <a:lnTo>
                    <a:pt x="2" y="2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38" y="122"/>
                  </a:lnTo>
                  <a:lnTo>
                    <a:pt x="38" y="125"/>
                  </a:lnTo>
                  <a:lnTo>
                    <a:pt x="34" y="125"/>
                  </a:lnTo>
                  <a:lnTo>
                    <a:pt x="19" y="129"/>
                  </a:lnTo>
                  <a:lnTo>
                    <a:pt x="16" y="129"/>
                  </a:lnTo>
                  <a:lnTo>
                    <a:pt x="16" y="12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0"/>
            <p:cNvSpPr>
              <a:spLocks/>
            </p:cNvSpPr>
            <p:nvPr/>
          </p:nvSpPr>
          <p:spPr bwMode="auto">
            <a:xfrm>
              <a:off x="6294438" y="4451350"/>
              <a:ext cx="163513" cy="220663"/>
            </a:xfrm>
            <a:custGeom>
              <a:avLst/>
              <a:gdLst>
                <a:gd name="T0" fmla="*/ 0 w 103"/>
                <a:gd name="T1" fmla="*/ 29 h 139"/>
                <a:gd name="T2" fmla="*/ 4 w 103"/>
                <a:gd name="T3" fmla="*/ 28 h 139"/>
                <a:gd name="T4" fmla="*/ 22 w 103"/>
                <a:gd name="T5" fmla="*/ 22 h 139"/>
                <a:gd name="T6" fmla="*/ 24 w 103"/>
                <a:gd name="T7" fmla="*/ 22 h 139"/>
                <a:gd name="T8" fmla="*/ 26 w 103"/>
                <a:gd name="T9" fmla="*/ 24 h 139"/>
                <a:gd name="T10" fmla="*/ 77 w 103"/>
                <a:gd name="T11" fmla="*/ 103 h 139"/>
                <a:gd name="T12" fmla="*/ 81 w 103"/>
                <a:gd name="T13" fmla="*/ 7 h 139"/>
                <a:gd name="T14" fmla="*/ 81 w 103"/>
                <a:gd name="T15" fmla="*/ 5 h 139"/>
                <a:gd name="T16" fmla="*/ 84 w 103"/>
                <a:gd name="T17" fmla="*/ 5 h 139"/>
                <a:gd name="T18" fmla="*/ 100 w 103"/>
                <a:gd name="T19" fmla="*/ 0 h 139"/>
                <a:gd name="T20" fmla="*/ 103 w 103"/>
                <a:gd name="T21" fmla="*/ 0 h 139"/>
                <a:gd name="T22" fmla="*/ 103 w 103"/>
                <a:gd name="T23" fmla="*/ 4 h 139"/>
                <a:gd name="T24" fmla="*/ 96 w 103"/>
                <a:gd name="T25" fmla="*/ 132 h 139"/>
                <a:gd name="T26" fmla="*/ 96 w 103"/>
                <a:gd name="T27" fmla="*/ 134 h 139"/>
                <a:gd name="T28" fmla="*/ 94 w 103"/>
                <a:gd name="T29" fmla="*/ 134 h 139"/>
                <a:gd name="T30" fmla="*/ 77 w 103"/>
                <a:gd name="T31" fmla="*/ 139 h 139"/>
                <a:gd name="T32" fmla="*/ 76 w 103"/>
                <a:gd name="T33" fmla="*/ 139 h 139"/>
                <a:gd name="T34" fmla="*/ 74 w 103"/>
                <a:gd name="T35" fmla="*/ 138 h 139"/>
                <a:gd name="T36" fmla="*/ 2 w 103"/>
                <a:gd name="T37" fmla="*/ 31 h 139"/>
                <a:gd name="T38" fmla="*/ 0 w 103"/>
                <a:gd name="T39" fmla="*/ 29 h 139"/>
                <a:gd name="T40" fmla="*/ 0 w 103"/>
                <a:gd name="T41" fmla="*/ 2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3" h="139">
                  <a:moveTo>
                    <a:pt x="0" y="29"/>
                  </a:moveTo>
                  <a:lnTo>
                    <a:pt x="4" y="28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77" y="103"/>
                  </a:lnTo>
                  <a:lnTo>
                    <a:pt x="81" y="7"/>
                  </a:lnTo>
                  <a:lnTo>
                    <a:pt x="81" y="5"/>
                  </a:lnTo>
                  <a:lnTo>
                    <a:pt x="84" y="5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3" y="4"/>
                  </a:lnTo>
                  <a:lnTo>
                    <a:pt x="96" y="132"/>
                  </a:lnTo>
                  <a:lnTo>
                    <a:pt x="96" y="134"/>
                  </a:lnTo>
                  <a:lnTo>
                    <a:pt x="94" y="134"/>
                  </a:lnTo>
                  <a:lnTo>
                    <a:pt x="77" y="139"/>
                  </a:lnTo>
                  <a:lnTo>
                    <a:pt x="76" y="139"/>
                  </a:lnTo>
                  <a:lnTo>
                    <a:pt x="74" y="138"/>
                  </a:lnTo>
                  <a:lnTo>
                    <a:pt x="2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Freeform 21"/>
            <p:cNvSpPr>
              <a:spLocks/>
            </p:cNvSpPr>
            <p:nvPr/>
          </p:nvSpPr>
          <p:spPr bwMode="auto">
            <a:xfrm>
              <a:off x="6500813" y="4386263"/>
              <a:ext cx="185738" cy="228600"/>
            </a:xfrm>
            <a:custGeom>
              <a:avLst/>
              <a:gdLst>
                <a:gd name="T0" fmla="*/ 0 w 117"/>
                <a:gd name="T1" fmla="*/ 29 h 144"/>
                <a:gd name="T2" fmla="*/ 2 w 117"/>
                <a:gd name="T3" fmla="*/ 27 h 144"/>
                <a:gd name="T4" fmla="*/ 59 w 117"/>
                <a:gd name="T5" fmla="*/ 2 h 144"/>
                <a:gd name="T6" fmla="*/ 60 w 117"/>
                <a:gd name="T7" fmla="*/ 0 h 144"/>
                <a:gd name="T8" fmla="*/ 62 w 117"/>
                <a:gd name="T9" fmla="*/ 2 h 144"/>
                <a:gd name="T10" fmla="*/ 67 w 117"/>
                <a:gd name="T11" fmla="*/ 14 h 144"/>
                <a:gd name="T12" fmla="*/ 69 w 117"/>
                <a:gd name="T13" fmla="*/ 17 h 144"/>
                <a:gd name="T14" fmla="*/ 67 w 117"/>
                <a:gd name="T15" fmla="*/ 19 h 144"/>
                <a:gd name="T16" fmla="*/ 28 w 117"/>
                <a:gd name="T17" fmla="*/ 36 h 144"/>
                <a:gd name="T18" fmla="*/ 42 w 117"/>
                <a:gd name="T19" fmla="*/ 65 h 144"/>
                <a:gd name="T20" fmla="*/ 79 w 117"/>
                <a:gd name="T21" fmla="*/ 48 h 144"/>
                <a:gd name="T22" fmla="*/ 81 w 117"/>
                <a:gd name="T23" fmla="*/ 48 h 144"/>
                <a:gd name="T24" fmla="*/ 83 w 117"/>
                <a:gd name="T25" fmla="*/ 50 h 144"/>
                <a:gd name="T26" fmla="*/ 88 w 117"/>
                <a:gd name="T27" fmla="*/ 62 h 144"/>
                <a:gd name="T28" fmla="*/ 90 w 117"/>
                <a:gd name="T29" fmla="*/ 65 h 144"/>
                <a:gd name="T30" fmla="*/ 86 w 117"/>
                <a:gd name="T31" fmla="*/ 67 h 144"/>
                <a:gd name="T32" fmla="*/ 50 w 117"/>
                <a:gd name="T33" fmla="*/ 82 h 144"/>
                <a:gd name="T34" fmla="*/ 66 w 117"/>
                <a:gd name="T35" fmla="*/ 117 h 144"/>
                <a:gd name="T36" fmla="*/ 107 w 117"/>
                <a:gd name="T37" fmla="*/ 98 h 144"/>
                <a:gd name="T38" fmla="*/ 108 w 117"/>
                <a:gd name="T39" fmla="*/ 96 h 144"/>
                <a:gd name="T40" fmla="*/ 110 w 117"/>
                <a:gd name="T41" fmla="*/ 100 h 144"/>
                <a:gd name="T42" fmla="*/ 115 w 117"/>
                <a:gd name="T43" fmla="*/ 112 h 144"/>
                <a:gd name="T44" fmla="*/ 117 w 117"/>
                <a:gd name="T45" fmla="*/ 113 h 144"/>
                <a:gd name="T46" fmla="*/ 114 w 117"/>
                <a:gd name="T47" fmla="*/ 115 h 144"/>
                <a:gd name="T48" fmla="*/ 55 w 117"/>
                <a:gd name="T49" fmla="*/ 142 h 144"/>
                <a:gd name="T50" fmla="*/ 54 w 117"/>
                <a:gd name="T51" fmla="*/ 144 h 144"/>
                <a:gd name="T52" fmla="*/ 52 w 117"/>
                <a:gd name="T53" fmla="*/ 141 h 144"/>
                <a:gd name="T54" fmla="*/ 0 w 117"/>
                <a:gd name="T55" fmla="*/ 31 h 144"/>
                <a:gd name="T56" fmla="*/ 0 w 117"/>
                <a:gd name="T57" fmla="*/ 29 h 144"/>
                <a:gd name="T58" fmla="*/ 0 w 117"/>
                <a:gd name="T59" fmla="*/ 2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7" h="144">
                  <a:moveTo>
                    <a:pt x="0" y="29"/>
                  </a:moveTo>
                  <a:lnTo>
                    <a:pt x="2" y="27"/>
                  </a:lnTo>
                  <a:lnTo>
                    <a:pt x="59" y="2"/>
                  </a:lnTo>
                  <a:lnTo>
                    <a:pt x="60" y="0"/>
                  </a:lnTo>
                  <a:lnTo>
                    <a:pt x="62" y="2"/>
                  </a:lnTo>
                  <a:lnTo>
                    <a:pt x="67" y="14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28" y="36"/>
                  </a:lnTo>
                  <a:lnTo>
                    <a:pt x="42" y="65"/>
                  </a:lnTo>
                  <a:lnTo>
                    <a:pt x="79" y="48"/>
                  </a:lnTo>
                  <a:lnTo>
                    <a:pt x="81" y="48"/>
                  </a:lnTo>
                  <a:lnTo>
                    <a:pt x="83" y="50"/>
                  </a:lnTo>
                  <a:lnTo>
                    <a:pt x="88" y="62"/>
                  </a:lnTo>
                  <a:lnTo>
                    <a:pt x="90" y="65"/>
                  </a:lnTo>
                  <a:lnTo>
                    <a:pt x="86" y="67"/>
                  </a:lnTo>
                  <a:lnTo>
                    <a:pt x="50" y="82"/>
                  </a:lnTo>
                  <a:lnTo>
                    <a:pt x="66" y="117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0" y="100"/>
                  </a:lnTo>
                  <a:lnTo>
                    <a:pt x="115" y="112"/>
                  </a:lnTo>
                  <a:lnTo>
                    <a:pt x="117" y="113"/>
                  </a:lnTo>
                  <a:lnTo>
                    <a:pt x="114" y="115"/>
                  </a:lnTo>
                  <a:lnTo>
                    <a:pt x="55" y="142"/>
                  </a:lnTo>
                  <a:lnTo>
                    <a:pt x="54" y="144"/>
                  </a:lnTo>
                  <a:lnTo>
                    <a:pt x="52" y="14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Freeform 22"/>
            <p:cNvSpPr>
              <a:spLocks noEditPoints="1"/>
            </p:cNvSpPr>
            <p:nvPr/>
          </p:nvSpPr>
          <p:spPr bwMode="auto">
            <a:xfrm>
              <a:off x="6643688" y="4313238"/>
              <a:ext cx="228600" cy="214313"/>
            </a:xfrm>
            <a:custGeom>
              <a:avLst/>
              <a:gdLst>
                <a:gd name="T0" fmla="*/ 2 w 84"/>
                <a:gd name="T1" fmla="*/ 17 h 79"/>
                <a:gd name="T2" fmla="*/ 23 w 84"/>
                <a:gd name="T3" fmla="*/ 3 h 79"/>
                <a:gd name="T4" fmla="*/ 27 w 84"/>
                <a:gd name="T5" fmla="*/ 1 h 79"/>
                <a:gd name="T6" fmla="*/ 35 w 84"/>
                <a:gd name="T7" fmla="*/ 0 h 79"/>
                <a:gd name="T8" fmla="*/ 40 w 84"/>
                <a:gd name="T9" fmla="*/ 1 h 79"/>
                <a:gd name="T10" fmla="*/ 46 w 84"/>
                <a:gd name="T11" fmla="*/ 6 h 79"/>
                <a:gd name="T12" fmla="*/ 49 w 84"/>
                <a:gd name="T13" fmla="*/ 9 h 79"/>
                <a:gd name="T14" fmla="*/ 52 w 84"/>
                <a:gd name="T15" fmla="*/ 14 h 79"/>
                <a:gd name="T16" fmla="*/ 53 w 84"/>
                <a:gd name="T17" fmla="*/ 20 h 79"/>
                <a:gd name="T18" fmla="*/ 51 w 84"/>
                <a:gd name="T19" fmla="*/ 27 h 79"/>
                <a:gd name="T20" fmla="*/ 49 w 84"/>
                <a:gd name="T21" fmla="*/ 30 h 79"/>
                <a:gd name="T22" fmla="*/ 54 w 84"/>
                <a:gd name="T23" fmla="*/ 30 h 79"/>
                <a:gd name="T24" fmla="*/ 57 w 84"/>
                <a:gd name="T25" fmla="*/ 32 h 79"/>
                <a:gd name="T26" fmla="*/ 84 w 84"/>
                <a:gd name="T27" fmla="*/ 50 h 79"/>
                <a:gd name="T28" fmla="*/ 73 w 84"/>
                <a:gd name="T29" fmla="*/ 58 h 79"/>
                <a:gd name="T30" fmla="*/ 71 w 84"/>
                <a:gd name="T31" fmla="*/ 58 h 79"/>
                <a:gd name="T32" fmla="*/ 50 w 84"/>
                <a:gd name="T33" fmla="*/ 43 h 79"/>
                <a:gd name="T34" fmla="*/ 47 w 84"/>
                <a:gd name="T35" fmla="*/ 42 h 79"/>
                <a:gd name="T36" fmla="*/ 41 w 84"/>
                <a:gd name="T37" fmla="*/ 42 h 79"/>
                <a:gd name="T38" fmla="*/ 35 w 84"/>
                <a:gd name="T39" fmla="*/ 45 h 79"/>
                <a:gd name="T40" fmla="*/ 53 w 84"/>
                <a:gd name="T41" fmla="*/ 72 h 79"/>
                <a:gd name="T42" fmla="*/ 44 w 84"/>
                <a:gd name="T43" fmla="*/ 78 h 79"/>
                <a:gd name="T44" fmla="*/ 42 w 84"/>
                <a:gd name="T45" fmla="*/ 78 h 79"/>
                <a:gd name="T46" fmla="*/ 0 w 84"/>
                <a:gd name="T47" fmla="*/ 18 h 79"/>
                <a:gd name="T48" fmla="*/ 34 w 84"/>
                <a:gd name="T49" fmla="*/ 33 h 79"/>
                <a:gd name="T50" fmla="*/ 38 w 84"/>
                <a:gd name="T51" fmla="*/ 29 h 79"/>
                <a:gd name="T52" fmla="*/ 40 w 84"/>
                <a:gd name="T53" fmla="*/ 27 h 79"/>
                <a:gd name="T54" fmla="*/ 40 w 84"/>
                <a:gd name="T55" fmla="*/ 23 h 79"/>
                <a:gd name="T56" fmla="*/ 40 w 84"/>
                <a:gd name="T57" fmla="*/ 21 h 79"/>
                <a:gd name="T58" fmla="*/ 39 w 84"/>
                <a:gd name="T59" fmla="*/ 19 h 79"/>
                <a:gd name="T60" fmla="*/ 38 w 84"/>
                <a:gd name="T61" fmla="*/ 17 h 79"/>
                <a:gd name="T62" fmla="*/ 35 w 84"/>
                <a:gd name="T63" fmla="*/ 14 h 79"/>
                <a:gd name="T64" fmla="*/ 31 w 84"/>
                <a:gd name="T65" fmla="*/ 13 h 79"/>
                <a:gd name="T66" fmla="*/ 22 w 84"/>
                <a:gd name="T67" fmla="*/ 16 h 79"/>
                <a:gd name="T68" fmla="*/ 29 w 84"/>
                <a:gd name="T69" fmla="*/ 3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" h="79"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5"/>
                    <a:pt x="21" y="4"/>
                    <a:pt x="23" y="3"/>
                  </a:cubicBezTo>
                  <a:cubicBezTo>
                    <a:pt x="25" y="2"/>
                    <a:pt x="26" y="2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33" y="0"/>
                    <a:pt x="34" y="0"/>
                    <a:pt x="35" y="0"/>
                  </a:cubicBezTo>
                  <a:cubicBezTo>
                    <a:pt x="37" y="1"/>
                    <a:pt x="38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2"/>
                    <a:pt x="42" y="2"/>
                    <a:pt x="43" y="3"/>
                  </a:cubicBezTo>
                  <a:cubicBezTo>
                    <a:pt x="44" y="4"/>
                    <a:pt x="45" y="5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7" y="7"/>
                    <a:pt x="48" y="8"/>
                    <a:pt x="49" y="9"/>
                  </a:cubicBezTo>
                  <a:cubicBezTo>
                    <a:pt x="50" y="10"/>
                    <a:pt x="50" y="11"/>
                    <a:pt x="51" y="11"/>
                  </a:cubicBezTo>
                  <a:cubicBezTo>
                    <a:pt x="51" y="12"/>
                    <a:pt x="51" y="13"/>
                    <a:pt x="52" y="14"/>
                  </a:cubicBezTo>
                  <a:cubicBezTo>
                    <a:pt x="52" y="16"/>
                    <a:pt x="53" y="18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1"/>
                    <a:pt x="52" y="23"/>
                    <a:pt x="52" y="24"/>
                  </a:cubicBezTo>
                  <a:cubicBezTo>
                    <a:pt x="52" y="25"/>
                    <a:pt x="51" y="26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8"/>
                    <a:pt x="50" y="29"/>
                    <a:pt x="49" y="30"/>
                  </a:cubicBezTo>
                  <a:cubicBezTo>
                    <a:pt x="50" y="30"/>
                    <a:pt x="50" y="30"/>
                    <a:pt x="51" y="30"/>
                  </a:cubicBezTo>
                  <a:cubicBezTo>
                    <a:pt x="52" y="30"/>
                    <a:pt x="53" y="30"/>
                    <a:pt x="54" y="30"/>
                  </a:cubicBezTo>
                  <a:cubicBezTo>
                    <a:pt x="55" y="31"/>
                    <a:pt x="56" y="31"/>
                    <a:pt x="57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9" y="43"/>
                    <a:pt x="48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1"/>
                    <a:pt x="45" y="41"/>
                    <a:pt x="44" y="41"/>
                  </a:cubicBezTo>
                  <a:cubicBezTo>
                    <a:pt x="43" y="41"/>
                    <a:pt x="42" y="41"/>
                    <a:pt x="41" y="42"/>
                  </a:cubicBezTo>
                  <a:cubicBezTo>
                    <a:pt x="40" y="42"/>
                    <a:pt x="39" y="43"/>
                    <a:pt x="37" y="44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18"/>
                    <a:pt x="0" y="18"/>
                    <a:pt x="0" y="18"/>
                  </a:cubicBezTo>
                  <a:close/>
                  <a:moveTo>
                    <a:pt x="29" y="37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5" y="33"/>
                    <a:pt x="36" y="32"/>
                    <a:pt x="36" y="31"/>
                  </a:cubicBezTo>
                  <a:cubicBezTo>
                    <a:pt x="37" y="30"/>
                    <a:pt x="38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8"/>
                    <a:pt x="39" y="27"/>
                    <a:pt x="40" y="27"/>
                  </a:cubicBezTo>
                  <a:cubicBezTo>
                    <a:pt x="40" y="26"/>
                    <a:pt x="40" y="25"/>
                    <a:pt x="40" y="25"/>
                  </a:cubicBezTo>
                  <a:cubicBezTo>
                    <a:pt x="40" y="24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0"/>
                    <a:pt x="40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8" y="17"/>
                  </a:cubicBezTo>
                  <a:cubicBezTo>
                    <a:pt x="37" y="16"/>
                    <a:pt x="36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3"/>
                    <a:pt x="33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0" y="13"/>
                    <a:pt x="28" y="13"/>
                    <a:pt x="27" y="14"/>
                  </a:cubicBezTo>
                  <a:cubicBezTo>
                    <a:pt x="25" y="14"/>
                    <a:pt x="24" y="15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9" y="37"/>
                    <a:pt x="29" y="37"/>
                    <a:pt x="2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Freeform 23"/>
            <p:cNvSpPr>
              <a:spLocks/>
            </p:cNvSpPr>
            <p:nvPr/>
          </p:nvSpPr>
          <p:spPr bwMode="auto">
            <a:xfrm>
              <a:off x="6796088" y="4200525"/>
              <a:ext cx="179388" cy="209550"/>
            </a:xfrm>
            <a:custGeom>
              <a:avLst/>
              <a:gdLst>
                <a:gd name="T0" fmla="*/ 28 w 66"/>
                <a:gd name="T1" fmla="*/ 10 h 77"/>
                <a:gd name="T2" fmla="*/ 25 w 66"/>
                <a:gd name="T3" fmla="*/ 11 h 77"/>
                <a:gd name="T4" fmla="*/ 20 w 66"/>
                <a:gd name="T5" fmla="*/ 14 h 77"/>
                <a:gd name="T6" fmla="*/ 17 w 66"/>
                <a:gd name="T7" fmla="*/ 17 h 77"/>
                <a:gd name="T8" fmla="*/ 14 w 66"/>
                <a:gd name="T9" fmla="*/ 20 h 77"/>
                <a:gd name="T10" fmla="*/ 14 w 66"/>
                <a:gd name="T11" fmla="*/ 27 h 77"/>
                <a:gd name="T12" fmla="*/ 16 w 66"/>
                <a:gd name="T13" fmla="*/ 31 h 77"/>
                <a:gd name="T14" fmla="*/ 19 w 66"/>
                <a:gd name="T15" fmla="*/ 32 h 77"/>
                <a:gd name="T16" fmla="*/ 20 w 66"/>
                <a:gd name="T17" fmla="*/ 33 h 77"/>
                <a:gd name="T18" fmla="*/ 22 w 66"/>
                <a:gd name="T19" fmla="*/ 33 h 77"/>
                <a:gd name="T20" fmla="*/ 25 w 66"/>
                <a:gd name="T21" fmla="*/ 32 h 77"/>
                <a:gd name="T22" fmla="*/ 37 w 66"/>
                <a:gd name="T23" fmla="*/ 29 h 77"/>
                <a:gd name="T24" fmla="*/ 41 w 66"/>
                <a:gd name="T25" fmla="*/ 29 h 77"/>
                <a:gd name="T26" fmla="*/ 49 w 66"/>
                <a:gd name="T27" fmla="*/ 29 h 77"/>
                <a:gd name="T28" fmla="*/ 52 w 66"/>
                <a:gd name="T29" fmla="*/ 30 h 77"/>
                <a:gd name="T30" fmla="*/ 55 w 66"/>
                <a:gd name="T31" fmla="*/ 31 h 77"/>
                <a:gd name="T32" fmla="*/ 60 w 66"/>
                <a:gd name="T33" fmla="*/ 35 h 77"/>
                <a:gd name="T34" fmla="*/ 65 w 66"/>
                <a:gd name="T35" fmla="*/ 42 h 77"/>
                <a:gd name="T36" fmla="*/ 66 w 66"/>
                <a:gd name="T37" fmla="*/ 50 h 77"/>
                <a:gd name="T38" fmla="*/ 64 w 66"/>
                <a:gd name="T39" fmla="*/ 59 h 77"/>
                <a:gd name="T40" fmla="*/ 57 w 66"/>
                <a:gd name="T41" fmla="*/ 67 h 77"/>
                <a:gd name="T42" fmla="*/ 50 w 66"/>
                <a:gd name="T43" fmla="*/ 73 h 77"/>
                <a:gd name="T44" fmla="*/ 43 w 66"/>
                <a:gd name="T45" fmla="*/ 77 h 77"/>
                <a:gd name="T46" fmla="*/ 41 w 66"/>
                <a:gd name="T47" fmla="*/ 76 h 77"/>
                <a:gd name="T48" fmla="*/ 33 w 66"/>
                <a:gd name="T49" fmla="*/ 67 h 77"/>
                <a:gd name="T50" fmla="*/ 39 w 66"/>
                <a:gd name="T51" fmla="*/ 65 h 77"/>
                <a:gd name="T52" fmla="*/ 39 w 66"/>
                <a:gd name="T53" fmla="*/ 65 h 77"/>
                <a:gd name="T54" fmla="*/ 43 w 66"/>
                <a:gd name="T55" fmla="*/ 64 h 77"/>
                <a:gd name="T56" fmla="*/ 48 w 66"/>
                <a:gd name="T57" fmla="*/ 60 h 77"/>
                <a:gd name="T58" fmla="*/ 50 w 66"/>
                <a:gd name="T59" fmla="*/ 58 h 77"/>
                <a:gd name="T60" fmla="*/ 53 w 66"/>
                <a:gd name="T61" fmla="*/ 52 h 77"/>
                <a:gd name="T62" fmla="*/ 53 w 66"/>
                <a:gd name="T63" fmla="*/ 48 h 77"/>
                <a:gd name="T64" fmla="*/ 52 w 66"/>
                <a:gd name="T65" fmla="*/ 46 h 77"/>
                <a:gd name="T66" fmla="*/ 51 w 66"/>
                <a:gd name="T67" fmla="*/ 45 h 77"/>
                <a:gd name="T68" fmla="*/ 48 w 66"/>
                <a:gd name="T69" fmla="*/ 43 h 77"/>
                <a:gd name="T70" fmla="*/ 47 w 66"/>
                <a:gd name="T71" fmla="*/ 42 h 77"/>
                <a:gd name="T72" fmla="*/ 43 w 66"/>
                <a:gd name="T73" fmla="*/ 42 h 77"/>
                <a:gd name="T74" fmla="*/ 34 w 66"/>
                <a:gd name="T75" fmla="*/ 43 h 77"/>
                <a:gd name="T76" fmla="*/ 24 w 66"/>
                <a:gd name="T77" fmla="*/ 45 h 77"/>
                <a:gd name="T78" fmla="*/ 16 w 66"/>
                <a:gd name="T79" fmla="*/ 45 h 77"/>
                <a:gd name="T80" fmla="*/ 10 w 66"/>
                <a:gd name="T81" fmla="*/ 43 h 77"/>
                <a:gd name="T82" fmla="*/ 8 w 66"/>
                <a:gd name="T83" fmla="*/ 42 h 77"/>
                <a:gd name="T84" fmla="*/ 5 w 66"/>
                <a:gd name="T85" fmla="*/ 39 h 77"/>
                <a:gd name="T86" fmla="*/ 2 w 66"/>
                <a:gd name="T87" fmla="*/ 36 h 77"/>
                <a:gd name="T88" fmla="*/ 0 w 66"/>
                <a:gd name="T89" fmla="*/ 28 h 77"/>
                <a:gd name="T90" fmla="*/ 1 w 66"/>
                <a:gd name="T91" fmla="*/ 20 h 77"/>
                <a:gd name="T92" fmla="*/ 3 w 66"/>
                <a:gd name="T93" fmla="*/ 16 h 77"/>
                <a:gd name="T94" fmla="*/ 9 w 66"/>
                <a:gd name="T95" fmla="*/ 9 h 77"/>
                <a:gd name="T96" fmla="*/ 9 w 66"/>
                <a:gd name="T97" fmla="*/ 9 h 77"/>
                <a:gd name="T98" fmla="*/ 12 w 66"/>
                <a:gd name="T99" fmla="*/ 6 h 77"/>
                <a:gd name="T100" fmla="*/ 15 w 66"/>
                <a:gd name="T101" fmla="*/ 4 h 77"/>
                <a:gd name="T102" fmla="*/ 18 w 66"/>
                <a:gd name="T103" fmla="*/ 2 h 77"/>
                <a:gd name="T104" fmla="*/ 22 w 66"/>
                <a:gd name="T105" fmla="*/ 0 h 77"/>
                <a:gd name="T106" fmla="*/ 29 w 66"/>
                <a:gd name="T107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6" h="77">
                  <a:moveTo>
                    <a:pt x="31" y="10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12"/>
                    <a:pt x="23" y="12"/>
                    <a:pt x="22" y="13"/>
                  </a:cubicBezTo>
                  <a:cubicBezTo>
                    <a:pt x="21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5"/>
                    <a:pt x="18" y="16"/>
                    <a:pt x="17" y="17"/>
                  </a:cubicBezTo>
                  <a:cubicBezTo>
                    <a:pt x="16" y="18"/>
                    <a:pt x="15" y="19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1"/>
                    <a:pt x="13" y="23"/>
                    <a:pt x="13" y="24"/>
                  </a:cubicBezTo>
                  <a:cubicBezTo>
                    <a:pt x="13" y="25"/>
                    <a:pt x="13" y="26"/>
                    <a:pt x="14" y="27"/>
                  </a:cubicBezTo>
                  <a:cubicBezTo>
                    <a:pt x="14" y="28"/>
                    <a:pt x="15" y="29"/>
                    <a:pt x="15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2"/>
                    <a:pt x="18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2"/>
                    <a:pt x="20" y="32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7" y="32"/>
                    <a:pt x="29" y="31"/>
                    <a:pt x="32" y="30"/>
                  </a:cubicBezTo>
                  <a:cubicBezTo>
                    <a:pt x="34" y="30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9" y="29"/>
                    <a:pt x="40" y="29"/>
                    <a:pt x="41" y="29"/>
                  </a:cubicBezTo>
                  <a:cubicBezTo>
                    <a:pt x="43" y="28"/>
                    <a:pt x="44" y="28"/>
                    <a:pt x="45" y="28"/>
                  </a:cubicBezTo>
                  <a:cubicBezTo>
                    <a:pt x="47" y="28"/>
                    <a:pt x="48" y="28"/>
                    <a:pt x="49" y="29"/>
                  </a:cubicBezTo>
                  <a:cubicBezTo>
                    <a:pt x="50" y="29"/>
                    <a:pt x="51" y="29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3" y="30"/>
                    <a:pt x="54" y="30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6" y="31"/>
                    <a:pt x="57" y="32"/>
                    <a:pt x="58" y="33"/>
                  </a:cubicBezTo>
                  <a:cubicBezTo>
                    <a:pt x="58" y="33"/>
                    <a:pt x="59" y="34"/>
                    <a:pt x="60" y="35"/>
                  </a:cubicBezTo>
                  <a:cubicBezTo>
                    <a:pt x="61" y="36"/>
                    <a:pt x="62" y="37"/>
                    <a:pt x="63" y="38"/>
                  </a:cubicBezTo>
                  <a:cubicBezTo>
                    <a:pt x="63" y="39"/>
                    <a:pt x="64" y="41"/>
                    <a:pt x="65" y="42"/>
                  </a:cubicBezTo>
                  <a:cubicBezTo>
                    <a:pt x="65" y="43"/>
                    <a:pt x="65" y="45"/>
                    <a:pt x="66" y="46"/>
                  </a:cubicBezTo>
                  <a:cubicBezTo>
                    <a:pt x="66" y="47"/>
                    <a:pt x="66" y="49"/>
                    <a:pt x="66" y="50"/>
                  </a:cubicBezTo>
                  <a:cubicBezTo>
                    <a:pt x="66" y="52"/>
                    <a:pt x="66" y="53"/>
                    <a:pt x="65" y="55"/>
                  </a:cubicBezTo>
                  <a:cubicBezTo>
                    <a:pt x="65" y="56"/>
                    <a:pt x="64" y="57"/>
                    <a:pt x="64" y="59"/>
                  </a:cubicBezTo>
                  <a:cubicBezTo>
                    <a:pt x="63" y="60"/>
                    <a:pt x="62" y="62"/>
                    <a:pt x="61" y="63"/>
                  </a:cubicBezTo>
                  <a:cubicBezTo>
                    <a:pt x="60" y="64"/>
                    <a:pt x="59" y="66"/>
                    <a:pt x="57" y="67"/>
                  </a:cubicBezTo>
                  <a:cubicBezTo>
                    <a:pt x="56" y="68"/>
                    <a:pt x="55" y="69"/>
                    <a:pt x="54" y="70"/>
                  </a:cubicBezTo>
                  <a:cubicBezTo>
                    <a:pt x="52" y="71"/>
                    <a:pt x="51" y="72"/>
                    <a:pt x="50" y="73"/>
                  </a:cubicBezTo>
                  <a:cubicBezTo>
                    <a:pt x="49" y="74"/>
                    <a:pt x="47" y="74"/>
                    <a:pt x="46" y="75"/>
                  </a:cubicBezTo>
                  <a:cubicBezTo>
                    <a:pt x="45" y="76"/>
                    <a:pt x="44" y="76"/>
                    <a:pt x="43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7" y="66"/>
                    <a:pt x="38" y="66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0" y="65"/>
                    <a:pt x="41" y="65"/>
                    <a:pt x="43" y="64"/>
                  </a:cubicBezTo>
                  <a:cubicBezTo>
                    <a:pt x="44" y="63"/>
                    <a:pt x="45" y="63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9" y="59"/>
                    <a:pt x="50" y="59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3" y="53"/>
                    <a:pt x="53" y="52"/>
                  </a:cubicBezTo>
                  <a:cubicBezTo>
                    <a:pt x="53" y="51"/>
                    <a:pt x="53" y="50"/>
                    <a:pt x="53" y="50"/>
                  </a:cubicBezTo>
                  <a:cubicBezTo>
                    <a:pt x="53" y="49"/>
                    <a:pt x="53" y="49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2" y="47"/>
                    <a:pt x="52" y="47"/>
                    <a:pt x="52" y="46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2" y="46"/>
                    <a:pt x="51" y="45"/>
                    <a:pt x="51" y="45"/>
                  </a:cubicBezTo>
                  <a:cubicBezTo>
                    <a:pt x="50" y="45"/>
                    <a:pt x="50" y="44"/>
                    <a:pt x="50" y="44"/>
                  </a:cubicBezTo>
                  <a:cubicBezTo>
                    <a:pt x="49" y="43"/>
                    <a:pt x="49" y="43"/>
                    <a:pt x="48" y="43"/>
                  </a:cubicBezTo>
                  <a:cubicBezTo>
                    <a:pt x="48" y="43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2"/>
                    <a:pt x="46" y="42"/>
                    <a:pt x="45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3" y="42"/>
                    <a:pt x="42" y="42"/>
                    <a:pt x="41" y="42"/>
                  </a:cubicBezTo>
                  <a:cubicBezTo>
                    <a:pt x="39" y="42"/>
                    <a:pt x="37" y="43"/>
                    <a:pt x="34" y="43"/>
                  </a:cubicBezTo>
                  <a:cubicBezTo>
                    <a:pt x="32" y="44"/>
                    <a:pt x="30" y="44"/>
                    <a:pt x="28" y="45"/>
                  </a:cubicBezTo>
                  <a:cubicBezTo>
                    <a:pt x="27" y="45"/>
                    <a:pt x="25" y="45"/>
                    <a:pt x="24" y="45"/>
                  </a:cubicBezTo>
                  <a:cubicBezTo>
                    <a:pt x="22" y="46"/>
                    <a:pt x="21" y="46"/>
                    <a:pt x="20" y="46"/>
                  </a:cubicBezTo>
                  <a:cubicBezTo>
                    <a:pt x="19" y="46"/>
                    <a:pt x="17" y="46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2" y="44"/>
                    <a:pt x="10" y="43"/>
                  </a:cubicBezTo>
                  <a:cubicBezTo>
                    <a:pt x="9" y="43"/>
                    <a:pt x="9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1"/>
                    <a:pt x="6" y="40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8"/>
                    <a:pt x="3" y="37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4"/>
                    <a:pt x="1" y="33"/>
                    <a:pt x="1" y="32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1" y="22"/>
                    <a:pt x="1" y="21"/>
                    <a:pt x="1" y="20"/>
                  </a:cubicBezTo>
                  <a:cubicBezTo>
                    <a:pt x="2" y="19"/>
                    <a:pt x="2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1" y="7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4" y="5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3"/>
                    <a:pt x="17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2"/>
                    <a:pt x="20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10"/>
                    <a:pt x="31" y="10"/>
                    <a:pt x="3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4"/>
            <p:cNvSpPr>
              <a:spLocks/>
            </p:cNvSpPr>
            <p:nvPr/>
          </p:nvSpPr>
          <p:spPr bwMode="auto">
            <a:xfrm>
              <a:off x="6884988" y="4135438"/>
              <a:ext cx="177800" cy="157163"/>
            </a:xfrm>
            <a:custGeom>
              <a:avLst/>
              <a:gdLst>
                <a:gd name="T0" fmla="*/ 0 w 112"/>
                <a:gd name="T1" fmla="*/ 17 h 99"/>
                <a:gd name="T2" fmla="*/ 2 w 112"/>
                <a:gd name="T3" fmla="*/ 15 h 99"/>
                <a:gd name="T4" fmla="*/ 12 w 112"/>
                <a:gd name="T5" fmla="*/ 2 h 99"/>
                <a:gd name="T6" fmla="*/ 14 w 112"/>
                <a:gd name="T7" fmla="*/ 0 h 99"/>
                <a:gd name="T8" fmla="*/ 16 w 112"/>
                <a:gd name="T9" fmla="*/ 2 h 99"/>
                <a:gd name="T10" fmla="*/ 108 w 112"/>
                <a:gd name="T11" fmla="*/ 81 h 99"/>
                <a:gd name="T12" fmla="*/ 112 w 112"/>
                <a:gd name="T13" fmla="*/ 82 h 99"/>
                <a:gd name="T14" fmla="*/ 108 w 112"/>
                <a:gd name="T15" fmla="*/ 84 h 99"/>
                <a:gd name="T16" fmla="*/ 98 w 112"/>
                <a:gd name="T17" fmla="*/ 98 h 99"/>
                <a:gd name="T18" fmla="*/ 96 w 112"/>
                <a:gd name="T19" fmla="*/ 99 h 99"/>
                <a:gd name="T20" fmla="*/ 94 w 112"/>
                <a:gd name="T21" fmla="*/ 98 h 99"/>
                <a:gd name="T22" fmla="*/ 2 w 112"/>
                <a:gd name="T23" fmla="*/ 19 h 99"/>
                <a:gd name="T24" fmla="*/ 0 w 112"/>
                <a:gd name="T25" fmla="*/ 17 h 99"/>
                <a:gd name="T26" fmla="*/ 0 w 112"/>
                <a:gd name="T27" fmla="*/ 1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2" h="99">
                  <a:moveTo>
                    <a:pt x="0" y="17"/>
                  </a:moveTo>
                  <a:lnTo>
                    <a:pt x="2" y="15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08" y="81"/>
                  </a:lnTo>
                  <a:lnTo>
                    <a:pt x="112" y="82"/>
                  </a:lnTo>
                  <a:lnTo>
                    <a:pt x="108" y="84"/>
                  </a:lnTo>
                  <a:lnTo>
                    <a:pt x="98" y="98"/>
                  </a:lnTo>
                  <a:lnTo>
                    <a:pt x="96" y="99"/>
                  </a:lnTo>
                  <a:lnTo>
                    <a:pt x="94" y="98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Freeform 25"/>
            <p:cNvSpPr>
              <a:spLocks/>
            </p:cNvSpPr>
            <p:nvPr/>
          </p:nvSpPr>
          <p:spPr bwMode="auto">
            <a:xfrm>
              <a:off x="6942138" y="3984625"/>
              <a:ext cx="215900" cy="182563"/>
            </a:xfrm>
            <a:custGeom>
              <a:avLst/>
              <a:gdLst>
                <a:gd name="T0" fmla="*/ 33 w 136"/>
                <a:gd name="T1" fmla="*/ 55 h 115"/>
                <a:gd name="T2" fmla="*/ 17 w 136"/>
                <a:gd name="T3" fmla="*/ 78 h 115"/>
                <a:gd name="T4" fmla="*/ 16 w 136"/>
                <a:gd name="T5" fmla="*/ 81 h 115"/>
                <a:gd name="T6" fmla="*/ 14 w 136"/>
                <a:gd name="T7" fmla="*/ 79 h 115"/>
                <a:gd name="T8" fmla="*/ 2 w 136"/>
                <a:gd name="T9" fmla="*/ 73 h 115"/>
                <a:gd name="T10" fmla="*/ 0 w 136"/>
                <a:gd name="T11" fmla="*/ 71 h 115"/>
                <a:gd name="T12" fmla="*/ 2 w 136"/>
                <a:gd name="T13" fmla="*/ 67 h 115"/>
                <a:gd name="T14" fmla="*/ 45 w 136"/>
                <a:gd name="T15" fmla="*/ 2 h 115"/>
                <a:gd name="T16" fmla="*/ 46 w 136"/>
                <a:gd name="T17" fmla="*/ 0 h 115"/>
                <a:gd name="T18" fmla="*/ 48 w 136"/>
                <a:gd name="T19" fmla="*/ 2 h 115"/>
                <a:gd name="T20" fmla="*/ 60 w 136"/>
                <a:gd name="T21" fmla="*/ 9 h 115"/>
                <a:gd name="T22" fmla="*/ 62 w 136"/>
                <a:gd name="T23" fmla="*/ 11 h 115"/>
                <a:gd name="T24" fmla="*/ 60 w 136"/>
                <a:gd name="T25" fmla="*/ 12 h 115"/>
                <a:gd name="T26" fmla="*/ 45 w 136"/>
                <a:gd name="T27" fmla="*/ 36 h 115"/>
                <a:gd name="T28" fmla="*/ 132 w 136"/>
                <a:gd name="T29" fmla="*/ 95 h 115"/>
                <a:gd name="T30" fmla="*/ 136 w 136"/>
                <a:gd name="T31" fmla="*/ 97 h 115"/>
                <a:gd name="T32" fmla="*/ 134 w 136"/>
                <a:gd name="T33" fmla="*/ 98 h 115"/>
                <a:gd name="T34" fmla="*/ 125 w 136"/>
                <a:gd name="T35" fmla="*/ 112 h 115"/>
                <a:gd name="T36" fmla="*/ 124 w 136"/>
                <a:gd name="T37" fmla="*/ 115 h 115"/>
                <a:gd name="T38" fmla="*/ 120 w 136"/>
                <a:gd name="T39" fmla="*/ 114 h 115"/>
                <a:gd name="T40" fmla="*/ 33 w 136"/>
                <a:gd name="T41" fmla="*/ 55 h 115"/>
                <a:gd name="T42" fmla="*/ 33 w 136"/>
                <a:gd name="T43" fmla="*/ 5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15">
                  <a:moveTo>
                    <a:pt x="33" y="55"/>
                  </a:moveTo>
                  <a:lnTo>
                    <a:pt x="17" y="78"/>
                  </a:lnTo>
                  <a:lnTo>
                    <a:pt x="16" y="81"/>
                  </a:lnTo>
                  <a:lnTo>
                    <a:pt x="14" y="79"/>
                  </a:lnTo>
                  <a:lnTo>
                    <a:pt x="2" y="73"/>
                  </a:lnTo>
                  <a:lnTo>
                    <a:pt x="0" y="71"/>
                  </a:lnTo>
                  <a:lnTo>
                    <a:pt x="2" y="67"/>
                  </a:lnTo>
                  <a:lnTo>
                    <a:pt x="45" y="2"/>
                  </a:lnTo>
                  <a:lnTo>
                    <a:pt x="46" y="0"/>
                  </a:lnTo>
                  <a:lnTo>
                    <a:pt x="48" y="2"/>
                  </a:lnTo>
                  <a:lnTo>
                    <a:pt x="60" y="9"/>
                  </a:lnTo>
                  <a:lnTo>
                    <a:pt x="62" y="11"/>
                  </a:lnTo>
                  <a:lnTo>
                    <a:pt x="60" y="12"/>
                  </a:lnTo>
                  <a:lnTo>
                    <a:pt x="45" y="36"/>
                  </a:lnTo>
                  <a:lnTo>
                    <a:pt x="132" y="95"/>
                  </a:lnTo>
                  <a:lnTo>
                    <a:pt x="136" y="97"/>
                  </a:lnTo>
                  <a:lnTo>
                    <a:pt x="134" y="98"/>
                  </a:lnTo>
                  <a:lnTo>
                    <a:pt x="125" y="112"/>
                  </a:lnTo>
                  <a:lnTo>
                    <a:pt x="124" y="115"/>
                  </a:lnTo>
                  <a:lnTo>
                    <a:pt x="120" y="114"/>
                  </a:lnTo>
                  <a:lnTo>
                    <a:pt x="33" y="55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Freeform 26"/>
            <p:cNvSpPr>
              <a:spLocks/>
            </p:cNvSpPr>
            <p:nvPr/>
          </p:nvSpPr>
          <p:spPr bwMode="auto">
            <a:xfrm>
              <a:off x="4900613" y="3810000"/>
              <a:ext cx="255588" cy="234950"/>
            </a:xfrm>
            <a:custGeom>
              <a:avLst/>
              <a:gdLst>
                <a:gd name="T0" fmla="*/ 79 w 161"/>
                <a:gd name="T1" fmla="*/ 59 h 148"/>
                <a:gd name="T2" fmla="*/ 115 w 161"/>
                <a:gd name="T3" fmla="*/ 4 h 148"/>
                <a:gd name="T4" fmla="*/ 119 w 161"/>
                <a:gd name="T5" fmla="*/ 0 h 148"/>
                <a:gd name="T6" fmla="*/ 120 w 161"/>
                <a:gd name="T7" fmla="*/ 4 h 148"/>
                <a:gd name="T8" fmla="*/ 129 w 161"/>
                <a:gd name="T9" fmla="*/ 23 h 148"/>
                <a:gd name="T10" fmla="*/ 129 w 161"/>
                <a:gd name="T11" fmla="*/ 25 h 148"/>
                <a:gd name="T12" fmla="*/ 129 w 161"/>
                <a:gd name="T13" fmla="*/ 26 h 148"/>
                <a:gd name="T14" fmla="*/ 101 w 161"/>
                <a:gd name="T15" fmla="*/ 66 h 148"/>
                <a:gd name="T16" fmla="*/ 149 w 161"/>
                <a:gd name="T17" fmla="*/ 71 h 148"/>
                <a:gd name="T18" fmla="*/ 151 w 161"/>
                <a:gd name="T19" fmla="*/ 71 h 148"/>
                <a:gd name="T20" fmla="*/ 151 w 161"/>
                <a:gd name="T21" fmla="*/ 73 h 148"/>
                <a:gd name="T22" fmla="*/ 160 w 161"/>
                <a:gd name="T23" fmla="*/ 90 h 148"/>
                <a:gd name="T24" fmla="*/ 161 w 161"/>
                <a:gd name="T25" fmla="*/ 95 h 148"/>
                <a:gd name="T26" fmla="*/ 156 w 161"/>
                <a:gd name="T27" fmla="*/ 93 h 148"/>
                <a:gd name="T28" fmla="*/ 91 w 161"/>
                <a:gd name="T29" fmla="*/ 83 h 148"/>
                <a:gd name="T30" fmla="*/ 50 w 161"/>
                <a:gd name="T31" fmla="*/ 145 h 148"/>
                <a:gd name="T32" fmla="*/ 47 w 161"/>
                <a:gd name="T33" fmla="*/ 148 h 148"/>
                <a:gd name="T34" fmla="*/ 45 w 161"/>
                <a:gd name="T35" fmla="*/ 145 h 148"/>
                <a:gd name="T36" fmla="*/ 36 w 161"/>
                <a:gd name="T37" fmla="*/ 126 h 148"/>
                <a:gd name="T38" fmla="*/ 36 w 161"/>
                <a:gd name="T39" fmla="*/ 124 h 148"/>
                <a:gd name="T40" fmla="*/ 36 w 161"/>
                <a:gd name="T41" fmla="*/ 124 h 148"/>
                <a:gd name="T42" fmla="*/ 67 w 161"/>
                <a:gd name="T43" fmla="*/ 78 h 148"/>
                <a:gd name="T44" fmla="*/ 14 w 161"/>
                <a:gd name="T45" fmla="*/ 73 h 148"/>
                <a:gd name="T46" fmla="*/ 12 w 161"/>
                <a:gd name="T47" fmla="*/ 71 h 148"/>
                <a:gd name="T48" fmla="*/ 11 w 161"/>
                <a:gd name="T49" fmla="*/ 71 h 148"/>
                <a:gd name="T50" fmla="*/ 4 w 161"/>
                <a:gd name="T51" fmla="*/ 52 h 148"/>
                <a:gd name="T52" fmla="*/ 0 w 161"/>
                <a:gd name="T53" fmla="*/ 49 h 148"/>
                <a:gd name="T54" fmla="*/ 5 w 161"/>
                <a:gd name="T55" fmla="*/ 49 h 148"/>
                <a:gd name="T56" fmla="*/ 79 w 161"/>
                <a:gd name="T57" fmla="*/ 59 h 148"/>
                <a:gd name="T58" fmla="*/ 79 w 161"/>
                <a:gd name="T59" fmla="*/ 5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148">
                  <a:moveTo>
                    <a:pt x="79" y="59"/>
                  </a:moveTo>
                  <a:lnTo>
                    <a:pt x="115" y="4"/>
                  </a:lnTo>
                  <a:lnTo>
                    <a:pt x="119" y="0"/>
                  </a:lnTo>
                  <a:lnTo>
                    <a:pt x="120" y="4"/>
                  </a:lnTo>
                  <a:lnTo>
                    <a:pt x="129" y="23"/>
                  </a:lnTo>
                  <a:lnTo>
                    <a:pt x="129" y="25"/>
                  </a:lnTo>
                  <a:lnTo>
                    <a:pt x="129" y="26"/>
                  </a:lnTo>
                  <a:lnTo>
                    <a:pt x="101" y="66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51" y="73"/>
                  </a:lnTo>
                  <a:lnTo>
                    <a:pt x="160" y="90"/>
                  </a:lnTo>
                  <a:lnTo>
                    <a:pt x="161" y="95"/>
                  </a:lnTo>
                  <a:lnTo>
                    <a:pt x="156" y="93"/>
                  </a:lnTo>
                  <a:lnTo>
                    <a:pt x="91" y="83"/>
                  </a:lnTo>
                  <a:lnTo>
                    <a:pt x="50" y="145"/>
                  </a:lnTo>
                  <a:lnTo>
                    <a:pt x="47" y="148"/>
                  </a:lnTo>
                  <a:lnTo>
                    <a:pt x="45" y="145"/>
                  </a:lnTo>
                  <a:lnTo>
                    <a:pt x="36" y="126"/>
                  </a:lnTo>
                  <a:lnTo>
                    <a:pt x="36" y="124"/>
                  </a:lnTo>
                  <a:lnTo>
                    <a:pt x="36" y="124"/>
                  </a:lnTo>
                  <a:lnTo>
                    <a:pt x="67" y="78"/>
                  </a:lnTo>
                  <a:lnTo>
                    <a:pt x="14" y="73"/>
                  </a:lnTo>
                  <a:lnTo>
                    <a:pt x="12" y="71"/>
                  </a:lnTo>
                  <a:lnTo>
                    <a:pt x="11" y="71"/>
                  </a:lnTo>
                  <a:lnTo>
                    <a:pt x="4" y="52"/>
                  </a:lnTo>
                  <a:lnTo>
                    <a:pt x="0" y="49"/>
                  </a:lnTo>
                  <a:lnTo>
                    <a:pt x="5" y="49"/>
                  </a:lnTo>
                  <a:lnTo>
                    <a:pt x="79" y="59"/>
                  </a:ln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Freeform 27"/>
            <p:cNvSpPr>
              <a:spLocks/>
            </p:cNvSpPr>
            <p:nvPr/>
          </p:nvSpPr>
          <p:spPr bwMode="auto">
            <a:xfrm>
              <a:off x="5003800" y="3990975"/>
              <a:ext cx="192088" cy="133350"/>
            </a:xfrm>
            <a:custGeom>
              <a:avLst/>
              <a:gdLst>
                <a:gd name="T0" fmla="*/ 109 w 121"/>
                <a:gd name="T1" fmla="*/ 0 h 84"/>
                <a:gd name="T2" fmla="*/ 110 w 121"/>
                <a:gd name="T3" fmla="*/ 2 h 84"/>
                <a:gd name="T4" fmla="*/ 119 w 121"/>
                <a:gd name="T5" fmla="*/ 15 h 84"/>
                <a:gd name="T6" fmla="*/ 121 w 121"/>
                <a:gd name="T7" fmla="*/ 19 h 84"/>
                <a:gd name="T8" fmla="*/ 119 w 121"/>
                <a:gd name="T9" fmla="*/ 20 h 84"/>
                <a:gd name="T10" fmla="*/ 14 w 121"/>
                <a:gd name="T11" fmla="*/ 82 h 84"/>
                <a:gd name="T12" fmla="*/ 12 w 121"/>
                <a:gd name="T13" fmla="*/ 84 h 84"/>
                <a:gd name="T14" fmla="*/ 11 w 121"/>
                <a:gd name="T15" fmla="*/ 82 h 84"/>
                <a:gd name="T16" fmla="*/ 2 w 121"/>
                <a:gd name="T17" fmla="*/ 67 h 84"/>
                <a:gd name="T18" fmla="*/ 0 w 121"/>
                <a:gd name="T19" fmla="*/ 65 h 84"/>
                <a:gd name="T20" fmla="*/ 4 w 121"/>
                <a:gd name="T21" fmla="*/ 63 h 84"/>
                <a:gd name="T22" fmla="*/ 107 w 121"/>
                <a:gd name="T23" fmla="*/ 0 h 84"/>
                <a:gd name="T24" fmla="*/ 109 w 121"/>
                <a:gd name="T25" fmla="*/ 0 h 84"/>
                <a:gd name="T26" fmla="*/ 109 w 121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" h="84">
                  <a:moveTo>
                    <a:pt x="109" y="0"/>
                  </a:moveTo>
                  <a:lnTo>
                    <a:pt x="110" y="2"/>
                  </a:lnTo>
                  <a:lnTo>
                    <a:pt x="119" y="15"/>
                  </a:lnTo>
                  <a:lnTo>
                    <a:pt x="121" y="19"/>
                  </a:lnTo>
                  <a:lnTo>
                    <a:pt x="119" y="20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2" y="67"/>
                  </a:lnTo>
                  <a:lnTo>
                    <a:pt x="0" y="65"/>
                  </a:lnTo>
                  <a:lnTo>
                    <a:pt x="4" y="63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Freeform 28"/>
            <p:cNvSpPr>
              <a:spLocks noEditPoints="1"/>
            </p:cNvSpPr>
            <p:nvPr/>
          </p:nvSpPr>
          <p:spPr bwMode="auto">
            <a:xfrm>
              <a:off x="5070475" y="4067175"/>
              <a:ext cx="214313" cy="204788"/>
            </a:xfrm>
            <a:custGeom>
              <a:avLst/>
              <a:gdLst>
                <a:gd name="T0" fmla="*/ 58 w 79"/>
                <a:gd name="T1" fmla="*/ 0 h 75"/>
                <a:gd name="T2" fmla="*/ 59 w 79"/>
                <a:gd name="T3" fmla="*/ 1 h 75"/>
                <a:gd name="T4" fmla="*/ 69 w 79"/>
                <a:gd name="T5" fmla="*/ 15 h 75"/>
                <a:gd name="T6" fmla="*/ 74 w 79"/>
                <a:gd name="T7" fmla="*/ 21 h 75"/>
                <a:gd name="T8" fmla="*/ 74 w 79"/>
                <a:gd name="T9" fmla="*/ 21 h 75"/>
                <a:gd name="T10" fmla="*/ 76 w 79"/>
                <a:gd name="T11" fmla="*/ 26 h 75"/>
                <a:gd name="T12" fmla="*/ 76 w 79"/>
                <a:gd name="T13" fmla="*/ 26 h 75"/>
                <a:gd name="T14" fmla="*/ 78 w 79"/>
                <a:gd name="T15" fmla="*/ 31 h 75"/>
                <a:gd name="T16" fmla="*/ 79 w 79"/>
                <a:gd name="T17" fmla="*/ 35 h 75"/>
                <a:gd name="T18" fmla="*/ 79 w 79"/>
                <a:gd name="T19" fmla="*/ 38 h 75"/>
                <a:gd name="T20" fmla="*/ 78 w 79"/>
                <a:gd name="T21" fmla="*/ 42 h 75"/>
                <a:gd name="T22" fmla="*/ 78 w 79"/>
                <a:gd name="T23" fmla="*/ 46 h 75"/>
                <a:gd name="T24" fmla="*/ 76 w 79"/>
                <a:gd name="T25" fmla="*/ 50 h 75"/>
                <a:gd name="T26" fmla="*/ 74 w 79"/>
                <a:gd name="T27" fmla="*/ 54 h 75"/>
                <a:gd name="T28" fmla="*/ 74 w 79"/>
                <a:gd name="T29" fmla="*/ 54 h 75"/>
                <a:gd name="T30" fmla="*/ 72 w 79"/>
                <a:gd name="T31" fmla="*/ 58 h 75"/>
                <a:gd name="T32" fmla="*/ 68 w 79"/>
                <a:gd name="T33" fmla="*/ 62 h 75"/>
                <a:gd name="T34" fmla="*/ 64 w 79"/>
                <a:gd name="T35" fmla="*/ 66 h 75"/>
                <a:gd name="T36" fmla="*/ 57 w 79"/>
                <a:gd name="T37" fmla="*/ 70 h 75"/>
                <a:gd name="T38" fmla="*/ 51 w 79"/>
                <a:gd name="T39" fmla="*/ 73 h 75"/>
                <a:gd name="T40" fmla="*/ 44 w 79"/>
                <a:gd name="T41" fmla="*/ 75 h 75"/>
                <a:gd name="T42" fmla="*/ 44 w 79"/>
                <a:gd name="T43" fmla="*/ 75 h 75"/>
                <a:gd name="T44" fmla="*/ 37 w 79"/>
                <a:gd name="T45" fmla="*/ 75 h 75"/>
                <a:gd name="T46" fmla="*/ 37 w 79"/>
                <a:gd name="T47" fmla="*/ 75 h 75"/>
                <a:gd name="T48" fmla="*/ 29 w 79"/>
                <a:gd name="T49" fmla="*/ 73 h 75"/>
                <a:gd name="T50" fmla="*/ 22 w 79"/>
                <a:gd name="T51" fmla="*/ 70 h 75"/>
                <a:gd name="T52" fmla="*/ 15 w 79"/>
                <a:gd name="T53" fmla="*/ 64 h 75"/>
                <a:gd name="T54" fmla="*/ 8 w 79"/>
                <a:gd name="T55" fmla="*/ 56 h 75"/>
                <a:gd name="T56" fmla="*/ 1 w 79"/>
                <a:gd name="T57" fmla="*/ 47 h 75"/>
                <a:gd name="T58" fmla="*/ 0 w 79"/>
                <a:gd name="T59" fmla="*/ 46 h 75"/>
                <a:gd name="T60" fmla="*/ 1 w 79"/>
                <a:gd name="T61" fmla="*/ 44 h 75"/>
                <a:gd name="T62" fmla="*/ 57 w 79"/>
                <a:gd name="T63" fmla="*/ 1 h 75"/>
                <a:gd name="T64" fmla="*/ 58 w 79"/>
                <a:gd name="T65" fmla="*/ 0 h 75"/>
                <a:gd name="T66" fmla="*/ 16 w 79"/>
                <a:gd name="T67" fmla="*/ 49 h 75"/>
                <a:gd name="T68" fmla="*/ 19 w 79"/>
                <a:gd name="T69" fmla="*/ 52 h 75"/>
                <a:gd name="T70" fmla="*/ 27 w 79"/>
                <a:gd name="T71" fmla="*/ 60 h 75"/>
                <a:gd name="T72" fmla="*/ 36 w 79"/>
                <a:gd name="T73" fmla="*/ 63 h 75"/>
                <a:gd name="T74" fmla="*/ 36 w 79"/>
                <a:gd name="T75" fmla="*/ 63 h 75"/>
                <a:gd name="T76" fmla="*/ 36 w 79"/>
                <a:gd name="T77" fmla="*/ 63 h 75"/>
                <a:gd name="T78" fmla="*/ 36 w 79"/>
                <a:gd name="T79" fmla="*/ 63 h 75"/>
                <a:gd name="T80" fmla="*/ 45 w 79"/>
                <a:gd name="T81" fmla="*/ 61 h 75"/>
                <a:gd name="T82" fmla="*/ 55 w 79"/>
                <a:gd name="T83" fmla="*/ 55 h 75"/>
                <a:gd name="T84" fmla="*/ 59 w 79"/>
                <a:gd name="T85" fmla="*/ 52 h 75"/>
                <a:gd name="T86" fmla="*/ 59 w 79"/>
                <a:gd name="T87" fmla="*/ 52 h 75"/>
                <a:gd name="T88" fmla="*/ 62 w 79"/>
                <a:gd name="T89" fmla="*/ 48 h 75"/>
                <a:gd name="T90" fmla="*/ 62 w 79"/>
                <a:gd name="T91" fmla="*/ 48 h 75"/>
                <a:gd name="T92" fmla="*/ 65 w 79"/>
                <a:gd name="T93" fmla="*/ 44 h 75"/>
                <a:gd name="T94" fmla="*/ 66 w 79"/>
                <a:gd name="T95" fmla="*/ 40 h 75"/>
                <a:gd name="T96" fmla="*/ 66 w 79"/>
                <a:gd name="T97" fmla="*/ 36 h 75"/>
                <a:gd name="T98" fmla="*/ 66 w 79"/>
                <a:gd name="T99" fmla="*/ 36 h 75"/>
                <a:gd name="T100" fmla="*/ 65 w 79"/>
                <a:gd name="T101" fmla="*/ 31 h 75"/>
                <a:gd name="T102" fmla="*/ 63 w 79"/>
                <a:gd name="T103" fmla="*/ 26 h 75"/>
                <a:gd name="T104" fmla="*/ 60 w 79"/>
                <a:gd name="T105" fmla="*/ 21 h 75"/>
                <a:gd name="T106" fmla="*/ 57 w 79"/>
                <a:gd name="T107" fmla="*/ 17 h 75"/>
                <a:gd name="T108" fmla="*/ 16 w 79"/>
                <a:gd name="T10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9" h="75">
                  <a:moveTo>
                    <a:pt x="58" y="0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71" y="17"/>
                    <a:pt x="72" y="19"/>
                    <a:pt x="74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3"/>
                    <a:pt x="76" y="24"/>
                    <a:pt x="76" y="26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7" y="28"/>
                    <a:pt x="77" y="29"/>
                    <a:pt x="78" y="31"/>
                  </a:cubicBezTo>
                  <a:cubicBezTo>
                    <a:pt x="78" y="32"/>
                    <a:pt x="78" y="34"/>
                    <a:pt x="79" y="35"/>
                  </a:cubicBezTo>
                  <a:cubicBezTo>
                    <a:pt x="79" y="36"/>
                    <a:pt x="79" y="37"/>
                    <a:pt x="79" y="38"/>
                  </a:cubicBezTo>
                  <a:cubicBezTo>
                    <a:pt x="79" y="40"/>
                    <a:pt x="79" y="41"/>
                    <a:pt x="78" y="42"/>
                  </a:cubicBezTo>
                  <a:cubicBezTo>
                    <a:pt x="78" y="43"/>
                    <a:pt x="78" y="45"/>
                    <a:pt x="78" y="46"/>
                  </a:cubicBezTo>
                  <a:cubicBezTo>
                    <a:pt x="77" y="47"/>
                    <a:pt x="77" y="49"/>
                    <a:pt x="76" y="50"/>
                  </a:cubicBezTo>
                  <a:cubicBezTo>
                    <a:pt x="76" y="51"/>
                    <a:pt x="75" y="53"/>
                    <a:pt x="74" y="54"/>
                  </a:cubicBezTo>
                  <a:cubicBezTo>
                    <a:pt x="74" y="54"/>
                    <a:pt x="74" y="54"/>
                    <a:pt x="74" y="54"/>
                  </a:cubicBezTo>
                  <a:cubicBezTo>
                    <a:pt x="74" y="55"/>
                    <a:pt x="73" y="57"/>
                    <a:pt x="72" y="58"/>
                  </a:cubicBezTo>
                  <a:cubicBezTo>
                    <a:pt x="71" y="59"/>
                    <a:pt x="69" y="61"/>
                    <a:pt x="68" y="62"/>
                  </a:cubicBezTo>
                  <a:cubicBezTo>
                    <a:pt x="67" y="63"/>
                    <a:pt x="65" y="65"/>
                    <a:pt x="64" y="66"/>
                  </a:cubicBezTo>
                  <a:cubicBezTo>
                    <a:pt x="62" y="67"/>
                    <a:pt x="60" y="69"/>
                    <a:pt x="57" y="70"/>
                  </a:cubicBezTo>
                  <a:cubicBezTo>
                    <a:pt x="55" y="71"/>
                    <a:pt x="53" y="72"/>
                    <a:pt x="51" y="73"/>
                  </a:cubicBezTo>
                  <a:cubicBezTo>
                    <a:pt x="48" y="74"/>
                    <a:pt x="46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1" y="75"/>
                    <a:pt x="39" y="75"/>
                    <a:pt x="37" y="75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4" y="75"/>
                    <a:pt x="32" y="74"/>
                    <a:pt x="29" y="73"/>
                  </a:cubicBezTo>
                  <a:cubicBezTo>
                    <a:pt x="27" y="72"/>
                    <a:pt x="25" y="71"/>
                    <a:pt x="22" y="70"/>
                  </a:cubicBezTo>
                  <a:cubicBezTo>
                    <a:pt x="20" y="68"/>
                    <a:pt x="17" y="66"/>
                    <a:pt x="15" y="64"/>
                  </a:cubicBezTo>
                  <a:cubicBezTo>
                    <a:pt x="13" y="62"/>
                    <a:pt x="10" y="59"/>
                    <a:pt x="8" y="56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16" y="49"/>
                  </a:moveTo>
                  <a:cubicBezTo>
                    <a:pt x="19" y="52"/>
                    <a:pt x="19" y="52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1"/>
                    <a:pt x="33" y="62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9" y="63"/>
                    <a:pt x="42" y="62"/>
                    <a:pt x="45" y="61"/>
                  </a:cubicBezTo>
                  <a:cubicBezTo>
                    <a:pt x="49" y="60"/>
                    <a:pt x="52" y="58"/>
                    <a:pt x="55" y="55"/>
                  </a:cubicBezTo>
                  <a:cubicBezTo>
                    <a:pt x="57" y="54"/>
                    <a:pt x="58" y="53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3" y="47"/>
                    <a:pt x="64" y="45"/>
                    <a:pt x="65" y="44"/>
                  </a:cubicBezTo>
                  <a:cubicBezTo>
                    <a:pt x="65" y="43"/>
                    <a:pt x="66" y="41"/>
                    <a:pt x="66" y="40"/>
                  </a:cubicBezTo>
                  <a:cubicBezTo>
                    <a:pt x="66" y="39"/>
                    <a:pt x="66" y="37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4"/>
                    <a:pt x="66" y="32"/>
                    <a:pt x="65" y="31"/>
                  </a:cubicBezTo>
                  <a:cubicBezTo>
                    <a:pt x="65" y="29"/>
                    <a:pt x="64" y="28"/>
                    <a:pt x="63" y="26"/>
                  </a:cubicBezTo>
                  <a:cubicBezTo>
                    <a:pt x="62" y="24"/>
                    <a:pt x="61" y="22"/>
                    <a:pt x="60" y="21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16" y="49"/>
                    <a:pt x="16" y="49"/>
                    <a:pt x="1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Freeform 29"/>
            <p:cNvSpPr>
              <a:spLocks/>
            </p:cNvSpPr>
            <p:nvPr/>
          </p:nvSpPr>
          <p:spPr bwMode="auto">
            <a:xfrm>
              <a:off x="5205413" y="4208463"/>
              <a:ext cx="169863" cy="166688"/>
            </a:xfrm>
            <a:custGeom>
              <a:avLst/>
              <a:gdLst>
                <a:gd name="T0" fmla="*/ 91 w 107"/>
                <a:gd name="T1" fmla="*/ 0 h 105"/>
                <a:gd name="T2" fmla="*/ 93 w 107"/>
                <a:gd name="T3" fmla="*/ 4 h 105"/>
                <a:gd name="T4" fmla="*/ 105 w 107"/>
                <a:gd name="T5" fmla="*/ 16 h 105"/>
                <a:gd name="T6" fmla="*/ 107 w 107"/>
                <a:gd name="T7" fmla="*/ 17 h 105"/>
                <a:gd name="T8" fmla="*/ 105 w 107"/>
                <a:gd name="T9" fmla="*/ 19 h 105"/>
                <a:gd name="T10" fmla="*/ 18 w 107"/>
                <a:gd name="T11" fmla="*/ 103 h 105"/>
                <a:gd name="T12" fmla="*/ 16 w 107"/>
                <a:gd name="T13" fmla="*/ 105 h 105"/>
                <a:gd name="T14" fmla="*/ 14 w 107"/>
                <a:gd name="T15" fmla="*/ 103 h 105"/>
                <a:gd name="T16" fmla="*/ 2 w 107"/>
                <a:gd name="T17" fmla="*/ 91 h 105"/>
                <a:gd name="T18" fmla="*/ 0 w 107"/>
                <a:gd name="T19" fmla="*/ 90 h 105"/>
                <a:gd name="T20" fmla="*/ 2 w 107"/>
                <a:gd name="T21" fmla="*/ 88 h 105"/>
                <a:gd name="T22" fmla="*/ 90 w 107"/>
                <a:gd name="T23" fmla="*/ 4 h 105"/>
                <a:gd name="T24" fmla="*/ 91 w 107"/>
                <a:gd name="T25" fmla="*/ 0 h 105"/>
                <a:gd name="T26" fmla="*/ 91 w 107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105">
                  <a:moveTo>
                    <a:pt x="91" y="0"/>
                  </a:moveTo>
                  <a:lnTo>
                    <a:pt x="93" y="4"/>
                  </a:lnTo>
                  <a:lnTo>
                    <a:pt x="105" y="16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8" y="103"/>
                  </a:lnTo>
                  <a:lnTo>
                    <a:pt x="16" y="105"/>
                  </a:lnTo>
                  <a:lnTo>
                    <a:pt x="14" y="103"/>
                  </a:lnTo>
                  <a:lnTo>
                    <a:pt x="2" y="91"/>
                  </a:lnTo>
                  <a:lnTo>
                    <a:pt x="0" y="90"/>
                  </a:lnTo>
                  <a:lnTo>
                    <a:pt x="2" y="88"/>
                  </a:lnTo>
                  <a:lnTo>
                    <a:pt x="90" y="4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Freeform 30"/>
            <p:cNvSpPr>
              <a:spLocks noEditPoints="1"/>
            </p:cNvSpPr>
            <p:nvPr/>
          </p:nvSpPr>
          <p:spPr bwMode="auto">
            <a:xfrm>
              <a:off x="5272088" y="4295775"/>
              <a:ext cx="209550" cy="227013"/>
            </a:xfrm>
            <a:custGeom>
              <a:avLst/>
              <a:gdLst>
                <a:gd name="T0" fmla="*/ 132 w 132"/>
                <a:gd name="T1" fmla="*/ 14 h 143"/>
                <a:gd name="T2" fmla="*/ 130 w 132"/>
                <a:gd name="T3" fmla="*/ 16 h 143"/>
                <a:gd name="T4" fmla="*/ 94 w 132"/>
                <a:gd name="T5" fmla="*/ 139 h 143"/>
                <a:gd name="T6" fmla="*/ 92 w 132"/>
                <a:gd name="T7" fmla="*/ 143 h 143"/>
                <a:gd name="T8" fmla="*/ 89 w 132"/>
                <a:gd name="T9" fmla="*/ 141 h 143"/>
                <a:gd name="T10" fmla="*/ 75 w 132"/>
                <a:gd name="T11" fmla="*/ 131 h 143"/>
                <a:gd name="T12" fmla="*/ 73 w 132"/>
                <a:gd name="T13" fmla="*/ 129 h 143"/>
                <a:gd name="T14" fmla="*/ 73 w 132"/>
                <a:gd name="T15" fmla="*/ 127 h 143"/>
                <a:gd name="T16" fmla="*/ 84 w 132"/>
                <a:gd name="T17" fmla="*/ 96 h 143"/>
                <a:gd name="T18" fmla="*/ 46 w 132"/>
                <a:gd name="T19" fmla="*/ 69 h 143"/>
                <a:gd name="T20" fmla="*/ 20 w 132"/>
                <a:gd name="T21" fmla="*/ 88 h 143"/>
                <a:gd name="T22" fmla="*/ 18 w 132"/>
                <a:gd name="T23" fmla="*/ 88 h 143"/>
                <a:gd name="T24" fmla="*/ 17 w 132"/>
                <a:gd name="T25" fmla="*/ 88 h 143"/>
                <a:gd name="T26" fmla="*/ 3 w 132"/>
                <a:gd name="T27" fmla="*/ 78 h 143"/>
                <a:gd name="T28" fmla="*/ 0 w 132"/>
                <a:gd name="T29" fmla="*/ 74 h 143"/>
                <a:gd name="T30" fmla="*/ 3 w 132"/>
                <a:gd name="T31" fmla="*/ 72 h 143"/>
                <a:gd name="T32" fmla="*/ 111 w 132"/>
                <a:gd name="T33" fmla="*/ 2 h 143"/>
                <a:gd name="T34" fmla="*/ 113 w 132"/>
                <a:gd name="T35" fmla="*/ 0 h 143"/>
                <a:gd name="T36" fmla="*/ 114 w 132"/>
                <a:gd name="T37" fmla="*/ 2 h 143"/>
                <a:gd name="T38" fmla="*/ 130 w 132"/>
                <a:gd name="T39" fmla="*/ 12 h 143"/>
                <a:gd name="T40" fmla="*/ 132 w 132"/>
                <a:gd name="T41" fmla="*/ 14 h 143"/>
                <a:gd name="T42" fmla="*/ 132 w 132"/>
                <a:gd name="T43" fmla="*/ 14 h 143"/>
                <a:gd name="T44" fmla="*/ 89 w 132"/>
                <a:gd name="T45" fmla="*/ 78 h 143"/>
                <a:gd name="T46" fmla="*/ 106 w 132"/>
                <a:gd name="T47" fmla="*/ 28 h 143"/>
                <a:gd name="T48" fmla="*/ 63 w 132"/>
                <a:gd name="T49" fmla="*/ 59 h 143"/>
                <a:gd name="T50" fmla="*/ 89 w 132"/>
                <a:gd name="T51" fmla="*/ 78 h 143"/>
                <a:gd name="T52" fmla="*/ 89 w 132"/>
                <a:gd name="T5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143">
                  <a:moveTo>
                    <a:pt x="132" y="14"/>
                  </a:moveTo>
                  <a:lnTo>
                    <a:pt x="130" y="16"/>
                  </a:lnTo>
                  <a:lnTo>
                    <a:pt x="94" y="139"/>
                  </a:lnTo>
                  <a:lnTo>
                    <a:pt x="92" y="143"/>
                  </a:lnTo>
                  <a:lnTo>
                    <a:pt x="89" y="141"/>
                  </a:lnTo>
                  <a:lnTo>
                    <a:pt x="75" y="131"/>
                  </a:lnTo>
                  <a:lnTo>
                    <a:pt x="73" y="129"/>
                  </a:lnTo>
                  <a:lnTo>
                    <a:pt x="73" y="127"/>
                  </a:lnTo>
                  <a:lnTo>
                    <a:pt x="84" y="96"/>
                  </a:lnTo>
                  <a:lnTo>
                    <a:pt x="46" y="69"/>
                  </a:lnTo>
                  <a:lnTo>
                    <a:pt x="20" y="88"/>
                  </a:lnTo>
                  <a:lnTo>
                    <a:pt x="18" y="88"/>
                  </a:lnTo>
                  <a:lnTo>
                    <a:pt x="17" y="88"/>
                  </a:lnTo>
                  <a:lnTo>
                    <a:pt x="3" y="78"/>
                  </a:lnTo>
                  <a:lnTo>
                    <a:pt x="0" y="74"/>
                  </a:lnTo>
                  <a:lnTo>
                    <a:pt x="3" y="72"/>
                  </a:lnTo>
                  <a:lnTo>
                    <a:pt x="111" y="2"/>
                  </a:lnTo>
                  <a:lnTo>
                    <a:pt x="113" y="0"/>
                  </a:lnTo>
                  <a:lnTo>
                    <a:pt x="114" y="2"/>
                  </a:lnTo>
                  <a:lnTo>
                    <a:pt x="130" y="12"/>
                  </a:lnTo>
                  <a:lnTo>
                    <a:pt x="132" y="14"/>
                  </a:lnTo>
                  <a:lnTo>
                    <a:pt x="132" y="14"/>
                  </a:lnTo>
                  <a:close/>
                  <a:moveTo>
                    <a:pt x="89" y="78"/>
                  </a:moveTo>
                  <a:lnTo>
                    <a:pt x="106" y="28"/>
                  </a:lnTo>
                  <a:lnTo>
                    <a:pt x="63" y="59"/>
                  </a:lnTo>
                  <a:lnTo>
                    <a:pt x="89" y="78"/>
                  </a:lnTo>
                  <a:lnTo>
                    <a:pt x="89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Freeform 31"/>
            <p:cNvSpPr>
              <a:spLocks/>
            </p:cNvSpPr>
            <p:nvPr/>
          </p:nvSpPr>
          <p:spPr bwMode="auto">
            <a:xfrm>
              <a:off x="5467350" y="4370388"/>
              <a:ext cx="223838" cy="247650"/>
            </a:xfrm>
            <a:custGeom>
              <a:avLst/>
              <a:gdLst>
                <a:gd name="T0" fmla="*/ 57 w 141"/>
                <a:gd name="T1" fmla="*/ 0 h 156"/>
                <a:gd name="T2" fmla="*/ 60 w 141"/>
                <a:gd name="T3" fmla="*/ 1 h 156"/>
                <a:gd name="T4" fmla="*/ 79 w 141"/>
                <a:gd name="T5" fmla="*/ 10 h 156"/>
                <a:gd name="T6" fmla="*/ 79 w 141"/>
                <a:gd name="T7" fmla="*/ 12 h 156"/>
                <a:gd name="T8" fmla="*/ 81 w 141"/>
                <a:gd name="T9" fmla="*/ 13 h 156"/>
                <a:gd name="T10" fmla="*/ 81 w 141"/>
                <a:gd name="T11" fmla="*/ 113 h 156"/>
                <a:gd name="T12" fmla="*/ 120 w 141"/>
                <a:gd name="T13" fmla="*/ 34 h 156"/>
                <a:gd name="T14" fmla="*/ 122 w 141"/>
                <a:gd name="T15" fmla="*/ 32 h 156"/>
                <a:gd name="T16" fmla="*/ 123 w 141"/>
                <a:gd name="T17" fmla="*/ 32 h 156"/>
                <a:gd name="T18" fmla="*/ 137 w 141"/>
                <a:gd name="T19" fmla="*/ 39 h 156"/>
                <a:gd name="T20" fmla="*/ 141 w 141"/>
                <a:gd name="T21" fmla="*/ 41 h 156"/>
                <a:gd name="T22" fmla="*/ 139 w 141"/>
                <a:gd name="T23" fmla="*/ 44 h 156"/>
                <a:gd name="T24" fmla="*/ 86 w 141"/>
                <a:gd name="T25" fmla="*/ 152 h 156"/>
                <a:gd name="T26" fmla="*/ 84 w 141"/>
                <a:gd name="T27" fmla="*/ 156 h 156"/>
                <a:gd name="T28" fmla="*/ 82 w 141"/>
                <a:gd name="T29" fmla="*/ 154 h 156"/>
                <a:gd name="T30" fmla="*/ 63 w 141"/>
                <a:gd name="T31" fmla="*/ 144 h 156"/>
                <a:gd name="T32" fmla="*/ 62 w 141"/>
                <a:gd name="T33" fmla="*/ 144 h 156"/>
                <a:gd name="T34" fmla="*/ 62 w 141"/>
                <a:gd name="T35" fmla="*/ 142 h 156"/>
                <a:gd name="T36" fmla="*/ 60 w 141"/>
                <a:gd name="T37" fmla="*/ 43 h 156"/>
                <a:gd name="T38" fmla="*/ 22 w 141"/>
                <a:gd name="T39" fmla="*/ 122 h 156"/>
                <a:gd name="T40" fmla="*/ 21 w 141"/>
                <a:gd name="T41" fmla="*/ 123 h 156"/>
                <a:gd name="T42" fmla="*/ 17 w 141"/>
                <a:gd name="T43" fmla="*/ 122 h 156"/>
                <a:gd name="T44" fmla="*/ 3 w 141"/>
                <a:gd name="T45" fmla="*/ 115 h 156"/>
                <a:gd name="T46" fmla="*/ 0 w 141"/>
                <a:gd name="T47" fmla="*/ 113 h 156"/>
                <a:gd name="T48" fmla="*/ 2 w 141"/>
                <a:gd name="T49" fmla="*/ 111 h 156"/>
                <a:gd name="T50" fmla="*/ 55 w 141"/>
                <a:gd name="T51" fmla="*/ 3 h 156"/>
                <a:gd name="T52" fmla="*/ 57 w 141"/>
                <a:gd name="T53" fmla="*/ 0 h 156"/>
                <a:gd name="T54" fmla="*/ 57 w 141"/>
                <a:gd name="T5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1" h="156">
                  <a:moveTo>
                    <a:pt x="57" y="0"/>
                  </a:moveTo>
                  <a:lnTo>
                    <a:pt x="60" y="1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1" y="13"/>
                  </a:lnTo>
                  <a:lnTo>
                    <a:pt x="81" y="113"/>
                  </a:lnTo>
                  <a:lnTo>
                    <a:pt x="120" y="34"/>
                  </a:lnTo>
                  <a:lnTo>
                    <a:pt x="122" y="32"/>
                  </a:lnTo>
                  <a:lnTo>
                    <a:pt x="123" y="32"/>
                  </a:lnTo>
                  <a:lnTo>
                    <a:pt x="137" y="39"/>
                  </a:lnTo>
                  <a:lnTo>
                    <a:pt x="141" y="41"/>
                  </a:lnTo>
                  <a:lnTo>
                    <a:pt x="139" y="44"/>
                  </a:lnTo>
                  <a:lnTo>
                    <a:pt x="86" y="152"/>
                  </a:lnTo>
                  <a:lnTo>
                    <a:pt x="84" y="156"/>
                  </a:lnTo>
                  <a:lnTo>
                    <a:pt x="82" y="154"/>
                  </a:lnTo>
                  <a:lnTo>
                    <a:pt x="63" y="144"/>
                  </a:lnTo>
                  <a:lnTo>
                    <a:pt x="62" y="144"/>
                  </a:lnTo>
                  <a:lnTo>
                    <a:pt x="62" y="142"/>
                  </a:lnTo>
                  <a:lnTo>
                    <a:pt x="60" y="43"/>
                  </a:lnTo>
                  <a:lnTo>
                    <a:pt x="22" y="122"/>
                  </a:lnTo>
                  <a:lnTo>
                    <a:pt x="21" y="123"/>
                  </a:lnTo>
                  <a:lnTo>
                    <a:pt x="17" y="122"/>
                  </a:lnTo>
                  <a:lnTo>
                    <a:pt x="3" y="115"/>
                  </a:lnTo>
                  <a:lnTo>
                    <a:pt x="0" y="113"/>
                  </a:lnTo>
                  <a:lnTo>
                    <a:pt x="2" y="111"/>
                  </a:lnTo>
                  <a:lnTo>
                    <a:pt x="55" y="3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Freeform 32"/>
            <p:cNvSpPr>
              <a:spLocks/>
            </p:cNvSpPr>
            <p:nvPr/>
          </p:nvSpPr>
          <p:spPr bwMode="auto">
            <a:xfrm>
              <a:off x="7032625" y="3802063"/>
              <a:ext cx="225425" cy="174625"/>
            </a:xfrm>
            <a:custGeom>
              <a:avLst/>
              <a:gdLst>
                <a:gd name="T0" fmla="*/ 85 w 142"/>
                <a:gd name="T1" fmla="*/ 90 h 110"/>
                <a:gd name="T2" fmla="*/ 5 w 142"/>
                <a:gd name="T3" fmla="*/ 98 h 110"/>
                <a:gd name="T4" fmla="*/ 0 w 142"/>
                <a:gd name="T5" fmla="*/ 98 h 110"/>
                <a:gd name="T6" fmla="*/ 3 w 142"/>
                <a:gd name="T7" fmla="*/ 95 h 110"/>
                <a:gd name="T8" fmla="*/ 10 w 142"/>
                <a:gd name="T9" fmla="*/ 76 h 110"/>
                <a:gd name="T10" fmla="*/ 10 w 142"/>
                <a:gd name="T11" fmla="*/ 74 h 110"/>
                <a:gd name="T12" fmla="*/ 12 w 142"/>
                <a:gd name="T13" fmla="*/ 74 h 110"/>
                <a:gd name="T14" fmla="*/ 68 w 142"/>
                <a:gd name="T15" fmla="*/ 69 h 110"/>
                <a:gd name="T16" fmla="*/ 34 w 142"/>
                <a:gd name="T17" fmla="*/ 24 h 110"/>
                <a:gd name="T18" fmla="*/ 32 w 142"/>
                <a:gd name="T19" fmla="*/ 24 h 110"/>
                <a:gd name="T20" fmla="*/ 34 w 142"/>
                <a:gd name="T21" fmla="*/ 23 h 110"/>
                <a:gd name="T22" fmla="*/ 41 w 142"/>
                <a:gd name="T23" fmla="*/ 5 h 110"/>
                <a:gd name="T24" fmla="*/ 43 w 142"/>
                <a:gd name="T25" fmla="*/ 0 h 110"/>
                <a:gd name="T26" fmla="*/ 46 w 142"/>
                <a:gd name="T27" fmla="*/ 4 h 110"/>
                <a:gd name="T28" fmla="*/ 94 w 142"/>
                <a:gd name="T29" fmla="*/ 69 h 110"/>
                <a:gd name="T30" fmla="*/ 140 w 142"/>
                <a:gd name="T31" fmla="*/ 90 h 110"/>
                <a:gd name="T32" fmla="*/ 142 w 142"/>
                <a:gd name="T33" fmla="*/ 90 h 110"/>
                <a:gd name="T34" fmla="*/ 142 w 142"/>
                <a:gd name="T35" fmla="*/ 93 h 110"/>
                <a:gd name="T36" fmla="*/ 135 w 142"/>
                <a:gd name="T37" fmla="*/ 109 h 110"/>
                <a:gd name="T38" fmla="*/ 133 w 142"/>
                <a:gd name="T39" fmla="*/ 110 h 110"/>
                <a:gd name="T40" fmla="*/ 130 w 142"/>
                <a:gd name="T41" fmla="*/ 110 h 110"/>
                <a:gd name="T42" fmla="*/ 85 w 142"/>
                <a:gd name="T43" fmla="*/ 90 h 110"/>
                <a:gd name="T44" fmla="*/ 85 w 142"/>
                <a:gd name="T45" fmla="*/ 9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2" h="110">
                  <a:moveTo>
                    <a:pt x="85" y="90"/>
                  </a:moveTo>
                  <a:lnTo>
                    <a:pt x="5" y="9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0" y="76"/>
                  </a:lnTo>
                  <a:lnTo>
                    <a:pt x="10" y="74"/>
                  </a:lnTo>
                  <a:lnTo>
                    <a:pt x="12" y="74"/>
                  </a:lnTo>
                  <a:lnTo>
                    <a:pt x="68" y="69"/>
                  </a:lnTo>
                  <a:lnTo>
                    <a:pt x="34" y="24"/>
                  </a:lnTo>
                  <a:lnTo>
                    <a:pt x="32" y="24"/>
                  </a:lnTo>
                  <a:lnTo>
                    <a:pt x="34" y="23"/>
                  </a:lnTo>
                  <a:lnTo>
                    <a:pt x="41" y="5"/>
                  </a:lnTo>
                  <a:lnTo>
                    <a:pt x="43" y="0"/>
                  </a:lnTo>
                  <a:lnTo>
                    <a:pt x="46" y="4"/>
                  </a:lnTo>
                  <a:lnTo>
                    <a:pt x="94" y="69"/>
                  </a:lnTo>
                  <a:lnTo>
                    <a:pt x="140" y="90"/>
                  </a:lnTo>
                  <a:lnTo>
                    <a:pt x="142" y="90"/>
                  </a:lnTo>
                  <a:lnTo>
                    <a:pt x="142" y="93"/>
                  </a:lnTo>
                  <a:lnTo>
                    <a:pt x="135" y="109"/>
                  </a:lnTo>
                  <a:lnTo>
                    <a:pt x="133" y="110"/>
                  </a:lnTo>
                  <a:lnTo>
                    <a:pt x="130" y="110"/>
                  </a:lnTo>
                  <a:lnTo>
                    <a:pt x="85" y="90"/>
                  </a:lnTo>
                  <a:lnTo>
                    <a:pt x="8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Freeform 33"/>
            <p:cNvSpPr>
              <a:spLocks noEditPoints="1"/>
            </p:cNvSpPr>
            <p:nvPr/>
          </p:nvSpPr>
          <p:spPr bwMode="auto">
            <a:xfrm>
              <a:off x="5878513" y="4075113"/>
              <a:ext cx="431800" cy="125413"/>
            </a:xfrm>
            <a:custGeom>
              <a:avLst/>
              <a:gdLst>
                <a:gd name="T0" fmla="*/ 0 w 159"/>
                <a:gd name="T1" fmla="*/ 40 h 46"/>
                <a:gd name="T2" fmla="*/ 8 w 159"/>
                <a:gd name="T3" fmla="*/ 35 h 46"/>
                <a:gd name="T4" fmla="*/ 6 w 159"/>
                <a:gd name="T5" fmla="*/ 9 h 46"/>
                <a:gd name="T6" fmla="*/ 0 w 159"/>
                <a:gd name="T7" fmla="*/ 3 h 46"/>
                <a:gd name="T8" fmla="*/ 14 w 159"/>
                <a:gd name="T9" fmla="*/ 1 h 46"/>
                <a:gd name="T10" fmla="*/ 18 w 159"/>
                <a:gd name="T11" fmla="*/ 35 h 46"/>
                <a:gd name="T12" fmla="*/ 25 w 159"/>
                <a:gd name="T13" fmla="*/ 40 h 46"/>
                <a:gd name="T14" fmla="*/ 0 w 159"/>
                <a:gd name="T15" fmla="*/ 45 h 46"/>
                <a:gd name="T16" fmla="*/ 59 w 159"/>
                <a:gd name="T17" fmla="*/ 29 h 46"/>
                <a:gd name="T18" fmla="*/ 42 w 159"/>
                <a:gd name="T19" fmla="*/ 26 h 46"/>
                <a:gd name="T20" fmla="*/ 43 w 159"/>
                <a:gd name="T21" fmla="*/ 4 h 46"/>
                <a:gd name="T22" fmla="*/ 69 w 159"/>
                <a:gd name="T23" fmla="*/ 6 h 46"/>
                <a:gd name="T24" fmla="*/ 69 w 159"/>
                <a:gd name="T25" fmla="*/ 40 h 46"/>
                <a:gd name="T26" fmla="*/ 44 w 159"/>
                <a:gd name="T27" fmla="*/ 43 h 46"/>
                <a:gd name="T28" fmla="*/ 41 w 159"/>
                <a:gd name="T29" fmla="*/ 34 h 46"/>
                <a:gd name="T30" fmla="*/ 50 w 159"/>
                <a:gd name="T31" fmla="*/ 37 h 46"/>
                <a:gd name="T32" fmla="*/ 51 w 159"/>
                <a:gd name="T33" fmla="*/ 40 h 46"/>
                <a:gd name="T34" fmla="*/ 61 w 159"/>
                <a:gd name="T35" fmla="*/ 37 h 46"/>
                <a:gd name="T36" fmla="*/ 63 w 159"/>
                <a:gd name="T37" fmla="*/ 15 h 46"/>
                <a:gd name="T38" fmla="*/ 56 w 159"/>
                <a:gd name="T39" fmla="*/ 6 h 46"/>
                <a:gd name="T40" fmla="*/ 49 w 159"/>
                <a:gd name="T41" fmla="*/ 15 h 46"/>
                <a:gd name="T42" fmla="*/ 56 w 159"/>
                <a:gd name="T43" fmla="*/ 24 h 46"/>
                <a:gd name="T44" fmla="*/ 63 w 159"/>
                <a:gd name="T45" fmla="*/ 15 h 46"/>
                <a:gd name="T46" fmla="*/ 116 w 159"/>
                <a:gd name="T47" fmla="*/ 25 h 46"/>
                <a:gd name="T48" fmla="*/ 113 w 159"/>
                <a:gd name="T49" fmla="*/ 42 h 46"/>
                <a:gd name="T50" fmla="*/ 87 w 159"/>
                <a:gd name="T51" fmla="*/ 43 h 46"/>
                <a:gd name="T52" fmla="*/ 84 w 159"/>
                <a:gd name="T53" fmla="*/ 30 h 46"/>
                <a:gd name="T54" fmla="*/ 91 w 159"/>
                <a:gd name="T55" fmla="*/ 30 h 46"/>
                <a:gd name="T56" fmla="*/ 92 w 159"/>
                <a:gd name="T57" fmla="*/ 35 h 46"/>
                <a:gd name="T58" fmla="*/ 94 w 159"/>
                <a:gd name="T59" fmla="*/ 39 h 46"/>
                <a:gd name="T60" fmla="*/ 104 w 159"/>
                <a:gd name="T61" fmla="*/ 38 h 46"/>
                <a:gd name="T62" fmla="*/ 104 w 159"/>
                <a:gd name="T63" fmla="*/ 26 h 46"/>
                <a:gd name="T64" fmla="*/ 96 w 159"/>
                <a:gd name="T65" fmla="*/ 24 h 46"/>
                <a:gd name="T66" fmla="*/ 95 w 159"/>
                <a:gd name="T67" fmla="*/ 18 h 46"/>
                <a:gd name="T68" fmla="*/ 97 w 159"/>
                <a:gd name="T69" fmla="*/ 18 h 46"/>
                <a:gd name="T70" fmla="*/ 105 w 159"/>
                <a:gd name="T71" fmla="*/ 11 h 46"/>
                <a:gd name="T72" fmla="*/ 99 w 159"/>
                <a:gd name="T73" fmla="*/ 6 h 46"/>
                <a:gd name="T74" fmla="*/ 93 w 159"/>
                <a:gd name="T75" fmla="*/ 9 h 46"/>
                <a:gd name="T76" fmla="*/ 94 w 159"/>
                <a:gd name="T77" fmla="*/ 12 h 46"/>
                <a:gd name="T78" fmla="*/ 89 w 159"/>
                <a:gd name="T79" fmla="*/ 17 h 46"/>
                <a:gd name="T80" fmla="*/ 84 w 159"/>
                <a:gd name="T81" fmla="*/ 11 h 46"/>
                <a:gd name="T82" fmla="*/ 100 w 159"/>
                <a:gd name="T83" fmla="*/ 0 h 46"/>
                <a:gd name="T84" fmla="*/ 116 w 159"/>
                <a:gd name="T85" fmla="*/ 12 h 46"/>
                <a:gd name="T86" fmla="*/ 109 w 159"/>
                <a:gd name="T87" fmla="*/ 21 h 46"/>
                <a:gd name="T88" fmla="*/ 133 w 159"/>
                <a:gd name="T89" fmla="*/ 40 h 46"/>
                <a:gd name="T90" fmla="*/ 141 w 159"/>
                <a:gd name="T91" fmla="*/ 35 h 46"/>
                <a:gd name="T92" fmla="*/ 139 w 159"/>
                <a:gd name="T93" fmla="*/ 9 h 46"/>
                <a:gd name="T94" fmla="*/ 133 w 159"/>
                <a:gd name="T95" fmla="*/ 3 h 46"/>
                <a:gd name="T96" fmla="*/ 147 w 159"/>
                <a:gd name="T97" fmla="*/ 1 h 46"/>
                <a:gd name="T98" fmla="*/ 151 w 159"/>
                <a:gd name="T99" fmla="*/ 35 h 46"/>
                <a:gd name="T100" fmla="*/ 159 w 159"/>
                <a:gd name="T101" fmla="*/ 40 h 46"/>
                <a:gd name="T102" fmla="*/ 133 w 159"/>
                <a:gd name="T103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9" h="46">
                  <a:moveTo>
                    <a:pt x="0" y="45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3" y="40"/>
                    <a:pt x="5" y="39"/>
                    <a:pt x="6" y="39"/>
                  </a:cubicBezTo>
                  <a:cubicBezTo>
                    <a:pt x="7" y="38"/>
                    <a:pt x="8" y="37"/>
                    <a:pt x="8" y="35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7" y="10"/>
                    <a:pt x="6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3"/>
                    <a:pt x="6" y="3"/>
                    <a:pt x="8" y="2"/>
                  </a:cubicBezTo>
                  <a:cubicBezTo>
                    <a:pt x="10" y="2"/>
                    <a:pt x="12" y="1"/>
                    <a:pt x="14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7"/>
                    <a:pt x="18" y="38"/>
                    <a:pt x="19" y="39"/>
                  </a:cubicBezTo>
                  <a:cubicBezTo>
                    <a:pt x="20" y="39"/>
                    <a:pt x="22" y="40"/>
                    <a:pt x="25" y="40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0" y="45"/>
                    <a:pt x="0" y="45"/>
                    <a:pt x="0" y="45"/>
                  </a:cubicBezTo>
                  <a:close/>
                  <a:moveTo>
                    <a:pt x="64" y="26"/>
                  </a:moveTo>
                  <a:cubicBezTo>
                    <a:pt x="62" y="28"/>
                    <a:pt x="60" y="28"/>
                    <a:pt x="59" y="29"/>
                  </a:cubicBezTo>
                  <a:cubicBezTo>
                    <a:pt x="57" y="30"/>
                    <a:pt x="55" y="30"/>
                    <a:pt x="53" y="30"/>
                  </a:cubicBezTo>
                  <a:cubicBezTo>
                    <a:pt x="49" y="30"/>
                    <a:pt x="45" y="29"/>
                    <a:pt x="42" y="26"/>
                  </a:cubicBezTo>
                  <a:cubicBezTo>
                    <a:pt x="39" y="23"/>
                    <a:pt x="38" y="20"/>
                    <a:pt x="38" y="15"/>
                  </a:cubicBezTo>
                  <a:cubicBezTo>
                    <a:pt x="38" y="11"/>
                    <a:pt x="40" y="7"/>
                    <a:pt x="43" y="4"/>
                  </a:cubicBezTo>
                  <a:cubicBezTo>
                    <a:pt x="46" y="1"/>
                    <a:pt x="51" y="0"/>
                    <a:pt x="56" y="0"/>
                  </a:cubicBezTo>
                  <a:cubicBezTo>
                    <a:pt x="62" y="0"/>
                    <a:pt x="66" y="2"/>
                    <a:pt x="69" y="6"/>
                  </a:cubicBezTo>
                  <a:cubicBezTo>
                    <a:pt x="73" y="9"/>
                    <a:pt x="74" y="15"/>
                    <a:pt x="74" y="22"/>
                  </a:cubicBezTo>
                  <a:cubicBezTo>
                    <a:pt x="74" y="29"/>
                    <a:pt x="72" y="35"/>
                    <a:pt x="69" y="40"/>
                  </a:cubicBezTo>
                  <a:cubicBezTo>
                    <a:pt x="65" y="44"/>
                    <a:pt x="60" y="46"/>
                    <a:pt x="54" y="46"/>
                  </a:cubicBezTo>
                  <a:cubicBezTo>
                    <a:pt x="50" y="46"/>
                    <a:pt x="47" y="45"/>
                    <a:pt x="44" y="43"/>
                  </a:cubicBezTo>
                  <a:cubicBezTo>
                    <a:pt x="41" y="42"/>
                    <a:pt x="40" y="40"/>
                    <a:pt x="40" y="37"/>
                  </a:cubicBezTo>
                  <a:cubicBezTo>
                    <a:pt x="40" y="36"/>
                    <a:pt x="40" y="34"/>
                    <a:pt x="41" y="34"/>
                  </a:cubicBezTo>
                  <a:cubicBezTo>
                    <a:pt x="42" y="33"/>
                    <a:pt x="43" y="32"/>
                    <a:pt x="45" y="32"/>
                  </a:cubicBezTo>
                  <a:cubicBezTo>
                    <a:pt x="47" y="32"/>
                    <a:pt x="49" y="34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9"/>
                    <a:pt x="50" y="40"/>
                    <a:pt x="51" y="40"/>
                  </a:cubicBezTo>
                  <a:cubicBezTo>
                    <a:pt x="52" y="40"/>
                    <a:pt x="52" y="40"/>
                    <a:pt x="54" y="40"/>
                  </a:cubicBezTo>
                  <a:cubicBezTo>
                    <a:pt x="57" y="40"/>
                    <a:pt x="59" y="39"/>
                    <a:pt x="61" y="37"/>
                  </a:cubicBezTo>
                  <a:cubicBezTo>
                    <a:pt x="63" y="34"/>
                    <a:pt x="64" y="31"/>
                    <a:pt x="64" y="26"/>
                  </a:cubicBezTo>
                  <a:close/>
                  <a:moveTo>
                    <a:pt x="63" y="15"/>
                  </a:moveTo>
                  <a:cubicBezTo>
                    <a:pt x="63" y="12"/>
                    <a:pt x="63" y="10"/>
                    <a:pt x="61" y="8"/>
                  </a:cubicBezTo>
                  <a:cubicBezTo>
                    <a:pt x="60" y="7"/>
                    <a:pt x="58" y="6"/>
                    <a:pt x="56" y="6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10"/>
                    <a:pt x="49" y="12"/>
                    <a:pt x="49" y="15"/>
                  </a:cubicBezTo>
                  <a:cubicBezTo>
                    <a:pt x="49" y="18"/>
                    <a:pt x="49" y="20"/>
                    <a:pt x="51" y="21"/>
                  </a:cubicBezTo>
                  <a:cubicBezTo>
                    <a:pt x="52" y="23"/>
                    <a:pt x="54" y="24"/>
                    <a:pt x="56" y="24"/>
                  </a:cubicBezTo>
                  <a:cubicBezTo>
                    <a:pt x="58" y="24"/>
                    <a:pt x="60" y="23"/>
                    <a:pt x="61" y="21"/>
                  </a:cubicBezTo>
                  <a:cubicBezTo>
                    <a:pt x="63" y="20"/>
                    <a:pt x="63" y="18"/>
                    <a:pt x="63" y="15"/>
                  </a:cubicBezTo>
                  <a:close/>
                  <a:moveTo>
                    <a:pt x="109" y="21"/>
                  </a:moveTo>
                  <a:cubicBezTo>
                    <a:pt x="112" y="22"/>
                    <a:pt x="115" y="23"/>
                    <a:pt x="116" y="25"/>
                  </a:cubicBezTo>
                  <a:cubicBezTo>
                    <a:pt x="118" y="26"/>
                    <a:pt x="118" y="29"/>
                    <a:pt x="118" y="31"/>
                  </a:cubicBezTo>
                  <a:cubicBezTo>
                    <a:pt x="118" y="36"/>
                    <a:pt x="117" y="39"/>
                    <a:pt x="113" y="42"/>
                  </a:cubicBezTo>
                  <a:cubicBezTo>
                    <a:pt x="109" y="44"/>
                    <a:pt x="105" y="46"/>
                    <a:pt x="99" y="46"/>
                  </a:cubicBezTo>
                  <a:cubicBezTo>
                    <a:pt x="94" y="46"/>
                    <a:pt x="90" y="45"/>
                    <a:pt x="87" y="43"/>
                  </a:cubicBezTo>
                  <a:cubicBezTo>
                    <a:pt x="84" y="40"/>
                    <a:pt x="83" y="38"/>
                    <a:pt x="83" y="34"/>
                  </a:cubicBezTo>
                  <a:cubicBezTo>
                    <a:pt x="83" y="33"/>
                    <a:pt x="83" y="31"/>
                    <a:pt x="84" y="30"/>
                  </a:cubicBezTo>
                  <a:cubicBezTo>
                    <a:pt x="85" y="29"/>
                    <a:pt x="86" y="29"/>
                    <a:pt x="88" y="29"/>
                  </a:cubicBezTo>
                  <a:cubicBezTo>
                    <a:pt x="89" y="29"/>
                    <a:pt x="90" y="29"/>
                    <a:pt x="91" y="30"/>
                  </a:cubicBezTo>
                  <a:cubicBezTo>
                    <a:pt x="92" y="31"/>
                    <a:pt x="93" y="32"/>
                    <a:pt x="93" y="34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7"/>
                    <a:pt x="93" y="38"/>
                    <a:pt x="94" y="39"/>
                  </a:cubicBezTo>
                  <a:cubicBezTo>
                    <a:pt x="95" y="39"/>
                    <a:pt x="97" y="40"/>
                    <a:pt x="99" y="40"/>
                  </a:cubicBezTo>
                  <a:cubicBezTo>
                    <a:pt x="101" y="40"/>
                    <a:pt x="103" y="39"/>
                    <a:pt x="104" y="38"/>
                  </a:cubicBezTo>
                  <a:cubicBezTo>
                    <a:pt x="106" y="36"/>
                    <a:pt x="106" y="34"/>
                    <a:pt x="106" y="32"/>
                  </a:cubicBezTo>
                  <a:cubicBezTo>
                    <a:pt x="106" y="29"/>
                    <a:pt x="106" y="27"/>
                    <a:pt x="104" y="26"/>
                  </a:cubicBezTo>
                  <a:cubicBezTo>
                    <a:pt x="103" y="24"/>
                    <a:pt x="100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5" y="18"/>
                    <a:pt x="96" y="18"/>
                    <a:pt x="96" y="18"/>
                  </a:cubicBezTo>
                  <a:cubicBezTo>
                    <a:pt x="96" y="18"/>
                    <a:pt x="97" y="18"/>
                    <a:pt x="97" y="18"/>
                  </a:cubicBezTo>
                  <a:cubicBezTo>
                    <a:pt x="99" y="18"/>
                    <a:pt x="101" y="17"/>
                    <a:pt x="103" y="16"/>
                  </a:cubicBezTo>
                  <a:cubicBezTo>
                    <a:pt x="104" y="15"/>
                    <a:pt x="105" y="13"/>
                    <a:pt x="105" y="11"/>
                  </a:cubicBezTo>
                  <a:cubicBezTo>
                    <a:pt x="105" y="9"/>
                    <a:pt x="104" y="8"/>
                    <a:pt x="103" y="7"/>
                  </a:cubicBezTo>
                  <a:cubicBezTo>
                    <a:pt x="102" y="6"/>
                    <a:pt x="101" y="6"/>
                    <a:pt x="99" y="6"/>
                  </a:cubicBezTo>
                  <a:cubicBezTo>
                    <a:pt x="97" y="6"/>
                    <a:pt x="96" y="6"/>
                    <a:pt x="95" y="7"/>
                  </a:cubicBezTo>
                  <a:cubicBezTo>
                    <a:pt x="94" y="7"/>
                    <a:pt x="93" y="8"/>
                    <a:pt x="93" y="9"/>
                  </a:cubicBezTo>
                  <a:cubicBezTo>
                    <a:pt x="93" y="9"/>
                    <a:pt x="93" y="10"/>
                    <a:pt x="94" y="10"/>
                  </a:cubicBezTo>
                  <a:cubicBezTo>
                    <a:pt x="94" y="11"/>
                    <a:pt x="94" y="12"/>
                    <a:pt x="94" y="12"/>
                  </a:cubicBezTo>
                  <a:cubicBezTo>
                    <a:pt x="94" y="14"/>
                    <a:pt x="94" y="15"/>
                    <a:pt x="93" y="16"/>
                  </a:cubicBezTo>
                  <a:cubicBezTo>
                    <a:pt x="92" y="16"/>
                    <a:pt x="91" y="17"/>
                    <a:pt x="89" y="17"/>
                  </a:cubicBezTo>
                  <a:cubicBezTo>
                    <a:pt x="88" y="17"/>
                    <a:pt x="86" y="16"/>
                    <a:pt x="85" y="15"/>
                  </a:cubicBezTo>
                  <a:cubicBezTo>
                    <a:pt x="84" y="15"/>
                    <a:pt x="84" y="13"/>
                    <a:pt x="84" y="11"/>
                  </a:cubicBezTo>
                  <a:cubicBezTo>
                    <a:pt x="84" y="8"/>
                    <a:pt x="86" y="5"/>
                    <a:pt x="89" y="3"/>
                  </a:cubicBezTo>
                  <a:cubicBezTo>
                    <a:pt x="92" y="1"/>
                    <a:pt x="95" y="0"/>
                    <a:pt x="100" y="0"/>
                  </a:cubicBezTo>
                  <a:cubicBezTo>
                    <a:pt x="105" y="0"/>
                    <a:pt x="109" y="1"/>
                    <a:pt x="112" y="3"/>
                  </a:cubicBezTo>
                  <a:cubicBezTo>
                    <a:pt x="115" y="5"/>
                    <a:pt x="116" y="8"/>
                    <a:pt x="116" y="12"/>
                  </a:cubicBezTo>
                  <a:cubicBezTo>
                    <a:pt x="116" y="14"/>
                    <a:pt x="116" y="16"/>
                    <a:pt x="114" y="17"/>
                  </a:cubicBezTo>
                  <a:cubicBezTo>
                    <a:pt x="113" y="19"/>
                    <a:pt x="112" y="20"/>
                    <a:pt x="109" y="21"/>
                  </a:cubicBezTo>
                  <a:close/>
                  <a:moveTo>
                    <a:pt x="133" y="45"/>
                  </a:moveTo>
                  <a:cubicBezTo>
                    <a:pt x="133" y="40"/>
                    <a:pt x="133" y="40"/>
                    <a:pt x="133" y="40"/>
                  </a:cubicBezTo>
                  <a:cubicBezTo>
                    <a:pt x="136" y="40"/>
                    <a:pt x="138" y="39"/>
                    <a:pt x="139" y="39"/>
                  </a:cubicBezTo>
                  <a:cubicBezTo>
                    <a:pt x="140" y="38"/>
                    <a:pt x="141" y="37"/>
                    <a:pt x="141" y="35"/>
                  </a:cubicBezTo>
                  <a:cubicBezTo>
                    <a:pt x="141" y="13"/>
                    <a:pt x="141" y="13"/>
                    <a:pt x="141" y="13"/>
                  </a:cubicBezTo>
                  <a:cubicBezTo>
                    <a:pt x="141" y="11"/>
                    <a:pt x="140" y="10"/>
                    <a:pt x="139" y="9"/>
                  </a:cubicBezTo>
                  <a:cubicBezTo>
                    <a:pt x="139" y="8"/>
                    <a:pt x="137" y="8"/>
                    <a:pt x="133" y="8"/>
                  </a:cubicBezTo>
                  <a:cubicBezTo>
                    <a:pt x="133" y="3"/>
                    <a:pt x="133" y="3"/>
                    <a:pt x="133" y="3"/>
                  </a:cubicBezTo>
                  <a:cubicBezTo>
                    <a:pt x="136" y="3"/>
                    <a:pt x="139" y="3"/>
                    <a:pt x="141" y="2"/>
                  </a:cubicBezTo>
                  <a:cubicBezTo>
                    <a:pt x="143" y="2"/>
                    <a:pt x="145" y="1"/>
                    <a:pt x="147" y="1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1" y="35"/>
                    <a:pt x="151" y="35"/>
                    <a:pt x="151" y="35"/>
                  </a:cubicBezTo>
                  <a:cubicBezTo>
                    <a:pt x="151" y="37"/>
                    <a:pt x="151" y="38"/>
                    <a:pt x="152" y="39"/>
                  </a:cubicBezTo>
                  <a:cubicBezTo>
                    <a:pt x="154" y="39"/>
                    <a:pt x="156" y="40"/>
                    <a:pt x="159" y="40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33" y="45"/>
                    <a:pt x="133" y="45"/>
                    <a:pt x="133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Freeform 34"/>
            <p:cNvSpPr>
              <a:spLocks noEditPoints="1"/>
            </p:cNvSpPr>
            <p:nvPr/>
          </p:nvSpPr>
          <p:spPr bwMode="auto">
            <a:xfrm>
              <a:off x="5048250" y="3025774"/>
              <a:ext cx="1824037" cy="987424"/>
            </a:xfrm>
            <a:custGeom>
              <a:avLst/>
              <a:gdLst>
                <a:gd name="T0" fmla="*/ 610 w 670"/>
                <a:gd name="T1" fmla="*/ 68 h 362"/>
                <a:gd name="T2" fmla="*/ 557 w 670"/>
                <a:gd name="T3" fmla="*/ 99 h 362"/>
                <a:gd name="T4" fmla="*/ 460 w 670"/>
                <a:gd name="T5" fmla="*/ 80 h 362"/>
                <a:gd name="T6" fmla="*/ 381 w 670"/>
                <a:gd name="T7" fmla="*/ 349 h 362"/>
                <a:gd name="T8" fmla="*/ 362 w 670"/>
                <a:gd name="T9" fmla="*/ 297 h 362"/>
                <a:gd name="T10" fmla="*/ 395 w 670"/>
                <a:gd name="T11" fmla="*/ 310 h 362"/>
                <a:gd name="T12" fmla="*/ 403 w 670"/>
                <a:gd name="T13" fmla="*/ 303 h 362"/>
                <a:gd name="T14" fmla="*/ 430 w 670"/>
                <a:gd name="T15" fmla="*/ 311 h 362"/>
                <a:gd name="T16" fmla="*/ 487 w 670"/>
                <a:gd name="T17" fmla="*/ 192 h 362"/>
                <a:gd name="T18" fmla="*/ 400 w 670"/>
                <a:gd name="T19" fmla="*/ 200 h 362"/>
                <a:gd name="T20" fmla="*/ 442 w 670"/>
                <a:gd name="T21" fmla="*/ 260 h 362"/>
                <a:gd name="T22" fmla="*/ 378 w 670"/>
                <a:gd name="T23" fmla="*/ 362 h 362"/>
                <a:gd name="T24" fmla="*/ 292 w 670"/>
                <a:gd name="T25" fmla="*/ 362 h 362"/>
                <a:gd name="T26" fmla="*/ 228 w 670"/>
                <a:gd name="T27" fmla="*/ 260 h 362"/>
                <a:gd name="T28" fmla="*/ 271 w 670"/>
                <a:gd name="T29" fmla="*/ 200 h 362"/>
                <a:gd name="T30" fmla="*/ 183 w 670"/>
                <a:gd name="T31" fmla="*/ 192 h 362"/>
                <a:gd name="T32" fmla="*/ 240 w 670"/>
                <a:gd name="T33" fmla="*/ 311 h 362"/>
                <a:gd name="T34" fmla="*/ 267 w 670"/>
                <a:gd name="T35" fmla="*/ 303 h 362"/>
                <a:gd name="T36" fmla="*/ 275 w 670"/>
                <a:gd name="T37" fmla="*/ 310 h 362"/>
                <a:gd name="T38" fmla="*/ 308 w 670"/>
                <a:gd name="T39" fmla="*/ 297 h 362"/>
                <a:gd name="T40" fmla="*/ 289 w 670"/>
                <a:gd name="T41" fmla="*/ 349 h 362"/>
                <a:gd name="T42" fmla="*/ 613 w 670"/>
                <a:gd name="T43" fmla="*/ 49 h 362"/>
                <a:gd name="T44" fmla="*/ 496 w 670"/>
                <a:gd name="T45" fmla="*/ 27 h 362"/>
                <a:gd name="T46" fmla="*/ 496 w 670"/>
                <a:gd name="T47" fmla="*/ 16 h 362"/>
                <a:gd name="T48" fmla="*/ 587 w 670"/>
                <a:gd name="T49" fmla="*/ 60 h 362"/>
                <a:gd name="T50" fmla="*/ 429 w 670"/>
                <a:gd name="T51" fmla="*/ 130 h 362"/>
                <a:gd name="T52" fmla="*/ 545 w 670"/>
                <a:gd name="T53" fmla="*/ 142 h 362"/>
                <a:gd name="T54" fmla="*/ 540 w 670"/>
                <a:gd name="T55" fmla="*/ 134 h 362"/>
                <a:gd name="T56" fmla="*/ 434 w 670"/>
                <a:gd name="T57" fmla="*/ 132 h 362"/>
                <a:gd name="T58" fmla="*/ 420 w 670"/>
                <a:gd name="T59" fmla="*/ 151 h 362"/>
                <a:gd name="T60" fmla="*/ 499 w 670"/>
                <a:gd name="T61" fmla="*/ 176 h 362"/>
                <a:gd name="T62" fmla="*/ 521 w 670"/>
                <a:gd name="T63" fmla="*/ 156 h 362"/>
                <a:gd name="T64" fmla="*/ 415 w 670"/>
                <a:gd name="T65" fmla="*/ 164 h 362"/>
                <a:gd name="T66" fmla="*/ 60 w 670"/>
                <a:gd name="T67" fmla="*/ 68 h 362"/>
                <a:gd name="T68" fmla="*/ 113 w 670"/>
                <a:gd name="T69" fmla="*/ 99 h 362"/>
                <a:gd name="T70" fmla="*/ 210 w 670"/>
                <a:gd name="T71" fmla="*/ 80 h 362"/>
                <a:gd name="T72" fmla="*/ 57 w 670"/>
                <a:gd name="T73" fmla="*/ 49 h 362"/>
                <a:gd name="T74" fmla="*/ 175 w 670"/>
                <a:gd name="T75" fmla="*/ 27 h 362"/>
                <a:gd name="T76" fmla="*/ 174 w 670"/>
                <a:gd name="T77" fmla="*/ 16 h 362"/>
                <a:gd name="T78" fmla="*/ 83 w 670"/>
                <a:gd name="T79" fmla="*/ 60 h 362"/>
                <a:gd name="T80" fmla="*/ 241 w 670"/>
                <a:gd name="T81" fmla="*/ 130 h 362"/>
                <a:gd name="T82" fmla="*/ 125 w 670"/>
                <a:gd name="T83" fmla="*/ 142 h 362"/>
                <a:gd name="T84" fmla="*/ 130 w 670"/>
                <a:gd name="T85" fmla="*/ 134 h 362"/>
                <a:gd name="T86" fmla="*/ 236 w 670"/>
                <a:gd name="T87" fmla="*/ 132 h 362"/>
                <a:gd name="T88" fmla="*/ 250 w 670"/>
                <a:gd name="T89" fmla="*/ 151 h 362"/>
                <a:gd name="T90" fmla="*/ 171 w 670"/>
                <a:gd name="T91" fmla="*/ 176 h 362"/>
                <a:gd name="T92" fmla="*/ 149 w 670"/>
                <a:gd name="T93" fmla="*/ 156 h 362"/>
                <a:gd name="T94" fmla="*/ 255 w 670"/>
                <a:gd name="T95" fmla="*/ 164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0" h="362">
                  <a:moveTo>
                    <a:pt x="446" y="90"/>
                  </a:moveTo>
                  <a:cubicBezTo>
                    <a:pt x="454" y="71"/>
                    <a:pt x="454" y="71"/>
                    <a:pt x="454" y="71"/>
                  </a:cubicBezTo>
                  <a:cubicBezTo>
                    <a:pt x="610" y="68"/>
                    <a:pt x="610" y="68"/>
                    <a:pt x="610" y="68"/>
                  </a:cubicBezTo>
                  <a:cubicBezTo>
                    <a:pt x="579" y="104"/>
                    <a:pt x="579" y="104"/>
                    <a:pt x="579" y="104"/>
                  </a:cubicBezTo>
                  <a:cubicBezTo>
                    <a:pt x="557" y="104"/>
                    <a:pt x="557" y="104"/>
                    <a:pt x="557" y="104"/>
                  </a:cubicBezTo>
                  <a:cubicBezTo>
                    <a:pt x="557" y="99"/>
                    <a:pt x="557" y="99"/>
                    <a:pt x="557" y="99"/>
                  </a:cubicBezTo>
                  <a:cubicBezTo>
                    <a:pt x="574" y="95"/>
                    <a:pt x="574" y="95"/>
                    <a:pt x="574" y="95"/>
                  </a:cubicBezTo>
                  <a:cubicBezTo>
                    <a:pt x="590" y="77"/>
                    <a:pt x="590" y="77"/>
                    <a:pt x="590" y="77"/>
                  </a:cubicBezTo>
                  <a:cubicBezTo>
                    <a:pt x="460" y="80"/>
                    <a:pt x="460" y="80"/>
                    <a:pt x="460" y="80"/>
                  </a:cubicBezTo>
                  <a:cubicBezTo>
                    <a:pt x="451" y="92"/>
                    <a:pt x="451" y="92"/>
                    <a:pt x="451" y="92"/>
                  </a:cubicBezTo>
                  <a:cubicBezTo>
                    <a:pt x="446" y="90"/>
                    <a:pt x="446" y="90"/>
                    <a:pt x="446" y="90"/>
                  </a:cubicBezTo>
                  <a:close/>
                  <a:moveTo>
                    <a:pt x="381" y="349"/>
                  </a:moveTo>
                  <a:cubicBezTo>
                    <a:pt x="393" y="349"/>
                    <a:pt x="393" y="349"/>
                    <a:pt x="393" y="349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62" y="297"/>
                    <a:pt x="362" y="297"/>
                    <a:pt x="362" y="297"/>
                  </a:cubicBezTo>
                  <a:cubicBezTo>
                    <a:pt x="409" y="349"/>
                    <a:pt x="409" y="349"/>
                    <a:pt x="409" y="349"/>
                  </a:cubicBezTo>
                  <a:cubicBezTo>
                    <a:pt x="431" y="349"/>
                    <a:pt x="431" y="349"/>
                    <a:pt x="431" y="349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64" y="277"/>
                    <a:pt x="384" y="237"/>
                    <a:pt x="384" y="237"/>
                  </a:cubicBezTo>
                  <a:cubicBezTo>
                    <a:pt x="394" y="241"/>
                    <a:pt x="394" y="241"/>
                    <a:pt x="394" y="241"/>
                  </a:cubicBezTo>
                  <a:cubicBezTo>
                    <a:pt x="393" y="242"/>
                    <a:pt x="378" y="275"/>
                    <a:pt x="403" y="303"/>
                  </a:cubicBezTo>
                  <a:cubicBezTo>
                    <a:pt x="446" y="349"/>
                    <a:pt x="446" y="349"/>
                    <a:pt x="446" y="349"/>
                  </a:cubicBezTo>
                  <a:cubicBezTo>
                    <a:pt x="461" y="349"/>
                    <a:pt x="461" y="349"/>
                    <a:pt x="461" y="349"/>
                  </a:cubicBezTo>
                  <a:cubicBezTo>
                    <a:pt x="453" y="341"/>
                    <a:pt x="438" y="328"/>
                    <a:pt x="430" y="311"/>
                  </a:cubicBezTo>
                  <a:cubicBezTo>
                    <a:pt x="421" y="295"/>
                    <a:pt x="418" y="275"/>
                    <a:pt x="433" y="254"/>
                  </a:cubicBezTo>
                  <a:cubicBezTo>
                    <a:pt x="433" y="254"/>
                    <a:pt x="433" y="254"/>
                    <a:pt x="433" y="254"/>
                  </a:cubicBezTo>
                  <a:cubicBezTo>
                    <a:pt x="487" y="192"/>
                    <a:pt x="487" y="192"/>
                    <a:pt x="487" y="192"/>
                  </a:cubicBezTo>
                  <a:cubicBezTo>
                    <a:pt x="411" y="193"/>
                    <a:pt x="411" y="193"/>
                    <a:pt x="411" y="193"/>
                  </a:cubicBezTo>
                  <a:cubicBezTo>
                    <a:pt x="404" y="202"/>
                    <a:pt x="404" y="202"/>
                    <a:pt x="404" y="202"/>
                  </a:cubicBezTo>
                  <a:cubicBezTo>
                    <a:pt x="400" y="200"/>
                    <a:pt x="400" y="200"/>
                    <a:pt x="400" y="200"/>
                  </a:cubicBezTo>
                  <a:cubicBezTo>
                    <a:pt x="406" y="186"/>
                    <a:pt x="406" y="186"/>
                    <a:pt x="406" y="186"/>
                  </a:cubicBezTo>
                  <a:cubicBezTo>
                    <a:pt x="509" y="183"/>
                    <a:pt x="509" y="183"/>
                    <a:pt x="509" y="183"/>
                  </a:cubicBezTo>
                  <a:cubicBezTo>
                    <a:pt x="442" y="260"/>
                    <a:pt x="442" y="260"/>
                    <a:pt x="442" y="260"/>
                  </a:cubicBezTo>
                  <a:cubicBezTo>
                    <a:pt x="431" y="276"/>
                    <a:pt x="432" y="291"/>
                    <a:pt x="438" y="304"/>
                  </a:cubicBezTo>
                  <a:cubicBezTo>
                    <a:pt x="449" y="327"/>
                    <a:pt x="475" y="345"/>
                    <a:pt x="494" y="362"/>
                  </a:cubicBezTo>
                  <a:cubicBezTo>
                    <a:pt x="378" y="362"/>
                    <a:pt x="378" y="362"/>
                    <a:pt x="378" y="362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292" y="362"/>
                    <a:pt x="292" y="362"/>
                    <a:pt x="292" y="362"/>
                  </a:cubicBezTo>
                  <a:cubicBezTo>
                    <a:pt x="179" y="362"/>
                    <a:pt x="179" y="362"/>
                    <a:pt x="179" y="362"/>
                  </a:cubicBezTo>
                  <a:cubicBezTo>
                    <a:pt x="196" y="345"/>
                    <a:pt x="222" y="326"/>
                    <a:pt x="232" y="304"/>
                  </a:cubicBezTo>
                  <a:cubicBezTo>
                    <a:pt x="238" y="291"/>
                    <a:pt x="240" y="276"/>
                    <a:pt x="228" y="260"/>
                  </a:cubicBezTo>
                  <a:cubicBezTo>
                    <a:pt x="161" y="183"/>
                    <a:pt x="161" y="183"/>
                    <a:pt x="161" y="183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71" y="200"/>
                    <a:pt x="271" y="200"/>
                    <a:pt x="271" y="200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59" y="193"/>
                    <a:pt x="259" y="193"/>
                    <a:pt x="259" y="193"/>
                  </a:cubicBezTo>
                  <a:cubicBezTo>
                    <a:pt x="183" y="192"/>
                    <a:pt x="183" y="192"/>
                    <a:pt x="183" y="192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52" y="275"/>
                    <a:pt x="249" y="295"/>
                    <a:pt x="240" y="311"/>
                  </a:cubicBezTo>
                  <a:cubicBezTo>
                    <a:pt x="232" y="328"/>
                    <a:pt x="218" y="341"/>
                    <a:pt x="209" y="349"/>
                  </a:cubicBezTo>
                  <a:cubicBezTo>
                    <a:pt x="224" y="349"/>
                    <a:pt x="224" y="349"/>
                    <a:pt x="224" y="349"/>
                  </a:cubicBezTo>
                  <a:cubicBezTo>
                    <a:pt x="267" y="303"/>
                    <a:pt x="267" y="303"/>
                    <a:pt x="267" y="303"/>
                  </a:cubicBezTo>
                  <a:cubicBezTo>
                    <a:pt x="292" y="275"/>
                    <a:pt x="277" y="242"/>
                    <a:pt x="277" y="241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306" y="277"/>
                    <a:pt x="275" y="310"/>
                  </a:cubicBezTo>
                  <a:cubicBezTo>
                    <a:pt x="239" y="349"/>
                    <a:pt x="239" y="349"/>
                    <a:pt x="239" y="349"/>
                  </a:cubicBezTo>
                  <a:cubicBezTo>
                    <a:pt x="261" y="349"/>
                    <a:pt x="261" y="349"/>
                    <a:pt x="261" y="349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16" y="304"/>
                    <a:pt x="316" y="304"/>
                    <a:pt x="316" y="304"/>
                  </a:cubicBezTo>
                  <a:cubicBezTo>
                    <a:pt x="277" y="349"/>
                    <a:pt x="277" y="349"/>
                    <a:pt x="277" y="349"/>
                  </a:cubicBezTo>
                  <a:cubicBezTo>
                    <a:pt x="289" y="349"/>
                    <a:pt x="289" y="349"/>
                    <a:pt x="289" y="349"/>
                  </a:cubicBezTo>
                  <a:cubicBezTo>
                    <a:pt x="335" y="305"/>
                    <a:pt x="335" y="305"/>
                    <a:pt x="335" y="305"/>
                  </a:cubicBezTo>
                  <a:cubicBezTo>
                    <a:pt x="381" y="349"/>
                    <a:pt x="381" y="349"/>
                    <a:pt x="381" y="349"/>
                  </a:cubicBezTo>
                  <a:close/>
                  <a:moveTo>
                    <a:pt x="613" y="49"/>
                  </a:moveTo>
                  <a:cubicBezTo>
                    <a:pt x="646" y="12"/>
                    <a:pt x="646" y="12"/>
                    <a:pt x="646" y="12"/>
                  </a:cubicBezTo>
                  <a:cubicBezTo>
                    <a:pt x="623" y="15"/>
                    <a:pt x="623" y="15"/>
                    <a:pt x="623" y="15"/>
                  </a:cubicBezTo>
                  <a:cubicBezTo>
                    <a:pt x="496" y="27"/>
                    <a:pt x="496" y="27"/>
                    <a:pt x="496" y="27"/>
                  </a:cubicBezTo>
                  <a:cubicBezTo>
                    <a:pt x="432" y="39"/>
                    <a:pt x="41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406" y="112"/>
                    <a:pt x="426" y="26"/>
                    <a:pt x="496" y="16"/>
                  </a:cubicBezTo>
                  <a:cubicBezTo>
                    <a:pt x="670" y="0"/>
                    <a:pt x="670" y="0"/>
                    <a:pt x="670" y="0"/>
                  </a:cubicBezTo>
                  <a:cubicBezTo>
                    <a:pt x="617" y="60"/>
                    <a:pt x="617" y="60"/>
                    <a:pt x="617" y="60"/>
                  </a:cubicBezTo>
                  <a:cubicBezTo>
                    <a:pt x="587" y="60"/>
                    <a:pt x="587" y="60"/>
                    <a:pt x="587" y="60"/>
                  </a:cubicBezTo>
                  <a:cubicBezTo>
                    <a:pt x="587" y="56"/>
                    <a:pt x="587" y="56"/>
                    <a:pt x="587" y="56"/>
                  </a:cubicBezTo>
                  <a:cubicBezTo>
                    <a:pt x="613" y="49"/>
                    <a:pt x="613" y="49"/>
                    <a:pt x="613" y="49"/>
                  </a:cubicBezTo>
                  <a:close/>
                  <a:moveTo>
                    <a:pt x="429" y="130"/>
                  </a:moveTo>
                  <a:cubicBezTo>
                    <a:pt x="436" y="114"/>
                    <a:pt x="436" y="114"/>
                    <a:pt x="436" y="114"/>
                  </a:cubicBezTo>
                  <a:cubicBezTo>
                    <a:pt x="572" y="111"/>
                    <a:pt x="572" y="111"/>
                    <a:pt x="572" y="111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38"/>
                    <a:pt x="527" y="138"/>
                    <a:pt x="527" y="138"/>
                  </a:cubicBezTo>
                  <a:cubicBezTo>
                    <a:pt x="540" y="134"/>
                    <a:pt x="540" y="134"/>
                    <a:pt x="540" y="134"/>
                  </a:cubicBezTo>
                  <a:cubicBezTo>
                    <a:pt x="553" y="119"/>
                    <a:pt x="553" y="119"/>
                    <a:pt x="553" y="119"/>
                  </a:cubicBezTo>
                  <a:cubicBezTo>
                    <a:pt x="441" y="122"/>
                    <a:pt x="441" y="122"/>
                    <a:pt x="441" y="122"/>
                  </a:cubicBezTo>
                  <a:cubicBezTo>
                    <a:pt x="434" y="132"/>
                    <a:pt x="434" y="132"/>
                    <a:pt x="434" y="132"/>
                  </a:cubicBezTo>
                  <a:cubicBezTo>
                    <a:pt x="429" y="130"/>
                    <a:pt x="429" y="130"/>
                    <a:pt x="429" y="130"/>
                  </a:cubicBezTo>
                  <a:close/>
                  <a:moveTo>
                    <a:pt x="415" y="164"/>
                  </a:moveTo>
                  <a:cubicBezTo>
                    <a:pt x="420" y="151"/>
                    <a:pt x="420" y="151"/>
                    <a:pt x="420" y="151"/>
                  </a:cubicBezTo>
                  <a:cubicBezTo>
                    <a:pt x="540" y="149"/>
                    <a:pt x="540" y="149"/>
                    <a:pt x="540" y="149"/>
                  </a:cubicBezTo>
                  <a:cubicBezTo>
                    <a:pt x="515" y="176"/>
                    <a:pt x="515" y="176"/>
                    <a:pt x="515" y="176"/>
                  </a:cubicBezTo>
                  <a:cubicBezTo>
                    <a:pt x="499" y="176"/>
                    <a:pt x="499" y="176"/>
                    <a:pt x="499" y="176"/>
                  </a:cubicBezTo>
                  <a:cubicBezTo>
                    <a:pt x="499" y="172"/>
                    <a:pt x="499" y="172"/>
                    <a:pt x="499" y="172"/>
                  </a:cubicBezTo>
                  <a:cubicBezTo>
                    <a:pt x="510" y="169"/>
                    <a:pt x="510" y="169"/>
                    <a:pt x="510" y="169"/>
                  </a:cubicBezTo>
                  <a:cubicBezTo>
                    <a:pt x="521" y="156"/>
                    <a:pt x="521" y="156"/>
                    <a:pt x="521" y="156"/>
                  </a:cubicBezTo>
                  <a:cubicBezTo>
                    <a:pt x="425" y="159"/>
                    <a:pt x="425" y="159"/>
                    <a:pt x="425" y="159"/>
                  </a:cubicBezTo>
                  <a:cubicBezTo>
                    <a:pt x="419" y="166"/>
                    <a:pt x="419" y="166"/>
                    <a:pt x="419" y="166"/>
                  </a:cubicBezTo>
                  <a:cubicBezTo>
                    <a:pt x="415" y="164"/>
                    <a:pt x="415" y="164"/>
                    <a:pt x="415" y="164"/>
                  </a:cubicBezTo>
                  <a:close/>
                  <a:moveTo>
                    <a:pt x="224" y="90"/>
                  </a:moveTo>
                  <a:cubicBezTo>
                    <a:pt x="216" y="71"/>
                    <a:pt x="216" y="71"/>
                    <a:pt x="216" y="71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24" y="90"/>
                    <a:pt x="224" y="90"/>
                    <a:pt x="224" y="90"/>
                  </a:cubicBezTo>
                  <a:close/>
                  <a:moveTo>
                    <a:pt x="57" y="49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238" y="39"/>
                    <a:pt x="26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264" y="112"/>
                    <a:pt x="244" y="26"/>
                    <a:pt x="174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57" y="49"/>
                    <a:pt x="57" y="49"/>
                    <a:pt x="57" y="49"/>
                  </a:cubicBezTo>
                  <a:close/>
                  <a:moveTo>
                    <a:pt x="241" y="130"/>
                  </a:moveTo>
                  <a:cubicBezTo>
                    <a:pt x="234" y="114"/>
                    <a:pt x="234" y="114"/>
                    <a:pt x="234" y="114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41" y="130"/>
                    <a:pt x="241" y="130"/>
                    <a:pt x="241" y="130"/>
                  </a:cubicBezTo>
                  <a:close/>
                  <a:moveTo>
                    <a:pt x="255" y="164"/>
                  </a:moveTo>
                  <a:cubicBezTo>
                    <a:pt x="250" y="151"/>
                    <a:pt x="250" y="151"/>
                    <a:pt x="250" y="151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55" y="176"/>
                    <a:pt x="155" y="176"/>
                    <a:pt x="155" y="176"/>
                  </a:cubicBezTo>
                  <a:cubicBezTo>
                    <a:pt x="171" y="176"/>
                    <a:pt x="171" y="176"/>
                    <a:pt x="171" y="176"/>
                  </a:cubicBezTo>
                  <a:cubicBezTo>
                    <a:pt x="171" y="172"/>
                    <a:pt x="171" y="172"/>
                    <a:pt x="171" y="172"/>
                  </a:cubicBezTo>
                  <a:cubicBezTo>
                    <a:pt x="160" y="169"/>
                    <a:pt x="160" y="169"/>
                    <a:pt x="160" y="169"/>
                  </a:cubicBezTo>
                  <a:cubicBezTo>
                    <a:pt x="149" y="156"/>
                    <a:pt x="149" y="156"/>
                    <a:pt x="149" y="156"/>
                  </a:cubicBezTo>
                  <a:cubicBezTo>
                    <a:pt x="245" y="159"/>
                    <a:pt x="245" y="159"/>
                    <a:pt x="245" y="159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5" y="164"/>
                    <a:pt x="255" y="164"/>
                    <a:pt x="255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6" name="Freeform 35"/>
            <p:cNvSpPr>
              <a:spLocks/>
            </p:cNvSpPr>
            <p:nvPr/>
          </p:nvSpPr>
          <p:spPr bwMode="auto">
            <a:xfrm>
              <a:off x="6462713" y="3840163"/>
              <a:ext cx="468313" cy="30163"/>
            </a:xfrm>
            <a:custGeom>
              <a:avLst/>
              <a:gdLst>
                <a:gd name="T0" fmla="*/ 0 w 172"/>
                <a:gd name="T1" fmla="*/ 0 h 11"/>
                <a:gd name="T2" fmla="*/ 165 w 172"/>
                <a:gd name="T3" fmla="*/ 0 h 11"/>
                <a:gd name="T4" fmla="*/ 165 w 172"/>
                <a:gd name="T5" fmla="*/ 10 h 11"/>
                <a:gd name="T6" fmla="*/ 0 w 172"/>
                <a:gd name="T7" fmla="*/ 10 h 11"/>
                <a:gd name="T8" fmla="*/ 0 w 17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1">
                  <a:moveTo>
                    <a:pt x="0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72" y="0"/>
                    <a:pt x="171" y="11"/>
                    <a:pt x="16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7" name="Freeform 36"/>
            <p:cNvSpPr>
              <a:spLocks noEditPoints="1"/>
            </p:cNvSpPr>
            <p:nvPr/>
          </p:nvSpPr>
          <p:spPr bwMode="auto">
            <a:xfrm>
              <a:off x="6310313" y="3695700"/>
              <a:ext cx="703263" cy="317500"/>
            </a:xfrm>
            <a:custGeom>
              <a:avLst/>
              <a:gdLst>
                <a:gd name="T0" fmla="*/ 196 w 258"/>
                <a:gd name="T1" fmla="*/ 0 h 116"/>
                <a:gd name="T2" fmla="*/ 252 w 258"/>
                <a:gd name="T3" fmla="*/ 32 h 116"/>
                <a:gd name="T4" fmla="*/ 258 w 258"/>
                <a:gd name="T5" fmla="*/ 58 h 116"/>
                <a:gd name="T6" fmla="*/ 252 w 258"/>
                <a:gd name="T7" fmla="*/ 85 h 116"/>
                <a:gd name="T8" fmla="*/ 196 w 258"/>
                <a:gd name="T9" fmla="*/ 116 h 116"/>
                <a:gd name="T10" fmla="*/ 4 w 258"/>
                <a:gd name="T11" fmla="*/ 116 h 116"/>
                <a:gd name="T12" fmla="*/ 24 w 258"/>
                <a:gd name="T13" fmla="*/ 58 h 116"/>
                <a:gd name="T14" fmla="*/ 0 w 258"/>
                <a:gd name="T15" fmla="*/ 0 h 116"/>
                <a:gd name="T16" fmla="*/ 196 w 258"/>
                <a:gd name="T17" fmla="*/ 0 h 116"/>
                <a:gd name="T18" fmla="*/ 25 w 258"/>
                <a:gd name="T19" fmla="*/ 105 h 116"/>
                <a:gd name="T20" fmla="*/ 68 w 258"/>
                <a:gd name="T21" fmla="*/ 105 h 116"/>
                <a:gd name="T22" fmla="*/ 68 w 258"/>
                <a:gd name="T23" fmla="*/ 105 h 116"/>
                <a:gd name="T24" fmla="*/ 199 w 258"/>
                <a:gd name="T25" fmla="*/ 105 h 116"/>
                <a:gd name="T26" fmla="*/ 241 w 258"/>
                <a:gd name="T27" fmla="*/ 82 h 116"/>
                <a:gd name="T28" fmla="*/ 246 w 258"/>
                <a:gd name="T29" fmla="*/ 58 h 116"/>
                <a:gd name="T30" fmla="*/ 241 w 258"/>
                <a:gd name="T31" fmla="*/ 35 h 116"/>
                <a:gd name="T32" fmla="*/ 199 w 258"/>
                <a:gd name="T33" fmla="*/ 11 h 116"/>
                <a:gd name="T34" fmla="*/ 25 w 258"/>
                <a:gd name="T35" fmla="*/ 11 h 116"/>
                <a:gd name="T36" fmla="*/ 25 w 258"/>
                <a:gd name="T37" fmla="*/ 10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116">
                  <a:moveTo>
                    <a:pt x="196" y="0"/>
                  </a:moveTo>
                  <a:cubicBezTo>
                    <a:pt x="224" y="0"/>
                    <a:pt x="243" y="13"/>
                    <a:pt x="252" y="32"/>
                  </a:cubicBezTo>
                  <a:cubicBezTo>
                    <a:pt x="256" y="40"/>
                    <a:pt x="258" y="49"/>
                    <a:pt x="258" y="58"/>
                  </a:cubicBezTo>
                  <a:cubicBezTo>
                    <a:pt x="258" y="67"/>
                    <a:pt x="256" y="76"/>
                    <a:pt x="252" y="85"/>
                  </a:cubicBezTo>
                  <a:cubicBezTo>
                    <a:pt x="243" y="103"/>
                    <a:pt x="225" y="116"/>
                    <a:pt x="196" y="116"/>
                  </a:cubicBezTo>
                  <a:cubicBezTo>
                    <a:pt x="4" y="116"/>
                    <a:pt x="4" y="116"/>
                    <a:pt x="4" y="116"/>
                  </a:cubicBezTo>
                  <a:cubicBezTo>
                    <a:pt x="17" y="101"/>
                    <a:pt x="24" y="79"/>
                    <a:pt x="24" y="58"/>
                  </a:cubicBezTo>
                  <a:cubicBezTo>
                    <a:pt x="24" y="33"/>
                    <a:pt x="17" y="16"/>
                    <a:pt x="0" y="0"/>
                  </a:cubicBezTo>
                  <a:cubicBezTo>
                    <a:pt x="196" y="0"/>
                    <a:pt x="196" y="0"/>
                    <a:pt x="196" y="0"/>
                  </a:cubicBezTo>
                  <a:close/>
                  <a:moveTo>
                    <a:pt x="25" y="105"/>
                  </a:moveTo>
                  <a:cubicBezTo>
                    <a:pt x="68" y="105"/>
                    <a:pt x="68" y="105"/>
                    <a:pt x="68" y="105"/>
                  </a:cubicBezTo>
                  <a:cubicBezTo>
                    <a:pt x="68" y="105"/>
                    <a:pt x="68" y="105"/>
                    <a:pt x="68" y="105"/>
                  </a:cubicBezTo>
                  <a:cubicBezTo>
                    <a:pt x="199" y="105"/>
                    <a:pt x="199" y="105"/>
                    <a:pt x="199" y="105"/>
                  </a:cubicBezTo>
                  <a:cubicBezTo>
                    <a:pt x="221" y="105"/>
                    <a:pt x="234" y="97"/>
                    <a:pt x="241" y="82"/>
                  </a:cubicBezTo>
                  <a:cubicBezTo>
                    <a:pt x="245" y="75"/>
                    <a:pt x="246" y="67"/>
                    <a:pt x="246" y="58"/>
                  </a:cubicBezTo>
                  <a:cubicBezTo>
                    <a:pt x="246" y="50"/>
                    <a:pt x="245" y="42"/>
                    <a:pt x="241" y="35"/>
                  </a:cubicBezTo>
                  <a:cubicBezTo>
                    <a:pt x="234" y="20"/>
                    <a:pt x="221" y="11"/>
                    <a:pt x="19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9" y="33"/>
                    <a:pt x="40" y="83"/>
                    <a:pt x="25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>
            <a:extLst>
              <a:ext uri="{FF2B5EF4-FFF2-40B4-BE49-F238E27FC236}">
                <a16:creationId xmlns:a16="http://schemas.microsoft.com/office/drawing/2014/main" id="{B28F5465-C78E-08FD-D463-9F59254ED0B4}"/>
              </a:ext>
            </a:extLst>
          </p:cNvPr>
          <p:cNvSpPr/>
          <p:nvPr/>
        </p:nvSpPr>
        <p:spPr>
          <a:xfrm>
            <a:off x="2960017" y="2196767"/>
            <a:ext cx="56938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endParaRPr lang="zh-CN" altLang="en-US" sz="6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1A76CB-EC26-1602-ECEB-3524D8780E63}"/>
              </a:ext>
            </a:extLst>
          </p:cNvPr>
          <p:cNvSpPr/>
          <p:nvPr/>
        </p:nvSpPr>
        <p:spPr>
          <a:xfrm>
            <a:off x="2982537" y="3464537"/>
            <a:ext cx="56938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endParaRPr lang="zh-CN" altLang="en-US" sz="6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3AC915D-F87B-FACC-9332-0367C2A2CB12}"/>
              </a:ext>
            </a:extLst>
          </p:cNvPr>
          <p:cNvSpPr/>
          <p:nvPr/>
        </p:nvSpPr>
        <p:spPr>
          <a:xfrm>
            <a:off x="2960017" y="4714374"/>
            <a:ext cx="569387" cy="101566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6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endParaRPr lang="zh-CN" altLang="en-US" sz="6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E6B8DE93-3A42-E523-CD39-E9846D0CE051}"/>
              </a:ext>
            </a:extLst>
          </p:cNvPr>
          <p:cNvSpPr/>
          <p:nvPr/>
        </p:nvSpPr>
        <p:spPr>
          <a:xfrm>
            <a:off x="3844922" y="2370378"/>
            <a:ext cx="4635690" cy="6469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个人</a:t>
            </a:r>
            <a:r>
              <a:rPr kumimoji="1"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</a:rPr>
              <a:t>bg</a:t>
            </a:r>
            <a:r>
              <a:rPr kumimoji="1"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介绍</a:t>
            </a:r>
          </a:p>
        </p:txBody>
      </p:sp>
      <p:sp>
        <p:nvSpPr>
          <p:cNvPr id="49" name="矩形: 圆角 48">
            <a:extLst>
              <a:ext uri="{FF2B5EF4-FFF2-40B4-BE49-F238E27FC236}">
                <a16:creationId xmlns:a16="http://schemas.microsoft.com/office/drawing/2014/main" id="{5EA32B74-6ACC-63EA-3083-41AEEAD52918}"/>
              </a:ext>
            </a:extLst>
          </p:cNvPr>
          <p:cNvSpPr/>
          <p:nvPr/>
        </p:nvSpPr>
        <p:spPr>
          <a:xfrm>
            <a:off x="3844921" y="3666167"/>
            <a:ext cx="4635689" cy="6469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保研全过程收录</a:t>
            </a:r>
          </a:p>
        </p:txBody>
      </p:sp>
      <p:sp>
        <p:nvSpPr>
          <p:cNvPr id="50" name="矩形: 圆角 49">
            <a:extLst>
              <a:ext uri="{FF2B5EF4-FFF2-40B4-BE49-F238E27FC236}">
                <a16:creationId xmlns:a16="http://schemas.microsoft.com/office/drawing/2014/main" id="{E785B376-E252-9E75-EC04-DB69B445905D}"/>
              </a:ext>
            </a:extLst>
          </p:cNvPr>
          <p:cNvSpPr/>
          <p:nvPr/>
        </p:nvSpPr>
        <p:spPr>
          <a:xfrm>
            <a:off x="3844922" y="4919466"/>
            <a:ext cx="4635688" cy="646986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kumimoji="1" lang="zh-CN" altLang="en-US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经验集锦</a:t>
            </a:r>
          </a:p>
        </p:txBody>
      </p:sp>
    </p:spTree>
    <p:extLst>
      <p:ext uri="{BB962C8B-B14F-4D97-AF65-F5344CB8AC3E}">
        <p14:creationId xmlns:p14="http://schemas.microsoft.com/office/powerpoint/2010/main" val="3168372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-19050" y="3606953"/>
            <a:ext cx="3856733" cy="3251047"/>
          </a:xfrm>
          <a:prstGeom prst="rtTriangle">
            <a:avLst/>
          </a:prstGeom>
          <a:noFill/>
          <a:ln w="6350"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2816881" y="2346833"/>
            <a:ext cx="6558238" cy="1920367"/>
            <a:chOff x="-16250" y="91776"/>
            <a:chExt cx="3687347" cy="1079733"/>
          </a:xfrm>
        </p:grpSpPr>
        <p:sp>
          <p:nvSpPr>
            <p:cNvPr id="5" name="矩形 1"/>
            <p:cNvSpPr>
              <a:spLocks noChangeArrowheads="1"/>
            </p:cNvSpPr>
            <p:nvPr/>
          </p:nvSpPr>
          <p:spPr bwMode="auto">
            <a:xfrm>
              <a:off x="406401" y="402253"/>
              <a:ext cx="3120915" cy="638628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44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个人背景介绍</a:t>
              </a:r>
            </a:p>
          </p:txBody>
        </p:sp>
        <p:sp>
          <p:nvSpPr>
            <p:cNvPr id="6" name="矩形 45"/>
            <p:cNvSpPr>
              <a:spLocks noChangeArrowheads="1"/>
            </p:cNvSpPr>
            <p:nvPr/>
          </p:nvSpPr>
          <p:spPr bwMode="auto">
            <a:xfrm>
              <a:off x="-16250" y="91776"/>
              <a:ext cx="584653" cy="569264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endPara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" name="矩形 46"/>
            <p:cNvSpPr>
              <a:spLocks noChangeArrowheads="1"/>
            </p:cNvSpPr>
            <p:nvPr/>
          </p:nvSpPr>
          <p:spPr bwMode="auto">
            <a:xfrm>
              <a:off x="3435568" y="924766"/>
              <a:ext cx="235529" cy="246743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4400" b="1">
                <a:solidFill>
                  <a:srgbClr val="FFFFFF"/>
                </a:solidFill>
              </a:endParaRPr>
            </a:p>
          </p:txBody>
        </p:sp>
      </p:grpSp>
      <p:sp>
        <p:nvSpPr>
          <p:cNvPr id="12" name="直角三角形 11"/>
          <p:cNvSpPr/>
          <p:nvPr/>
        </p:nvSpPr>
        <p:spPr>
          <a:xfrm>
            <a:off x="0" y="426720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直角三角形 12"/>
          <p:cNvSpPr/>
          <p:nvPr/>
        </p:nvSpPr>
        <p:spPr>
          <a:xfrm rot="10800000">
            <a:off x="9165665" y="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59315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/>
        </p:nvGrpSpPr>
        <p:grpSpPr>
          <a:xfrm>
            <a:off x="4637983" y="4642657"/>
            <a:ext cx="2916034" cy="2921616"/>
            <a:chOff x="4438650" y="1768475"/>
            <a:chExt cx="3317875" cy="3324225"/>
          </a:xfrm>
          <a:solidFill>
            <a:srgbClr val="002060">
              <a:alpha val="10000"/>
            </a:srgbClr>
          </a:solidFill>
        </p:grpSpPr>
        <p:sp>
          <p:nvSpPr>
            <p:cNvPr id="13" name="Freeform 5"/>
            <p:cNvSpPr>
              <a:spLocks noEditPoints="1"/>
            </p:cNvSpPr>
            <p:nvPr/>
          </p:nvSpPr>
          <p:spPr bwMode="auto">
            <a:xfrm>
              <a:off x="4713288" y="2043113"/>
              <a:ext cx="2768600" cy="2773363"/>
            </a:xfrm>
            <a:custGeom>
              <a:avLst/>
              <a:gdLst>
                <a:gd name="T0" fmla="*/ 509 w 1017"/>
                <a:gd name="T1" fmla="*/ 0 h 1017"/>
                <a:gd name="T2" fmla="*/ 1017 w 1017"/>
                <a:gd name="T3" fmla="*/ 508 h 1017"/>
                <a:gd name="T4" fmla="*/ 509 w 1017"/>
                <a:gd name="T5" fmla="*/ 1017 h 1017"/>
                <a:gd name="T6" fmla="*/ 0 w 1017"/>
                <a:gd name="T7" fmla="*/ 508 h 1017"/>
                <a:gd name="T8" fmla="*/ 509 w 1017"/>
                <a:gd name="T9" fmla="*/ 0 h 1017"/>
                <a:gd name="T10" fmla="*/ 509 w 1017"/>
                <a:gd name="T11" fmla="*/ 14 h 1017"/>
                <a:gd name="T12" fmla="*/ 14 w 1017"/>
                <a:gd name="T13" fmla="*/ 508 h 1017"/>
                <a:gd name="T14" fmla="*/ 509 w 1017"/>
                <a:gd name="T15" fmla="*/ 1003 h 1017"/>
                <a:gd name="T16" fmla="*/ 1003 w 1017"/>
                <a:gd name="T17" fmla="*/ 508 h 1017"/>
                <a:gd name="T18" fmla="*/ 509 w 1017"/>
                <a:gd name="T19" fmla="*/ 14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7" h="1017">
                  <a:moveTo>
                    <a:pt x="509" y="0"/>
                  </a:moveTo>
                  <a:cubicBezTo>
                    <a:pt x="789" y="0"/>
                    <a:pt x="1017" y="228"/>
                    <a:pt x="1017" y="508"/>
                  </a:cubicBezTo>
                  <a:cubicBezTo>
                    <a:pt x="1017" y="788"/>
                    <a:pt x="789" y="1017"/>
                    <a:pt x="509" y="1017"/>
                  </a:cubicBezTo>
                  <a:cubicBezTo>
                    <a:pt x="229" y="1017"/>
                    <a:pt x="0" y="788"/>
                    <a:pt x="0" y="508"/>
                  </a:cubicBezTo>
                  <a:cubicBezTo>
                    <a:pt x="0" y="228"/>
                    <a:pt x="229" y="0"/>
                    <a:pt x="509" y="0"/>
                  </a:cubicBezTo>
                  <a:close/>
                  <a:moveTo>
                    <a:pt x="509" y="14"/>
                  </a:moveTo>
                  <a:cubicBezTo>
                    <a:pt x="236" y="14"/>
                    <a:pt x="14" y="236"/>
                    <a:pt x="14" y="508"/>
                  </a:cubicBezTo>
                  <a:cubicBezTo>
                    <a:pt x="14" y="781"/>
                    <a:pt x="236" y="1003"/>
                    <a:pt x="509" y="1003"/>
                  </a:cubicBezTo>
                  <a:cubicBezTo>
                    <a:pt x="781" y="1003"/>
                    <a:pt x="1003" y="781"/>
                    <a:pt x="1003" y="508"/>
                  </a:cubicBezTo>
                  <a:cubicBezTo>
                    <a:pt x="1003" y="236"/>
                    <a:pt x="781" y="14"/>
                    <a:pt x="50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Freeform 6"/>
            <p:cNvSpPr>
              <a:spLocks noEditPoints="1"/>
            </p:cNvSpPr>
            <p:nvPr/>
          </p:nvSpPr>
          <p:spPr bwMode="auto">
            <a:xfrm>
              <a:off x="4438650" y="1768475"/>
              <a:ext cx="3317875" cy="3324225"/>
            </a:xfrm>
            <a:custGeom>
              <a:avLst/>
              <a:gdLst>
                <a:gd name="T0" fmla="*/ 413 w 1219"/>
                <a:gd name="T1" fmla="*/ 1106 h 1219"/>
                <a:gd name="T2" fmla="*/ 275 w 1219"/>
                <a:gd name="T3" fmla="*/ 1080 h 1219"/>
                <a:gd name="T4" fmla="*/ 139 w 1219"/>
                <a:gd name="T5" fmla="*/ 929 h 1219"/>
                <a:gd name="T6" fmla="*/ 127 w 1219"/>
                <a:gd name="T7" fmla="*/ 843 h 1219"/>
                <a:gd name="T8" fmla="*/ 0 w 1219"/>
                <a:gd name="T9" fmla="*/ 609 h 1219"/>
                <a:gd name="T10" fmla="*/ 51 w 1219"/>
                <a:gd name="T11" fmla="*/ 503 h 1219"/>
                <a:gd name="T12" fmla="*/ 113 w 1219"/>
                <a:gd name="T13" fmla="*/ 414 h 1219"/>
                <a:gd name="T14" fmla="*/ 119 w 1219"/>
                <a:gd name="T15" fmla="*/ 399 h 1219"/>
                <a:gd name="T16" fmla="*/ 262 w 1219"/>
                <a:gd name="T17" fmla="*/ 139 h 1219"/>
                <a:gd name="T18" fmla="*/ 359 w 1219"/>
                <a:gd name="T19" fmla="*/ 131 h 1219"/>
                <a:gd name="T20" fmla="*/ 610 w 1219"/>
                <a:gd name="T21" fmla="*/ 0 h 1219"/>
                <a:gd name="T22" fmla="*/ 716 w 1219"/>
                <a:gd name="T23" fmla="*/ 50 h 1219"/>
                <a:gd name="T24" fmla="*/ 721 w 1219"/>
                <a:gd name="T25" fmla="*/ 55 h 1219"/>
                <a:gd name="T26" fmla="*/ 944 w 1219"/>
                <a:gd name="T27" fmla="*/ 138 h 1219"/>
                <a:gd name="T28" fmla="*/ 1080 w 1219"/>
                <a:gd name="T29" fmla="*/ 275 h 1219"/>
                <a:gd name="T30" fmla="*/ 1097 w 1219"/>
                <a:gd name="T31" fmla="*/ 391 h 1219"/>
                <a:gd name="T32" fmla="*/ 1179 w 1219"/>
                <a:gd name="T33" fmla="*/ 513 h 1219"/>
                <a:gd name="T34" fmla="*/ 1179 w 1219"/>
                <a:gd name="T35" fmla="*/ 706 h 1219"/>
                <a:gd name="T36" fmla="*/ 1116 w 1219"/>
                <a:gd name="T37" fmla="*/ 786 h 1219"/>
                <a:gd name="T38" fmla="*/ 1041 w 1219"/>
                <a:gd name="T39" fmla="*/ 1040 h 1219"/>
                <a:gd name="T40" fmla="*/ 930 w 1219"/>
                <a:gd name="T41" fmla="*/ 1080 h 1219"/>
                <a:gd name="T42" fmla="*/ 921 w 1219"/>
                <a:gd name="T43" fmla="*/ 1080 h 1219"/>
                <a:gd name="T44" fmla="*/ 830 w 1219"/>
                <a:gd name="T45" fmla="*/ 1096 h 1219"/>
                <a:gd name="T46" fmla="*/ 808 w 1219"/>
                <a:gd name="T47" fmla="*/ 1105 h 1219"/>
                <a:gd name="T48" fmla="*/ 518 w 1219"/>
                <a:gd name="T49" fmla="*/ 1183 h 1219"/>
                <a:gd name="T50" fmla="*/ 816 w 1219"/>
                <a:gd name="T51" fmla="*/ 131 h 1219"/>
                <a:gd name="T52" fmla="*/ 718 w 1219"/>
                <a:gd name="T53" fmla="*/ 70 h 1219"/>
                <a:gd name="T54" fmla="*/ 520 w 1219"/>
                <a:gd name="T55" fmla="*/ 51 h 1219"/>
                <a:gd name="T56" fmla="*/ 406 w 1219"/>
                <a:gd name="T57" fmla="*/ 130 h 1219"/>
                <a:gd name="T58" fmla="*/ 263 w 1219"/>
                <a:gd name="T59" fmla="*/ 152 h 1219"/>
                <a:gd name="T60" fmla="*/ 152 w 1219"/>
                <a:gd name="T61" fmla="*/ 293 h 1219"/>
                <a:gd name="T62" fmla="*/ 123 w 1219"/>
                <a:gd name="T63" fmla="*/ 424 h 1219"/>
                <a:gd name="T64" fmla="*/ 68 w 1219"/>
                <a:gd name="T65" fmla="*/ 503 h 1219"/>
                <a:gd name="T66" fmla="*/ 14 w 1219"/>
                <a:gd name="T67" fmla="*/ 609 h 1219"/>
                <a:gd name="T68" fmla="*/ 62 w 1219"/>
                <a:gd name="T69" fmla="*/ 709 h 1219"/>
                <a:gd name="T70" fmla="*/ 152 w 1219"/>
                <a:gd name="T71" fmla="*/ 914 h 1219"/>
                <a:gd name="T72" fmla="*/ 151 w 1219"/>
                <a:gd name="T73" fmla="*/ 941 h 1219"/>
                <a:gd name="T74" fmla="*/ 293 w 1219"/>
                <a:gd name="T75" fmla="*/ 1067 h 1219"/>
                <a:gd name="T76" fmla="*/ 424 w 1219"/>
                <a:gd name="T77" fmla="*/ 1096 h 1219"/>
                <a:gd name="T78" fmla="*/ 700 w 1219"/>
                <a:gd name="T79" fmla="*/ 1167 h 1219"/>
                <a:gd name="T80" fmla="*/ 815 w 1219"/>
                <a:gd name="T81" fmla="*/ 1088 h 1219"/>
                <a:gd name="T82" fmla="*/ 915 w 1219"/>
                <a:gd name="T83" fmla="*/ 1067 h 1219"/>
                <a:gd name="T84" fmla="*/ 919 w 1219"/>
                <a:gd name="T85" fmla="*/ 1067 h 1219"/>
                <a:gd name="T86" fmla="*/ 1068 w 1219"/>
                <a:gd name="T87" fmla="*/ 926 h 1219"/>
                <a:gd name="T88" fmla="*/ 1149 w 1219"/>
                <a:gd name="T89" fmla="*/ 718 h 1219"/>
                <a:gd name="T90" fmla="*/ 1168 w 1219"/>
                <a:gd name="T91" fmla="*/ 699 h 1219"/>
                <a:gd name="T92" fmla="*/ 1157 w 1219"/>
                <a:gd name="T93" fmla="*/ 509 h 1219"/>
                <a:gd name="T94" fmla="*/ 1089 w 1219"/>
                <a:gd name="T95" fmla="*/ 405 h 1219"/>
                <a:gd name="T96" fmla="*/ 941 w 1219"/>
                <a:gd name="T97" fmla="*/ 151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9" h="1219">
                  <a:moveTo>
                    <a:pt x="482" y="1149"/>
                  </a:moveTo>
                  <a:cubicBezTo>
                    <a:pt x="462" y="1132"/>
                    <a:pt x="439" y="1117"/>
                    <a:pt x="414" y="1106"/>
                  </a:cubicBezTo>
                  <a:cubicBezTo>
                    <a:pt x="414" y="1106"/>
                    <a:pt x="414" y="1106"/>
                    <a:pt x="414" y="1106"/>
                  </a:cubicBezTo>
                  <a:cubicBezTo>
                    <a:pt x="414" y="1106"/>
                    <a:pt x="413" y="1106"/>
                    <a:pt x="413" y="1106"/>
                  </a:cubicBezTo>
                  <a:cubicBezTo>
                    <a:pt x="413" y="1106"/>
                    <a:pt x="413" y="1106"/>
                    <a:pt x="413" y="1106"/>
                  </a:cubicBezTo>
                  <a:cubicBezTo>
                    <a:pt x="408" y="1104"/>
                    <a:pt x="404" y="1102"/>
                    <a:pt x="399" y="1100"/>
                  </a:cubicBezTo>
                  <a:cubicBezTo>
                    <a:pt x="360" y="1085"/>
                    <a:pt x="317" y="1078"/>
                    <a:pt x="275" y="1080"/>
                  </a:cubicBezTo>
                  <a:cubicBezTo>
                    <a:pt x="275" y="1080"/>
                    <a:pt x="275" y="1080"/>
                    <a:pt x="275" y="1080"/>
                  </a:cubicBezTo>
                  <a:cubicBezTo>
                    <a:pt x="238" y="1080"/>
                    <a:pt x="204" y="1065"/>
                    <a:pt x="179" y="1040"/>
                  </a:cubicBezTo>
                  <a:cubicBezTo>
                    <a:pt x="154" y="1016"/>
                    <a:pt x="139" y="982"/>
                    <a:pt x="139" y="944"/>
                  </a:cubicBezTo>
                  <a:cubicBezTo>
                    <a:pt x="139" y="944"/>
                    <a:pt x="139" y="944"/>
                    <a:pt x="139" y="944"/>
                  </a:cubicBezTo>
                  <a:cubicBezTo>
                    <a:pt x="139" y="939"/>
                    <a:pt x="139" y="934"/>
                    <a:pt x="139" y="929"/>
                  </a:cubicBezTo>
                  <a:cubicBezTo>
                    <a:pt x="139" y="929"/>
                    <a:pt x="139" y="929"/>
                    <a:pt x="139" y="929"/>
                  </a:cubicBezTo>
                  <a:cubicBezTo>
                    <a:pt x="139" y="928"/>
                    <a:pt x="139" y="927"/>
                    <a:pt x="139" y="925"/>
                  </a:cubicBezTo>
                  <a:cubicBezTo>
                    <a:pt x="139" y="925"/>
                    <a:pt x="139" y="924"/>
                    <a:pt x="139" y="924"/>
                  </a:cubicBezTo>
                  <a:cubicBezTo>
                    <a:pt x="139" y="897"/>
                    <a:pt x="135" y="869"/>
                    <a:pt x="127" y="843"/>
                  </a:cubicBezTo>
                  <a:cubicBezTo>
                    <a:pt x="123" y="831"/>
                    <a:pt x="119" y="819"/>
                    <a:pt x="114" y="807"/>
                  </a:cubicBezTo>
                  <a:cubicBezTo>
                    <a:pt x="97" y="768"/>
                    <a:pt x="71" y="734"/>
                    <a:pt x="40" y="706"/>
                  </a:cubicBezTo>
                  <a:cubicBezTo>
                    <a:pt x="40" y="706"/>
                    <a:pt x="40" y="706"/>
                    <a:pt x="40" y="706"/>
                  </a:cubicBezTo>
                  <a:cubicBezTo>
                    <a:pt x="14" y="679"/>
                    <a:pt x="0" y="644"/>
                    <a:pt x="0" y="609"/>
                  </a:cubicBezTo>
                  <a:cubicBezTo>
                    <a:pt x="0" y="575"/>
                    <a:pt x="14" y="540"/>
                    <a:pt x="40" y="513"/>
                  </a:cubicBezTo>
                  <a:cubicBezTo>
                    <a:pt x="40" y="513"/>
                    <a:pt x="40" y="513"/>
                    <a:pt x="40" y="513"/>
                  </a:cubicBezTo>
                  <a:cubicBezTo>
                    <a:pt x="44" y="510"/>
                    <a:pt x="47" y="506"/>
                    <a:pt x="51" y="503"/>
                  </a:cubicBezTo>
                  <a:cubicBezTo>
                    <a:pt x="51" y="503"/>
                    <a:pt x="51" y="503"/>
                    <a:pt x="51" y="503"/>
                  </a:cubicBezTo>
                  <a:cubicBezTo>
                    <a:pt x="52" y="502"/>
                    <a:pt x="53" y="501"/>
                    <a:pt x="54" y="500"/>
                  </a:cubicBezTo>
                  <a:cubicBezTo>
                    <a:pt x="54" y="500"/>
                    <a:pt x="54" y="500"/>
                    <a:pt x="54" y="500"/>
                  </a:cubicBezTo>
                  <a:cubicBezTo>
                    <a:pt x="54" y="500"/>
                    <a:pt x="54" y="500"/>
                    <a:pt x="54" y="499"/>
                  </a:cubicBezTo>
                  <a:cubicBezTo>
                    <a:pt x="79" y="475"/>
                    <a:pt x="98" y="446"/>
                    <a:pt x="113" y="414"/>
                  </a:cubicBezTo>
                  <a:cubicBezTo>
                    <a:pt x="113" y="414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5" y="408"/>
                    <a:pt x="117" y="403"/>
                    <a:pt x="119" y="399"/>
                  </a:cubicBezTo>
                  <a:cubicBezTo>
                    <a:pt x="134" y="359"/>
                    <a:pt x="141" y="317"/>
                    <a:pt x="139" y="275"/>
                  </a:cubicBezTo>
                  <a:cubicBezTo>
                    <a:pt x="139" y="275"/>
                    <a:pt x="139" y="275"/>
                    <a:pt x="139" y="275"/>
                  </a:cubicBezTo>
                  <a:cubicBezTo>
                    <a:pt x="139" y="237"/>
                    <a:pt x="154" y="203"/>
                    <a:pt x="179" y="179"/>
                  </a:cubicBezTo>
                  <a:cubicBezTo>
                    <a:pt x="200" y="157"/>
                    <a:pt x="229" y="142"/>
                    <a:pt x="262" y="139"/>
                  </a:cubicBezTo>
                  <a:cubicBezTo>
                    <a:pt x="271" y="138"/>
                    <a:pt x="280" y="139"/>
                    <a:pt x="290" y="139"/>
                  </a:cubicBezTo>
                  <a:cubicBezTo>
                    <a:pt x="290" y="139"/>
                    <a:pt x="290" y="139"/>
                    <a:pt x="290" y="139"/>
                  </a:cubicBezTo>
                  <a:cubicBezTo>
                    <a:pt x="294" y="139"/>
                    <a:pt x="298" y="139"/>
                    <a:pt x="302" y="139"/>
                  </a:cubicBezTo>
                  <a:cubicBezTo>
                    <a:pt x="321" y="138"/>
                    <a:pt x="340" y="135"/>
                    <a:pt x="359" y="131"/>
                  </a:cubicBezTo>
                  <a:cubicBezTo>
                    <a:pt x="377" y="127"/>
                    <a:pt x="395" y="121"/>
                    <a:pt x="412" y="114"/>
                  </a:cubicBezTo>
                  <a:cubicBezTo>
                    <a:pt x="450" y="96"/>
                    <a:pt x="485" y="71"/>
                    <a:pt x="513" y="40"/>
                  </a:cubicBezTo>
                  <a:cubicBezTo>
                    <a:pt x="513" y="40"/>
                    <a:pt x="513" y="40"/>
                    <a:pt x="513" y="40"/>
                  </a:cubicBezTo>
                  <a:cubicBezTo>
                    <a:pt x="540" y="13"/>
                    <a:pt x="575" y="0"/>
                    <a:pt x="610" y="0"/>
                  </a:cubicBezTo>
                  <a:cubicBezTo>
                    <a:pt x="644" y="0"/>
                    <a:pt x="679" y="13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9" y="44"/>
                    <a:pt x="713" y="47"/>
                    <a:pt x="716" y="51"/>
                  </a:cubicBezTo>
                  <a:cubicBezTo>
                    <a:pt x="716" y="50"/>
                    <a:pt x="716" y="50"/>
                    <a:pt x="716" y="50"/>
                  </a:cubicBezTo>
                  <a:cubicBezTo>
                    <a:pt x="717" y="51"/>
                    <a:pt x="718" y="52"/>
                    <a:pt x="719" y="53"/>
                  </a:cubicBezTo>
                  <a:cubicBezTo>
                    <a:pt x="719" y="54"/>
                    <a:pt x="719" y="54"/>
                    <a:pt x="720" y="54"/>
                  </a:cubicBezTo>
                  <a:cubicBezTo>
                    <a:pt x="720" y="54"/>
                    <a:pt x="720" y="54"/>
                    <a:pt x="720" y="54"/>
                  </a:cubicBezTo>
                  <a:cubicBezTo>
                    <a:pt x="720" y="54"/>
                    <a:pt x="720" y="55"/>
                    <a:pt x="721" y="55"/>
                  </a:cubicBezTo>
                  <a:cubicBezTo>
                    <a:pt x="721" y="55"/>
                    <a:pt x="721" y="56"/>
                    <a:pt x="721" y="56"/>
                  </a:cubicBezTo>
                  <a:cubicBezTo>
                    <a:pt x="742" y="76"/>
                    <a:pt x="766" y="93"/>
                    <a:pt x="793" y="106"/>
                  </a:cubicBezTo>
                  <a:cubicBezTo>
                    <a:pt x="802" y="111"/>
                    <a:pt x="811" y="115"/>
                    <a:pt x="820" y="119"/>
                  </a:cubicBezTo>
                  <a:cubicBezTo>
                    <a:pt x="860" y="134"/>
                    <a:pt x="902" y="141"/>
                    <a:pt x="944" y="138"/>
                  </a:cubicBezTo>
                  <a:cubicBezTo>
                    <a:pt x="944" y="138"/>
                    <a:pt x="944" y="138"/>
                    <a:pt x="944" y="138"/>
                  </a:cubicBezTo>
                  <a:cubicBezTo>
                    <a:pt x="982" y="138"/>
                    <a:pt x="1016" y="154"/>
                    <a:pt x="1040" y="178"/>
                  </a:cubicBezTo>
                  <a:cubicBezTo>
                    <a:pt x="1065" y="203"/>
                    <a:pt x="1080" y="237"/>
                    <a:pt x="1080" y="275"/>
                  </a:cubicBezTo>
                  <a:cubicBezTo>
                    <a:pt x="1080" y="275"/>
                    <a:pt x="1080" y="275"/>
                    <a:pt x="1080" y="275"/>
                  </a:cubicBezTo>
                  <a:cubicBezTo>
                    <a:pt x="1080" y="288"/>
                    <a:pt x="1080" y="301"/>
                    <a:pt x="1081" y="315"/>
                  </a:cubicBezTo>
                  <a:cubicBezTo>
                    <a:pt x="1083" y="340"/>
                    <a:pt x="1088" y="365"/>
                    <a:pt x="1096" y="389"/>
                  </a:cubicBezTo>
                  <a:cubicBezTo>
                    <a:pt x="1097" y="389"/>
                    <a:pt x="1097" y="390"/>
                    <a:pt x="1097" y="390"/>
                  </a:cubicBezTo>
                  <a:cubicBezTo>
                    <a:pt x="1097" y="390"/>
                    <a:pt x="1097" y="391"/>
                    <a:pt x="1097" y="391"/>
                  </a:cubicBezTo>
                  <a:cubicBezTo>
                    <a:pt x="1097" y="391"/>
                    <a:pt x="1098" y="392"/>
                    <a:pt x="1098" y="392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100" y="399"/>
                    <a:pt x="1103" y="405"/>
                    <a:pt x="1105" y="411"/>
                  </a:cubicBezTo>
                  <a:cubicBezTo>
                    <a:pt x="1123" y="450"/>
                    <a:pt x="1148" y="485"/>
                    <a:pt x="1179" y="513"/>
                  </a:cubicBezTo>
                  <a:cubicBezTo>
                    <a:pt x="1179" y="513"/>
                    <a:pt x="1179" y="513"/>
                    <a:pt x="1179" y="513"/>
                  </a:cubicBezTo>
                  <a:cubicBezTo>
                    <a:pt x="1206" y="539"/>
                    <a:pt x="1219" y="574"/>
                    <a:pt x="1219" y="609"/>
                  </a:cubicBezTo>
                  <a:cubicBezTo>
                    <a:pt x="1219" y="644"/>
                    <a:pt x="1206" y="679"/>
                    <a:pt x="1179" y="706"/>
                  </a:cubicBezTo>
                  <a:cubicBezTo>
                    <a:pt x="1179" y="706"/>
                    <a:pt x="1179" y="706"/>
                    <a:pt x="1179" y="706"/>
                  </a:cubicBezTo>
                  <a:cubicBezTo>
                    <a:pt x="1175" y="709"/>
                    <a:pt x="1172" y="712"/>
                    <a:pt x="1168" y="716"/>
                  </a:cubicBezTo>
                  <a:cubicBezTo>
                    <a:pt x="1168" y="716"/>
                    <a:pt x="1168" y="716"/>
                    <a:pt x="1168" y="716"/>
                  </a:cubicBezTo>
                  <a:cubicBezTo>
                    <a:pt x="1168" y="717"/>
                    <a:pt x="1167" y="717"/>
                    <a:pt x="1166" y="718"/>
                  </a:cubicBezTo>
                  <a:cubicBezTo>
                    <a:pt x="1146" y="738"/>
                    <a:pt x="1129" y="761"/>
                    <a:pt x="1116" y="786"/>
                  </a:cubicBezTo>
                  <a:cubicBezTo>
                    <a:pt x="1110" y="797"/>
                    <a:pt x="1105" y="808"/>
                    <a:pt x="1100" y="820"/>
                  </a:cubicBezTo>
                  <a:cubicBezTo>
                    <a:pt x="1085" y="859"/>
                    <a:pt x="1078" y="902"/>
                    <a:pt x="1081" y="944"/>
                  </a:cubicBezTo>
                  <a:cubicBezTo>
                    <a:pt x="1081" y="944"/>
                    <a:pt x="1081" y="944"/>
                    <a:pt x="1081" y="944"/>
                  </a:cubicBezTo>
                  <a:cubicBezTo>
                    <a:pt x="1081" y="981"/>
                    <a:pt x="1065" y="1015"/>
                    <a:pt x="1041" y="1040"/>
                  </a:cubicBezTo>
                  <a:cubicBezTo>
                    <a:pt x="1016" y="1065"/>
                    <a:pt x="982" y="1080"/>
                    <a:pt x="944" y="1080"/>
                  </a:cubicBezTo>
                  <a:cubicBezTo>
                    <a:pt x="944" y="1080"/>
                    <a:pt x="944" y="1080"/>
                    <a:pt x="944" y="1080"/>
                  </a:cubicBezTo>
                  <a:cubicBezTo>
                    <a:pt x="939" y="1080"/>
                    <a:pt x="934" y="1080"/>
                    <a:pt x="930" y="1080"/>
                  </a:cubicBezTo>
                  <a:cubicBezTo>
                    <a:pt x="930" y="1080"/>
                    <a:pt x="930" y="1080"/>
                    <a:pt x="930" y="1080"/>
                  </a:cubicBezTo>
                  <a:cubicBezTo>
                    <a:pt x="928" y="1080"/>
                    <a:pt x="925" y="1080"/>
                    <a:pt x="923" y="1080"/>
                  </a:cubicBezTo>
                  <a:cubicBezTo>
                    <a:pt x="923" y="1080"/>
                    <a:pt x="923" y="1080"/>
                    <a:pt x="922" y="1080"/>
                  </a:cubicBezTo>
                  <a:cubicBezTo>
                    <a:pt x="922" y="1080"/>
                    <a:pt x="922" y="1080"/>
                    <a:pt x="922" y="1080"/>
                  </a:cubicBezTo>
                  <a:cubicBezTo>
                    <a:pt x="922" y="1080"/>
                    <a:pt x="921" y="1080"/>
                    <a:pt x="921" y="1080"/>
                  </a:cubicBezTo>
                  <a:cubicBezTo>
                    <a:pt x="921" y="1080"/>
                    <a:pt x="921" y="1080"/>
                    <a:pt x="921" y="1080"/>
                  </a:cubicBezTo>
                  <a:cubicBezTo>
                    <a:pt x="920" y="1080"/>
                    <a:pt x="920" y="1080"/>
                    <a:pt x="919" y="1080"/>
                  </a:cubicBezTo>
                  <a:cubicBezTo>
                    <a:pt x="919" y="1080"/>
                    <a:pt x="919" y="1080"/>
                    <a:pt x="919" y="1080"/>
                  </a:cubicBezTo>
                  <a:cubicBezTo>
                    <a:pt x="889" y="1081"/>
                    <a:pt x="859" y="1086"/>
                    <a:pt x="830" y="1096"/>
                  </a:cubicBezTo>
                  <a:cubicBezTo>
                    <a:pt x="830" y="1096"/>
                    <a:pt x="830" y="1096"/>
                    <a:pt x="830" y="1096"/>
                  </a:cubicBezTo>
                  <a:cubicBezTo>
                    <a:pt x="829" y="1096"/>
                    <a:pt x="829" y="1097"/>
                    <a:pt x="829" y="1097"/>
                  </a:cubicBezTo>
                  <a:cubicBezTo>
                    <a:pt x="829" y="1097"/>
                    <a:pt x="829" y="1097"/>
                    <a:pt x="829" y="1097"/>
                  </a:cubicBezTo>
                  <a:cubicBezTo>
                    <a:pt x="822" y="1099"/>
                    <a:pt x="815" y="1102"/>
                    <a:pt x="808" y="1105"/>
                  </a:cubicBezTo>
                  <a:cubicBezTo>
                    <a:pt x="769" y="1122"/>
                    <a:pt x="734" y="1148"/>
                    <a:pt x="706" y="1179"/>
                  </a:cubicBezTo>
                  <a:cubicBezTo>
                    <a:pt x="706" y="1179"/>
                    <a:pt x="706" y="1179"/>
                    <a:pt x="706" y="1179"/>
                  </a:cubicBezTo>
                  <a:cubicBezTo>
                    <a:pt x="680" y="1205"/>
                    <a:pt x="645" y="1219"/>
                    <a:pt x="610" y="1219"/>
                  </a:cubicBezTo>
                  <a:cubicBezTo>
                    <a:pt x="577" y="1219"/>
                    <a:pt x="544" y="1207"/>
                    <a:pt x="518" y="1183"/>
                  </a:cubicBezTo>
                  <a:cubicBezTo>
                    <a:pt x="506" y="1172"/>
                    <a:pt x="495" y="1160"/>
                    <a:pt x="482" y="1149"/>
                  </a:cubicBezTo>
                  <a:close/>
                  <a:moveTo>
                    <a:pt x="926" y="151"/>
                  </a:moveTo>
                  <a:cubicBezTo>
                    <a:pt x="926" y="151"/>
                    <a:pt x="926" y="151"/>
                    <a:pt x="926" y="151"/>
                  </a:cubicBezTo>
                  <a:cubicBezTo>
                    <a:pt x="887" y="152"/>
                    <a:pt x="850" y="145"/>
                    <a:pt x="816" y="131"/>
                  </a:cubicBezTo>
                  <a:cubicBezTo>
                    <a:pt x="806" y="127"/>
                    <a:pt x="795" y="123"/>
                    <a:pt x="785" y="117"/>
                  </a:cubicBezTo>
                  <a:cubicBezTo>
                    <a:pt x="761" y="105"/>
                    <a:pt x="739" y="90"/>
                    <a:pt x="719" y="71"/>
                  </a:cubicBezTo>
                  <a:cubicBezTo>
                    <a:pt x="719" y="71"/>
                    <a:pt x="719" y="70"/>
                    <a:pt x="718" y="70"/>
                  </a:cubicBezTo>
                  <a:cubicBezTo>
                    <a:pt x="718" y="70"/>
                    <a:pt x="718" y="70"/>
                    <a:pt x="718" y="70"/>
                  </a:cubicBezTo>
                  <a:cubicBezTo>
                    <a:pt x="712" y="64"/>
                    <a:pt x="705" y="58"/>
                    <a:pt x="699" y="51"/>
                  </a:cubicBezTo>
                  <a:cubicBezTo>
                    <a:pt x="675" y="26"/>
                    <a:pt x="642" y="14"/>
                    <a:pt x="610" y="14"/>
                  </a:cubicBezTo>
                  <a:cubicBezTo>
                    <a:pt x="577" y="14"/>
                    <a:pt x="544" y="26"/>
                    <a:pt x="520" y="51"/>
                  </a:cubicBezTo>
                  <a:cubicBezTo>
                    <a:pt x="520" y="51"/>
                    <a:pt x="520" y="51"/>
                    <a:pt x="520" y="51"/>
                  </a:cubicBezTo>
                  <a:cubicBezTo>
                    <a:pt x="517" y="55"/>
                    <a:pt x="513" y="58"/>
                    <a:pt x="510" y="62"/>
                  </a:cubicBezTo>
                  <a:cubicBezTo>
                    <a:pt x="510" y="62"/>
                    <a:pt x="510" y="62"/>
                    <a:pt x="510" y="62"/>
                  </a:cubicBezTo>
                  <a:cubicBezTo>
                    <a:pt x="479" y="92"/>
                    <a:pt x="444" y="115"/>
                    <a:pt x="406" y="130"/>
                  </a:cubicBezTo>
                  <a:cubicBezTo>
                    <a:pt x="406" y="130"/>
                    <a:pt x="406" y="130"/>
                    <a:pt x="406" y="130"/>
                  </a:cubicBezTo>
                  <a:cubicBezTo>
                    <a:pt x="406" y="130"/>
                    <a:pt x="406" y="130"/>
                    <a:pt x="405" y="130"/>
                  </a:cubicBezTo>
                  <a:cubicBezTo>
                    <a:pt x="391" y="136"/>
                    <a:pt x="375" y="141"/>
                    <a:pt x="360" y="145"/>
                  </a:cubicBezTo>
                  <a:cubicBezTo>
                    <a:pt x="341" y="149"/>
                    <a:pt x="321" y="151"/>
                    <a:pt x="302" y="151"/>
                  </a:cubicBezTo>
                  <a:cubicBezTo>
                    <a:pt x="289" y="152"/>
                    <a:pt x="276" y="150"/>
                    <a:pt x="263" y="152"/>
                  </a:cubicBezTo>
                  <a:cubicBezTo>
                    <a:pt x="234" y="155"/>
                    <a:pt x="208" y="169"/>
                    <a:pt x="189" y="188"/>
                  </a:cubicBezTo>
                  <a:cubicBezTo>
                    <a:pt x="166" y="211"/>
                    <a:pt x="151" y="243"/>
                    <a:pt x="151" y="278"/>
                  </a:cubicBezTo>
                  <a:cubicBezTo>
                    <a:pt x="152" y="283"/>
                    <a:pt x="152" y="288"/>
                    <a:pt x="152" y="293"/>
                  </a:cubicBezTo>
                  <a:cubicBezTo>
                    <a:pt x="152" y="293"/>
                    <a:pt x="152" y="293"/>
                    <a:pt x="152" y="293"/>
                  </a:cubicBezTo>
                  <a:cubicBezTo>
                    <a:pt x="152" y="337"/>
                    <a:pt x="143" y="379"/>
                    <a:pt x="126" y="417"/>
                  </a:cubicBezTo>
                  <a:cubicBezTo>
                    <a:pt x="125" y="419"/>
                    <a:pt x="124" y="421"/>
                    <a:pt x="123" y="423"/>
                  </a:cubicBezTo>
                  <a:cubicBezTo>
                    <a:pt x="123" y="423"/>
                    <a:pt x="123" y="423"/>
                    <a:pt x="123" y="423"/>
                  </a:cubicBezTo>
                  <a:cubicBezTo>
                    <a:pt x="123" y="424"/>
                    <a:pt x="123" y="424"/>
                    <a:pt x="123" y="424"/>
                  </a:cubicBezTo>
                  <a:cubicBezTo>
                    <a:pt x="109" y="452"/>
                    <a:pt x="92" y="478"/>
                    <a:pt x="70" y="502"/>
                  </a:cubicBezTo>
                  <a:cubicBezTo>
                    <a:pt x="70" y="502"/>
                    <a:pt x="69" y="502"/>
                    <a:pt x="69" y="502"/>
                  </a:cubicBezTo>
                  <a:cubicBezTo>
                    <a:pt x="69" y="502"/>
                    <a:pt x="69" y="502"/>
                    <a:pt x="69" y="502"/>
                  </a:cubicBezTo>
                  <a:cubicBezTo>
                    <a:pt x="69" y="503"/>
                    <a:pt x="68" y="503"/>
                    <a:pt x="68" y="503"/>
                  </a:cubicBezTo>
                  <a:cubicBezTo>
                    <a:pt x="68" y="504"/>
                    <a:pt x="68" y="504"/>
                    <a:pt x="68" y="504"/>
                  </a:cubicBezTo>
                  <a:cubicBezTo>
                    <a:pt x="68" y="504"/>
                    <a:pt x="67" y="504"/>
                    <a:pt x="67" y="504"/>
                  </a:cubicBezTo>
                  <a:cubicBezTo>
                    <a:pt x="62" y="510"/>
                    <a:pt x="57" y="515"/>
                    <a:pt x="51" y="520"/>
                  </a:cubicBezTo>
                  <a:cubicBezTo>
                    <a:pt x="27" y="544"/>
                    <a:pt x="14" y="577"/>
                    <a:pt x="14" y="609"/>
                  </a:cubicBezTo>
                  <a:cubicBezTo>
                    <a:pt x="14" y="642"/>
                    <a:pt x="27" y="675"/>
                    <a:pt x="52" y="699"/>
                  </a:cubicBezTo>
                  <a:cubicBezTo>
                    <a:pt x="51" y="699"/>
                    <a:pt x="51" y="699"/>
                    <a:pt x="51" y="699"/>
                  </a:cubicBezTo>
                  <a:cubicBezTo>
                    <a:pt x="55" y="702"/>
                    <a:pt x="59" y="706"/>
                    <a:pt x="62" y="709"/>
                  </a:cubicBezTo>
                  <a:cubicBezTo>
                    <a:pt x="62" y="709"/>
                    <a:pt x="62" y="709"/>
                    <a:pt x="62" y="709"/>
                  </a:cubicBezTo>
                  <a:cubicBezTo>
                    <a:pt x="93" y="740"/>
                    <a:pt x="116" y="775"/>
                    <a:pt x="131" y="813"/>
                  </a:cubicBezTo>
                  <a:cubicBezTo>
                    <a:pt x="131" y="813"/>
                    <a:pt x="131" y="813"/>
                    <a:pt x="131" y="813"/>
                  </a:cubicBezTo>
                  <a:cubicBezTo>
                    <a:pt x="131" y="813"/>
                    <a:pt x="131" y="814"/>
                    <a:pt x="131" y="814"/>
                  </a:cubicBezTo>
                  <a:cubicBezTo>
                    <a:pt x="143" y="845"/>
                    <a:pt x="150" y="879"/>
                    <a:pt x="152" y="914"/>
                  </a:cubicBezTo>
                  <a:cubicBezTo>
                    <a:pt x="152" y="915"/>
                    <a:pt x="152" y="915"/>
                    <a:pt x="152" y="915"/>
                  </a:cubicBezTo>
                  <a:cubicBezTo>
                    <a:pt x="152" y="916"/>
                    <a:pt x="152" y="916"/>
                    <a:pt x="152" y="916"/>
                  </a:cubicBezTo>
                  <a:cubicBezTo>
                    <a:pt x="152" y="916"/>
                    <a:pt x="152" y="916"/>
                    <a:pt x="152" y="917"/>
                  </a:cubicBezTo>
                  <a:cubicBezTo>
                    <a:pt x="152" y="925"/>
                    <a:pt x="152" y="933"/>
                    <a:pt x="151" y="941"/>
                  </a:cubicBezTo>
                  <a:cubicBezTo>
                    <a:pt x="151" y="976"/>
                    <a:pt x="166" y="1007"/>
                    <a:pt x="189" y="1030"/>
                  </a:cubicBezTo>
                  <a:cubicBezTo>
                    <a:pt x="212" y="1053"/>
                    <a:pt x="243" y="1068"/>
                    <a:pt x="278" y="1068"/>
                  </a:cubicBezTo>
                  <a:cubicBezTo>
                    <a:pt x="283" y="1067"/>
                    <a:pt x="288" y="1067"/>
                    <a:pt x="293" y="1067"/>
                  </a:cubicBezTo>
                  <a:cubicBezTo>
                    <a:pt x="293" y="1067"/>
                    <a:pt x="293" y="1067"/>
                    <a:pt x="293" y="1067"/>
                  </a:cubicBezTo>
                  <a:cubicBezTo>
                    <a:pt x="337" y="1067"/>
                    <a:pt x="379" y="1076"/>
                    <a:pt x="417" y="1093"/>
                  </a:cubicBezTo>
                  <a:cubicBezTo>
                    <a:pt x="419" y="1094"/>
                    <a:pt x="421" y="1095"/>
                    <a:pt x="423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47" y="1107"/>
                    <a:pt x="468" y="1120"/>
                    <a:pt x="488" y="1137"/>
                  </a:cubicBezTo>
                  <a:cubicBezTo>
                    <a:pt x="499" y="1146"/>
                    <a:pt x="510" y="1157"/>
                    <a:pt x="520" y="1168"/>
                  </a:cubicBezTo>
                  <a:cubicBezTo>
                    <a:pt x="545" y="1192"/>
                    <a:pt x="577" y="1205"/>
                    <a:pt x="610" y="1205"/>
                  </a:cubicBezTo>
                  <a:cubicBezTo>
                    <a:pt x="642" y="1205"/>
                    <a:pt x="675" y="1192"/>
                    <a:pt x="700" y="1167"/>
                  </a:cubicBezTo>
                  <a:cubicBezTo>
                    <a:pt x="700" y="1168"/>
                    <a:pt x="700" y="1168"/>
                    <a:pt x="700" y="1168"/>
                  </a:cubicBezTo>
                  <a:cubicBezTo>
                    <a:pt x="703" y="1164"/>
                    <a:pt x="706" y="1160"/>
                    <a:pt x="710" y="1157"/>
                  </a:cubicBezTo>
                  <a:cubicBezTo>
                    <a:pt x="710" y="1157"/>
                    <a:pt x="710" y="1157"/>
                    <a:pt x="710" y="1157"/>
                  </a:cubicBezTo>
                  <a:cubicBezTo>
                    <a:pt x="741" y="1126"/>
                    <a:pt x="777" y="1102"/>
                    <a:pt x="815" y="1088"/>
                  </a:cubicBezTo>
                  <a:cubicBezTo>
                    <a:pt x="816" y="1087"/>
                    <a:pt x="816" y="1087"/>
                    <a:pt x="816" y="1087"/>
                  </a:cubicBezTo>
                  <a:cubicBezTo>
                    <a:pt x="816" y="1087"/>
                    <a:pt x="817" y="1087"/>
                    <a:pt x="817" y="1087"/>
                  </a:cubicBezTo>
                  <a:cubicBezTo>
                    <a:pt x="817" y="1087"/>
                    <a:pt x="817" y="1087"/>
                    <a:pt x="817" y="1087"/>
                  </a:cubicBezTo>
                  <a:cubicBezTo>
                    <a:pt x="848" y="1075"/>
                    <a:pt x="881" y="1068"/>
                    <a:pt x="915" y="1067"/>
                  </a:cubicBezTo>
                  <a:cubicBezTo>
                    <a:pt x="915" y="1067"/>
                    <a:pt x="916" y="1067"/>
                    <a:pt x="916" y="1067"/>
                  </a:cubicBezTo>
                  <a:cubicBezTo>
                    <a:pt x="916" y="1067"/>
                    <a:pt x="917" y="1067"/>
                    <a:pt x="917" y="1067"/>
                  </a:cubicBezTo>
                  <a:cubicBezTo>
                    <a:pt x="917" y="1067"/>
                    <a:pt x="918" y="1067"/>
                    <a:pt x="918" y="1067"/>
                  </a:cubicBezTo>
                  <a:cubicBezTo>
                    <a:pt x="918" y="1067"/>
                    <a:pt x="919" y="1067"/>
                    <a:pt x="919" y="1067"/>
                  </a:cubicBezTo>
                  <a:cubicBezTo>
                    <a:pt x="926" y="1067"/>
                    <a:pt x="934" y="1067"/>
                    <a:pt x="941" y="1068"/>
                  </a:cubicBezTo>
                  <a:cubicBezTo>
                    <a:pt x="976" y="1068"/>
                    <a:pt x="1008" y="1053"/>
                    <a:pt x="1031" y="1030"/>
                  </a:cubicBezTo>
                  <a:cubicBezTo>
                    <a:pt x="1054" y="1007"/>
                    <a:pt x="1068" y="975"/>
                    <a:pt x="1068" y="941"/>
                  </a:cubicBezTo>
                  <a:cubicBezTo>
                    <a:pt x="1068" y="936"/>
                    <a:pt x="1068" y="931"/>
                    <a:pt x="1068" y="926"/>
                  </a:cubicBezTo>
                  <a:cubicBezTo>
                    <a:pt x="1067" y="926"/>
                    <a:pt x="1067" y="926"/>
                    <a:pt x="1067" y="926"/>
                  </a:cubicBezTo>
                  <a:cubicBezTo>
                    <a:pt x="1067" y="882"/>
                    <a:pt x="1077" y="840"/>
                    <a:pt x="1093" y="802"/>
                  </a:cubicBezTo>
                  <a:cubicBezTo>
                    <a:pt x="1097" y="793"/>
                    <a:pt x="1102" y="784"/>
                    <a:pt x="1107" y="775"/>
                  </a:cubicBezTo>
                  <a:cubicBezTo>
                    <a:pt x="1119" y="754"/>
                    <a:pt x="1133" y="735"/>
                    <a:pt x="1149" y="718"/>
                  </a:cubicBezTo>
                  <a:cubicBezTo>
                    <a:pt x="1149" y="717"/>
                    <a:pt x="1149" y="717"/>
                    <a:pt x="1150" y="717"/>
                  </a:cubicBezTo>
                  <a:cubicBezTo>
                    <a:pt x="1150" y="717"/>
                    <a:pt x="1150" y="717"/>
                    <a:pt x="1150" y="717"/>
                  </a:cubicBezTo>
                  <a:cubicBezTo>
                    <a:pt x="1150" y="717"/>
                    <a:pt x="1150" y="717"/>
                    <a:pt x="1150" y="716"/>
                  </a:cubicBezTo>
                  <a:cubicBezTo>
                    <a:pt x="1156" y="710"/>
                    <a:pt x="1162" y="705"/>
                    <a:pt x="1168" y="699"/>
                  </a:cubicBezTo>
                  <a:cubicBezTo>
                    <a:pt x="1193" y="674"/>
                    <a:pt x="1205" y="642"/>
                    <a:pt x="1205" y="609"/>
                  </a:cubicBezTo>
                  <a:cubicBezTo>
                    <a:pt x="1205" y="577"/>
                    <a:pt x="1193" y="544"/>
                    <a:pt x="1168" y="519"/>
                  </a:cubicBezTo>
                  <a:cubicBezTo>
                    <a:pt x="1168" y="519"/>
                    <a:pt x="1168" y="519"/>
                    <a:pt x="1168" y="519"/>
                  </a:cubicBezTo>
                  <a:cubicBezTo>
                    <a:pt x="1164" y="516"/>
                    <a:pt x="1161" y="513"/>
                    <a:pt x="1157" y="509"/>
                  </a:cubicBezTo>
                  <a:cubicBezTo>
                    <a:pt x="1157" y="509"/>
                    <a:pt x="1157" y="509"/>
                    <a:pt x="1157" y="509"/>
                  </a:cubicBezTo>
                  <a:cubicBezTo>
                    <a:pt x="1127" y="479"/>
                    <a:pt x="1104" y="444"/>
                    <a:pt x="1089" y="406"/>
                  </a:cubicBezTo>
                  <a:cubicBezTo>
                    <a:pt x="1089" y="406"/>
                    <a:pt x="1089" y="405"/>
                    <a:pt x="1089" y="405"/>
                  </a:cubicBezTo>
                  <a:cubicBezTo>
                    <a:pt x="1089" y="405"/>
                    <a:pt x="1089" y="405"/>
                    <a:pt x="1089" y="405"/>
                  </a:cubicBezTo>
                  <a:cubicBezTo>
                    <a:pt x="1078" y="378"/>
                    <a:pt x="1071" y="349"/>
                    <a:pt x="1068" y="319"/>
                  </a:cubicBezTo>
                  <a:cubicBezTo>
                    <a:pt x="1067" y="305"/>
                    <a:pt x="1067" y="292"/>
                    <a:pt x="1068" y="278"/>
                  </a:cubicBezTo>
                  <a:cubicBezTo>
                    <a:pt x="1068" y="243"/>
                    <a:pt x="1054" y="211"/>
                    <a:pt x="1031" y="188"/>
                  </a:cubicBezTo>
                  <a:cubicBezTo>
                    <a:pt x="1008" y="165"/>
                    <a:pt x="976" y="151"/>
                    <a:pt x="941" y="151"/>
                  </a:cubicBezTo>
                  <a:cubicBezTo>
                    <a:pt x="936" y="151"/>
                    <a:pt x="931" y="151"/>
                    <a:pt x="926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Oval 7"/>
            <p:cNvSpPr>
              <a:spLocks noChangeArrowheads="1"/>
            </p:cNvSpPr>
            <p:nvPr/>
          </p:nvSpPr>
          <p:spPr bwMode="auto">
            <a:xfrm>
              <a:off x="5559425" y="2573338"/>
              <a:ext cx="209550" cy="209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Freeform 8"/>
            <p:cNvSpPr>
              <a:spLocks noEditPoints="1"/>
            </p:cNvSpPr>
            <p:nvPr/>
          </p:nvSpPr>
          <p:spPr bwMode="auto">
            <a:xfrm>
              <a:off x="5326063" y="2333625"/>
              <a:ext cx="263525" cy="288925"/>
            </a:xfrm>
            <a:custGeom>
              <a:avLst/>
              <a:gdLst>
                <a:gd name="T0" fmla="*/ 44 w 97"/>
                <a:gd name="T1" fmla="*/ 91 h 106"/>
                <a:gd name="T2" fmla="*/ 49 w 97"/>
                <a:gd name="T3" fmla="*/ 74 h 106"/>
                <a:gd name="T4" fmla="*/ 43 w 97"/>
                <a:gd name="T5" fmla="*/ 85 h 106"/>
                <a:gd name="T6" fmla="*/ 48 w 97"/>
                <a:gd name="T7" fmla="*/ 78 h 106"/>
                <a:gd name="T8" fmla="*/ 77 w 97"/>
                <a:gd name="T9" fmla="*/ 55 h 106"/>
                <a:gd name="T10" fmla="*/ 31 w 97"/>
                <a:gd name="T11" fmla="*/ 80 h 106"/>
                <a:gd name="T12" fmla="*/ 35 w 97"/>
                <a:gd name="T13" fmla="*/ 65 h 106"/>
                <a:gd name="T14" fmla="*/ 35 w 97"/>
                <a:gd name="T15" fmla="*/ 65 h 106"/>
                <a:gd name="T16" fmla="*/ 28 w 97"/>
                <a:gd name="T17" fmla="*/ 44 h 106"/>
                <a:gd name="T18" fmla="*/ 28 w 97"/>
                <a:gd name="T19" fmla="*/ 45 h 106"/>
                <a:gd name="T20" fmla="*/ 28 w 97"/>
                <a:gd name="T21" fmla="*/ 50 h 106"/>
                <a:gd name="T22" fmla="*/ 31 w 97"/>
                <a:gd name="T23" fmla="*/ 38 h 106"/>
                <a:gd name="T24" fmla="*/ 36 w 97"/>
                <a:gd name="T25" fmla="*/ 3 h 106"/>
                <a:gd name="T26" fmla="*/ 26 w 97"/>
                <a:gd name="T27" fmla="*/ 20 h 106"/>
                <a:gd name="T28" fmla="*/ 20 w 97"/>
                <a:gd name="T29" fmla="*/ 30 h 106"/>
                <a:gd name="T30" fmla="*/ 19 w 97"/>
                <a:gd name="T31" fmla="*/ 49 h 106"/>
                <a:gd name="T32" fmla="*/ 27 w 97"/>
                <a:gd name="T33" fmla="*/ 38 h 106"/>
                <a:gd name="T34" fmla="*/ 34 w 97"/>
                <a:gd name="T35" fmla="*/ 29 h 106"/>
                <a:gd name="T36" fmla="*/ 38 w 97"/>
                <a:gd name="T37" fmla="*/ 45 h 106"/>
                <a:gd name="T38" fmla="*/ 30 w 97"/>
                <a:gd name="T39" fmla="*/ 62 h 106"/>
                <a:gd name="T40" fmla="*/ 43 w 97"/>
                <a:gd name="T41" fmla="*/ 59 h 106"/>
                <a:gd name="T42" fmla="*/ 39 w 97"/>
                <a:gd name="T43" fmla="*/ 73 h 106"/>
                <a:gd name="T44" fmla="*/ 35 w 97"/>
                <a:gd name="T45" fmla="*/ 85 h 106"/>
                <a:gd name="T46" fmla="*/ 39 w 97"/>
                <a:gd name="T47" fmla="*/ 83 h 106"/>
                <a:gd name="T48" fmla="*/ 45 w 97"/>
                <a:gd name="T49" fmla="*/ 73 h 106"/>
                <a:gd name="T50" fmla="*/ 59 w 97"/>
                <a:gd name="T51" fmla="*/ 72 h 106"/>
                <a:gd name="T52" fmla="*/ 56 w 97"/>
                <a:gd name="T53" fmla="*/ 85 h 106"/>
                <a:gd name="T54" fmla="*/ 55 w 97"/>
                <a:gd name="T55" fmla="*/ 97 h 106"/>
                <a:gd name="T56" fmla="*/ 66 w 97"/>
                <a:gd name="T57" fmla="*/ 97 h 106"/>
                <a:gd name="T58" fmla="*/ 76 w 97"/>
                <a:gd name="T59" fmla="*/ 90 h 106"/>
                <a:gd name="T60" fmla="*/ 86 w 97"/>
                <a:gd name="T61" fmla="*/ 79 h 106"/>
                <a:gd name="T62" fmla="*/ 81 w 97"/>
                <a:gd name="T63" fmla="*/ 65 h 106"/>
                <a:gd name="T64" fmla="*/ 73 w 97"/>
                <a:gd name="T65" fmla="*/ 53 h 106"/>
                <a:gd name="T66" fmla="*/ 79 w 97"/>
                <a:gd name="T67" fmla="*/ 58 h 106"/>
                <a:gd name="T68" fmla="*/ 84 w 97"/>
                <a:gd name="T69" fmla="*/ 64 h 106"/>
                <a:gd name="T70" fmla="*/ 91 w 97"/>
                <a:gd name="T71" fmla="*/ 71 h 106"/>
                <a:gd name="T72" fmla="*/ 96 w 97"/>
                <a:gd name="T73" fmla="*/ 80 h 106"/>
                <a:gd name="T74" fmla="*/ 84 w 97"/>
                <a:gd name="T75" fmla="*/ 91 h 106"/>
                <a:gd name="T76" fmla="*/ 73 w 97"/>
                <a:gd name="T77" fmla="*/ 98 h 106"/>
                <a:gd name="T78" fmla="*/ 57 w 97"/>
                <a:gd name="T79" fmla="*/ 106 h 106"/>
                <a:gd name="T80" fmla="*/ 46 w 97"/>
                <a:gd name="T81" fmla="*/ 97 h 106"/>
                <a:gd name="T82" fmla="*/ 39 w 97"/>
                <a:gd name="T83" fmla="*/ 97 h 106"/>
                <a:gd name="T84" fmla="*/ 30 w 97"/>
                <a:gd name="T85" fmla="*/ 97 h 106"/>
                <a:gd name="T86" fmla="*/ 31 w 97"/>
                <a:gd name="T87" fmla="*/ 84 h 106"/>
                <a:gd name="T88" fmla="*/ 26 w 97"/>
                <a:gd name="T89" fmla="*/ 73 h 106"/>
                <a:gd name="T90" fmla="*/ 19 w 97"/>
                <a:gd name="T91" fmla="*/ 76 h 106"/>
                <a:gd name="T92" fmla="*/ 7 w 97"/>
                <a:gd name="T93" fmla="*/ 87 h 106"/>
                <a:gd name="T94" fmla="*/ 6 w 97"/>
                <a:gd name="T95" fmla="*/ 77 h 106"/>
                <a:gd name="T96" fmla="*/ 17 w 97"/>
                <a:gd name="T97" fmla="*/ 57 h 106"/>
                <a:gd name="T98" fmla="*/ 10 w 97"/>
                <a:gd name="T99" fmla="*/ 46 h 106"/>
                <a:gd name="T100" fmla="*/ 9 w 97"/>
                <a:gd name="T101" fmla="*/ 33 h 106"/>
                <a:gd name="T102" fmla="*/ 0 w 97"/>
                <a:gd name="T103" fmla="*/ 33 h 106"/>
                <a:gd name="T104" fmla="*/ 14 w 97"/>
                <a:gd name="T105" fmla="*/ 1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06">
                  <a:moveTo>
                    <a:pt x="44" y="91"/>
                  </a:moveTo>
                  <a:cubicBezTo>
                    <a:pt x="44" y="93"/>
                    <a:pt x="44" y="93"/>
                    <a:pt x="45" y="94"/>
                  </a:cubicBezTo>
                  <a:cubicBezTo>
                    <a:pt x="45" y="94"/>
                    <a:pt x="46" y="94"/>
                    <a:pt x="46" y="94"/>
                  </a:cubicBezTo>
                  <a:cubicBezTo>
                    <a:pt x="46" y="93"/>
                    <a:pt x="46" y="93"/>
                    <a:pt x="47" y="93"/>
                  </a:cubicBezTo>
                  <a:cubicBezTo>
                    <a:pt x="47" y="92"/>
                    <a:pt x="46" y="91"/>
                    <a:pt x="45" y="91"/>
                  </a:cubicBezTo>
                  <a:cubicBezTo>
                    <a:pt x="45" y="91"/>
                    <a:pt x="44" y="91"/>
                    <a:pt x="44" y="91"/>
                  </a:cubicBezTo>
                  <a:close/>
                  <a:moveTo>
                    <a:pt x="79" y="56"/>
                  </a:moveTo>
                  <a:cubicBezTo>
                    <a:pt x="79" y="56"/>
                    <a:pt x="79" y="56"/>
                    <a:pt x="80" y="56"/>
                  </a:cubicBezTo>
                  <a:cubicBezTo>
                    <a:pt x="80" y="55"/>
                    <a:pt x="81" y="56"/>
                    <a:pt x="81" y="57"/>
                  </a:cubicBezTo>
                  <a:cubicBezTo>
                    <a:pt x="80" y="57"/>
                    <a:pt x="80" y="57"/>
                    <a:pt x="79" y="57"/>
                  </a:cubicBezTo>
                  <a:cubicBezTo>
                    <a:pt x="79" y="57"/>
                    <a:pt x="79" y="56"/>
                    <a:pt x="79" y="56"/>
                  </a:cubicBezTo>
                  <a:close/>
                  <a:moveTo>
                    <a:pt x="49" y="74"/>
                  </a:moveTo>
                  <a:cubicBezTo>
                    <a:pt x="48" y="74"/>
                    <a:pt x="48" y="75"/>
                    <a:pt x="47" y="76"/>
                  </a:cubicBezTo>
                  <a:cubicBezTo>
                    <a:pt x="47" y="77"/>
                    <a:pt x="47" y="78"/>
                    <a:pt x="47" y="78"/>
                  </a:cubicBezTo>
                  <a:cubicBezTo>
                    <a:pt x="47" y="79"/>
                    <a:pt x="46" y="80"/>
                    <a:pt x="46" y="81"/>
                  </a:cubicBezTo>
                  <a:cubicBezTo>
                    <a:pt x="46" y="82"/>
                    <a:pt x="45" y="82"/>
                    <a:pt x="45" y="83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5"/>
                    <a:pt x="43" y="85"/>
                    <a:pt x="43" y="85"/>
                  </a:cubicBezTo>
                  <a:cubicBezTo>
                    <a:pt x="43" y="86"/>
                    <a:pt x="43" y="86"/>
                    <a:pt x="42" y="86"/>
                  </a:cubicBezTo>
                  <a:cubicBezTo>
                    <a:pt x="42" y="87"/>
                    <a:pt x="41" y="87"/>
                    <a:pt x="42" y="88"/>
                  </a:cubicBezTo>
                  <a:cubicBezTo>
                    <a:pt x="43" y="88"/>
                    <a:pt x="44" y="87"/>
                    <a:pt x="44" y="87"/>
                  </a:cubicBezTo>
                  <a:cubicBezTo>
                    <a:pt x="45" y="87"/>
                    <a:pt x="47" y="87"/>
                    <a:pt x="47" y="86"/>
                  </a:cubicBezTo>
                  <a:cubicBezTo>
                    <a:pt x="48" y="86"/>
                    <a:pt x="49" y="81"/>
                    <a:pt x="49" y="80"/>
                  </a:cubicBezTo>
                  <a:cubicBezTo>
                    <a:pt x="49" y="80"/>
                    <a:pt x="48" y="79"/>
                    <a:pt x="48" y="78"/>
                  </a:cubicBezTo>
                  <a:cubicBezTo>
                    <a:pt x="48" y="77"/>
                    <a:pt x="49" y="77"/>
                    <a:pt x="49" y="76"/>
                  </a:cubicBezTo>
                  <a:cubicBezTo>
                    <a:pt x="49" y="76"/>
                    <a:pt x="49" y="75"/>
                    <a:pt x="50" y="75"/>
                  </a:cubicBezTo>
                  <a:cubicBezTo>
                    <a:pt x="50" y="75"/>
                    <a:pt x="50" y="73"/>
                    <a:pt x="49" y="73"/>
                  </a:cubicBezTo>
                  <a:cubicBezTo>
                    <a:pt x="49" y="73"/>
                    <a:pt x="49" y="73"/>
                    <a:pt x="49" y="74"/>
                  </a:cubicBezTo>
                  <a:close/>
                  <a:moveTo>
                    <a:pt x="76" y="54"/>
                  </a:moveTo>
                  <a:cubicBezTo>
                    <a:pt x="77" y="54"/>
                    <a:pt x="77" y="54"/>
                    <a:pt x="77" y="55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6" y="55"/>
                    <a:pt x="76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lose/>
                  <a:moveTo>
                    <a:pt x="28" y="77"/>
                  </a:moveTo>
                  <a:cubicBezTo>
                    <a:pt x="28" y="78"/>
                    <a:pt x="27" y="80"/>
                    <a:pt x="27" y="81"/>
                  </a:cubicBezTo>
                  <a:cubicBezTo>
                    <a:pt x="27" y="82"/>
                    <a:pt x="30" y="81"/>
                    <a:pt x="31" y="80"/>
                  </a:cubicBezTo>
                  <a:cubicBezTo>
                    <a:pt x="31" y="80"/>
                    <a:pt x="32" y="79"/>
                    <a:pt x="32" y="79"/>
                  </a:cubicBezTo>
                  <a:cubicBezTo>
                    <a:pt x="32" y="79"/>
                    <a:pt x="32" y="78"/>
                    <a:pt x="32" y="78"/>
                  </a:cubicBezTo>
                  <a:cubicBezTo>
                    <a:pt x="32" y="78"/>
                    <a:pt x="31" y="78"/>
                    <a:pt x="31" y="78"/>
                  </a:cubicBezTo>
                  <a:cubicBezTo>
                    <a:pt x="30" y="78"/>
                    <a:pt x="29" y="77"/>
                    <a:pt x="29" y="77"/>
                  </a:cubicBezTo>
                  <a:cubicBezTo>
                    <a:pt x="28" y="77"/>
                    <a:pt x="28" y="77"/>
                    <a:pt x="28" y="77"/>
                  </a:cubicBezTo>
                  <a:close/>
                  <a:moveTo>
                    <a:pt x="35" y="65"/>
                  </a:moveTo>
                  <a:cubicBezTo>
                    <a:pt x="34" y="66"/>
                    <a:pt x="33" y="69"/>
                    <a:pt x="34" y="70"/>
                  </a:cubicBezTo>
                  <a:cubicBezTo>
                    <a:pt x="34" y="71"/>
                    <a:pt x="35" y="71"/>
                    <a:pt x="35" y="71"/>
                  </a:cubicBezTo>
                  <a:cubicBezTo>
                    <a:pt x="35" y="71"/>
                    <a:pt x="36" y="70"/>
                    <a:pt x="36" y="70"/>
                  </a:cubicBezTo>
                  <a:cubicBezTo>
                    <a:pt x="36" y="69"/>
                    <a:pt x="36" y="68"/>
                    <a:pt x="36" y="68"/>
                  </a:cubicBezTo>
                  <a:cubicBezTo>
                    <a:pt x="37" y="67"/>
                    <a:pt x="38" y="66"/>
                    <a:pt x="37" y="65"/>
                  </a:cubicBezTo>
                  <a:cubicBezTo>
                    <a:pt x="37" y="63"/>
                    <a:pt x="35" y="64"/>
                    <a:pt x="35" y="65"/>
                  </a:cubicBezTo>
                  <a:close/>
                  <a:moveTo>
                    <a:pt x="31" y="38"/>
                  </a:moveTo>
                  <a:cubicBezTo>
                    <a:pt x="30" y="40"/>
                    <a:pt x="30" y="40"/>
                    <a:pt x="28" y="41"/>
                  </a:cubicBezTo>
                  <a:cubicBezTo>
                    <a:pt x="28" y="41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30" y="41"/>
                    <a:pt x="30" y="42"/>
                  </a:cubicBezTo>
                  <a:cubicBezTo>
                    <a:pt x="31" y="43"/>
                    <a:pt x="29" y="44"/>
                    <a:pt x="28" y="44"/>
                  </a:cubicBezTo>
                  <a:cubicBezTo>
                    <a:pt x="28" y="44"/>
                    <a:pt x="27" y="44"/>
                    <a:pt x="28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2"/>
                  </a:cubicBezTo>
                  <a:cubicBezTo>
                    <a:pt x="27" y="43"/>
                    <a:pt x="26" y="43"/>
                    <a:pt x="27" y="44"/>
                  </a:cubicBezTo>
                  <a:cubicBezTo>
                    <a:pt x="27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27" y="46"/>
                    <a:pt x="26" y="47"/>
                    <a:pt x="26" y="47"/>
                  </a:cubicBezTo>
                  <a:cubicBezTo>
                    <a:pt x="26" y="48"/>
                    <a:pt x="26" y="48"/>
                    <a:pt x="26" y="49"/>
                  </a:cubicBezTo>
                  <a:cubicBezTo>
                    <a:pt x="25" y="50"/>
                    <a:pt x="25" y="52"/>
                    <a:pt x="24" y="52"/>
                  </a:cubicBezTo>
                  <a:cubicBezTo>
                    <a:pt x="24" y="53"/>
                    <a:pt x="27" y="52"/>
                    <a:pt x="27" y="52"/>
                  </a:cubicBezTo>
                  <a:cubicBezTo>
                    <a:pt x="27" y="51"/>
                    <a:pt x="27" y="51"/>
                    <a:pt x="28" y="50"/>
                  </a:cubicBezTo>
                  <a:cubicBezTo>
                    <a:pt x="30" y="51"/>
                    <a:pt x="30" y="47"/>
                    <a:pt x="30" y="45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1"/>
                    <a:pt x="31" y="41"/>
                    <a:pt x="31" y="40"/>
                  </a:cubicBezTo>
                  <a:cubicBezTo>
                    <a:pt x="31" y="40"/>
                    <a:pt x="31" y="39"/>
                    <a:pt x="31" y="39"/>
                  </a:cubicBezTo>
                  <a:cubicBezTo>
                    <a:pt x="31" y="39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lose/>
                  <a:moveTo>
                    <a:pt x="26" y="2"/>
                  </a:moveTo>
                  <a:cubicBezTo>
                    <a:pt x="27" y="1"/>
                    <a:pt x="28" y="1"/>
                    <a:pt x="29" y="0"/>
                  </a:cubicBezTo>
                  <a:cubicBezTo>
                    <a:pt x="30" y="0"/>
                    <a:pt x="34" y="0"/>
                    <a:pt x="34" y="1"/>
                  </a:cubicBezTo>
                  <a:cubicBezTo>
                    <a:pt x="35" y="1"/>
                    <a:pt x="36" y="2"/>
                    <a:pt x="36" y="3"/>
                  </a:cubicBezTo>
                  <a:cubicBezTo>
                    <a:pt x="36" y="4"/>
                    <a:pt x="35" y="4"/>
                    <a:pt x="35" y="4"/>
                  </a:cubicBezTo>
                  <a:cubicBezTo>
                    <a:pt x="34" y="7"/>
                    <a:pt x="32" y="8"/>
                    <a:pt x="31" y="11"/>
                  </a:cubicBezTo>
                  <a:cubicBezTo>
                    <a:pt x="31" y="11"/>
                    <a:pt x="30" y="12"/>
                    <a:pt x="30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5"/>
                    <a:pt x="28" y="16"/>
                    <a:pt x="28" y="17"/>
                  </a:cubicBezTo>
                  <a:cubicBezTo>
                    <a:pt x="27" y="18"/>
                    <a:pt x="26" y="19"/>
                    <a:pt x="26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3" y="24"/>
                    <a:pt x="23" y="25"/>
                  </a:cubicBezTo>
                  <a:cubicBezTo>
                    <a:pt x="22" y="26"/>
                    <a:pt x="20" y="28"/>
                    <a:pt x="20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20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19" y="31"/>
                    <a:pt x="19" y="31"/>
                  </a:cubicBezTo>
                  <a:cubicBezTo>
                    <a:pt x="18" y="32"/>
                    <a:pt x="15" y="38"/>
                    <a:pt x="16" y="40"/>
                  </a:cubicBezTo>
                  <a:cubicBezTo>
                    <a:pt x="16" y="41"/>
                    <a:pt x="17" y="41"/>
                    <a:pt x="18" y="41"/>
                  </a:cubicBezTo>
                  <a:cubicBezTo>
                    <a:pt x="18" y="42"/>
                    <a:pt x="19" y="43"/>
                    <a:pt x="19" y="44"/>
                  </a:cubicBezTo>
                  <a:cubicBezTo>
                    <a:pt x="19" y="44"/>
                    <a:pt x="19" y="44"/>
                    <a:pt x="19" y="45"/>
                  </a:cubicBezTo>
                  <a:cubicBezTo>
                    <a:pt x="19" y="46"/>
                    <a:pt x="18" y="48"/>
                    <a:pt x="19" y="49"/>
                  </a:cubicBezTo>
                  <a:cubicBezTo>
                    <a:pt x="19" y="49"/>
                    <a:pt x="19" y="50"/>
                    <a:pt x="20" y="50"/>
                  </a:cubicBezTo>
                  <a:cubicBezTo>
                    <a:pt x="20" y="50"/>
                    <a:pt x="21" y="49"/>
                    <a:pt x="21" y="49"/>
                  </a:cubicBezTo>
                  <a:cubicBezTo>
                    <a:pt x="22" y="48"/>
                    <a:pt x="22" y="46"/>
                    <a:pt x="23" y="45"/>
                  </a:cubicBezTo>
                  <a:cubicBezTo>
                    <a:pt x="23" y="44"/>
                    <a:pt x="24" y="43"/>
                    <a:pt x="24" y="43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0"/>
                    <a:pt x="26" y="39"/>
                    <a:pt x="27" y="38"/>
                  </a:cubicBezTo>
                  <a:cubicBezTo>
                    <a:pt x="27" y="37"/>
                    <a:pt x="28" y="36"/>
                    <a:pt x="29" y="35"/>
                  </a:cubicBezTo>
                  <a:cubicBezTo>
                    <a:pt x="29" y="35"/>
                    <a:pt x="29" y="34"/>
                    <a:pt x="29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4" y="29"/>
                    <a:pt x="34" y="29"/>
                  </a:cubicBezTo>
                  <a:cubicBezTo>
                    <a:pt x="34" y="29"/>
                    <a:pt x="35" y="28"/>
                    <a:pt x="35" y="28"/>
                  </a:cubicBezTo>
                  <a:cubicBezTo>
                    <a:pt x="36" y="28"/>
                    <a:pt x="39" y="28"/>
                    <a:pt x="40" y="29"/>
                  </a:cubicBezTo>
                  <a:cubicBezTo>
                    <a:pt x="42" y="30"/>
                    <a:pt x="42" y="32"/>
                    <a:pt x="42" y="34"/>
                  </a:cubicBezTo>
                  <a:cubicBezTo>
                    <a:pt x="42" y="36"/>
                    <a:pt x="41" y="37"/>
                    <a:pt x="40" y="38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39" y="42"/>
                    <a:pt x="38" y="43"/>
                    <a:pt x="38" y="45"/>
                  </a:cubicBezTo>
                  <a:cubicBezTo>
                    <a:pt x="37" y="45"/>
                    <a:pt x="37" y="46"/>
                    <a:pt x="37" y="46"/>
                  </a:cubicBezTo>
                  <a:cubicBezTo>
                    <a:pt x="36" y="49"/>
                    <a:pt x="36" y="51"/>
                    <a:pt x="34" y="53"/>
                  </a:cubicBezTo>
                  <a:cubicBezTo>
                    <a:pt x="34" y="54"/>
                    <a:pt x="33" y="55"/>
                    <a:pt x="32" y="55"/>
                  </a:cubicBezTo>
                  <a:cubicBezTo>
                    <a:pt x="31" y="56"/>
                    <a:pt x="28" y="57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1"/>
                    <a:pt x="29" y="61"/>
                    <a:pt x="30" y="62"/>
                  </a:cubicBezTo>
                  <a:cubicBezTo>
                    <a:pt x="30" y="62"/>
                    <a:pt x="30" y="63"/>
                    <a:pt x="30" y="64"/>
                  </a:cubicBezTo>
                  <a:cubicBezTo>
                    <a:pt x="30" y="64"/>
                    <a:pt x="30" y="65"/>
                    <a:pt x="30" y="64"/>
                  </a:cubicBezTo>
                  <a:cubicBezTo>
                    <a:pt x="31" y="64"/>
                    <a:pt x="31" y="64"/>
                    <a:pt x="32" y="63"/>
                  </a:cubicBezTo>
                  <a:cubicBezTo>
                    <a:pt x="33" y="61"/>
                    <a:pt x="33" y="59"/>
                    <a:pt x="36" y="58"/>
                  </a:cubicBezTo>
                  <a:cubicBezTo>
                    <a:pt x="37" y="58"/>
                    <a:pt x="38" y="59"/>
                    <a:pt x="39" y="59"/>
                  </a:cubicBezTo>
                  <a:cubicBezTo>
                    <a:pt x="40" y="59"/>
                    <a:pt x="41" y="58"/>
                    <a:pt x="43" y="59"/>
                  </a:cubicBezTo>
                  <a:cubicBezTo>
                    <a:pt x="43" y="59"/>
                    <a:pt x="43" y="61"/>
                    <a:pt x="43" y="61"/>
                  </a:cubicBezTo>
                  <a:cubicBezTo>
                    <a:pt x="43" y="63"/>
                    <a:pt x="42" y="64"/>
                    <a:pt x="42" y="66"/>
                  </a:cubicBezTo>
                  <a:cubicBezTo>
                    <a:pt x="41" y="67"/>
                    <a:pt x="41" y="68"/>
                    <a:pt x="41" y="69"/>
                  </a:cubicBezTo>
                  <a:cubicBezTo>
                    <a:pt x="40" y="70"/>
                    <a:pt x="40" y="70"/>
                    <a:pt x="40" y="71"/>
                  </a:cubicBezTo>
                  <a:cubicBezTo>
                    <a:pt x="40" y="71"/>
                    <a:pt x="40" y="71"/>
                    <a:pt x="40" y="72"/>
                  </a:cubicBezTo>
                  <a:cubicBezTo>
                    <a:pt x="40" y="72"/>
                    <a:pt x="39" y="73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0" y="75"/>
                    <a:pt x="38" y="76"/>
                    <a:pt x="37" y="78"/>
                  </a:cubicBezTo>
                  <a:cubicBezTo>
                    <a:pt x="37" y="78"/>
                    <a:pt x="37" y="79"/>
                    <a:pt x="37" y="80"/>
                  </a:cubicBezTo>
                  <a:cubicBezTo>
                    <a:pt x="37" y="81"/>
                    <a:pt x="36" y="82"/>
                    <a:pt x="36" y="82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4"/>
                    <a:pt x="35" y="85"/>
                    <a:pt x="35" y="85"/>
                  </a:cubicBezTo>
                  <a:cubicBezTo>
                    <a:pt x="35" y="86"/>
                    <a:pt x="34" y="86"/>
                    <a:pt x="34" y="87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4" y="89"/>
                    <a:pt x="34" y="90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7" y="87"/>
                    <a:pt x="37" y="87"/>
                  </a:cubicBezTo>
                  <a:cubicBezTo>
                    <a:pt x="37" y="86"/>
                    <a:pt x="38" y="85"/>
                    <a:pt x="39" y="83"/>
                  </a:cubicBezTo>
                  <a:cubicBezTo>
                    <a:pt x="39" y="83"/>
                    <a:pt x="39" y="82"/>
                    <a:pt x="40" y="82"/>
                  </a:cubicBezTo>
                  <a:cubicBezTo>
                    <a:pt x="40" y="81"/>
                    <a:pt x="41" y="81"/>
                    <a:pt x="41" y="80"/>
                  </a:cubicBezTo>
                  <a:cubicBezTo>
                    <a:pt x="42" y="80"/>
                    <a:pt x="42" y="79"/>
                    <a:pt x="42" y="78"/>
                  </a:cubicBezTo>
                  <a:cubicBezTo>
                    <a:pt x="43" y="77"/>
                    <a:pt x="43" y="77"/>
                    <a:pt x="44" y="76"/>
                  </a:cubicBezTo>
                  <a:cubicBezTo>
                    <a:pt x="44" y="75"/>
                    <a:pt x="45" y="75"/>
                    <a:pt x="45" y="75"/>
                  </a:cubicBezTo>
                  <a:cubicBezTo>
                    <a:pt x="45" y="74"/>
                    <a:pt x="45" y="74"/>
                    <a:pt x="45" y="73"/>
                  </a:cubicBezTo>
                  <a:cubicBezTo>
                    <a:pt x="46" y="73"/>
                    <a:pt x="46" y="72"/>
                    <a:pt x="46" y="72"/>
                  </a:cubicBezTo>
                  <a:cubicBezTo>
                    <a:pt x="47" y="71"/>
                    <a:pt x="48" y="69"/>
                    <a:pt x="49" y="69"/>
                  </a:cubicBezTo>
                  <a:cubicBezTo>
                    <a:pt x="49" y="67"/>
                    <a:pt x="51" y="66"/>
                    <a:pt x="53" y="66"/>
                  </a:cubicBezTo>
                  <a:cubicBezTo>
                    <a:pt x="53" y="66"/>
                    <a:pt x="54" y="66"/>
                    <a:pt x="54" y="66"/>
                  </a:cubicBezTo>
                  <a:cubicBezTo>
                    <a:pt x="56" y="66"/>
                    <a:pt x="59" y="67"/>
                    <a:pt x="59" y="69"/>
                  </a:cubicBezTo>
                  <a:cubicBezTo>
                    <a:pt x="60" y="70"/>
                    <a:pt x="59" y="71"/>
                    <a:pt x="59" y="72"/>
                  </a:cubicBezTo>
                  <a:cubicBezTo>
                    <a:pt x="59" y="73"/>
                    <a:pt x="59" y="74"/>
                    <a:pt x="59" y="75"/>
                  </a:cubicBezTo>
                  <a:cubicBezTo>
                    <a:pt x="58" y="76"/>
                    <a:pt x="58" y="76"/>
                    <a:pt x="58" y="77"/>
                  </a:cubicBezTo>
                  <a:cubicBezTo>
                    <a:pt x="57" y="78"/>
                    <a:pt x="57" y="79"/>
                    <a:pt x="57" y="80"/>
                  </a:cubicBezTo>
                  <a:cubicBezTo>
                    <a:pt x="58" y="80"/>
                    <a:pt x="58" y="81"/>
                    <a:pt x="58" y="82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7" y="84"/>
                    <a:pt x="56" y="84"/>
                    <a:pt x="56" y="85"/>
                  </a:cubicBezTo>
                  <a:cubicBezTo>
                    <a:pt x="56" y="85"/>
                    <a:pt x="56" y="86"/>
                    <a:pt x="55" y="86"/>
                  </a:cubicBezTo>
                  <a:cubicBezTo>
                    <a:pt x="55" y="87"/>
                    <a:pt x="56" y="87"/>
                    <a:pt x="56" y="88"/>
                  </a:cubicBezTo>
                  <a:cubicBezTo>
                    <a:pt x="55" y="88"/>
                    <a:pt x="55" y="89"/>
                    <a:pt x="55" y="90"/>
                  </a:cubicBezTo>
                  <a:cubicBezTo>
                    <a:pt x="55" y="90"/>
                    <a:pt x="55" y="90"/>
                    <a:pt x="55" y="91"/>
                  </a:cubicBezTo>
                  <a:cubicBezTo>
                    <a:pt x="54" y="91"/>
                    <a:pt x="54" y="92"/>
                    <a:pt x="54" y="93"/>
                  </a:cubicBezTo>
                  <a:cubicBezTo>
                    <a:pt x="54" y="94"/>
                    <a:pt x="55" y="96"/>
                    <a:pt x="55" y="97"/>
                  </a:cubicBezTo>
                  <a:cubicBezTo>
                    <a:pt x="56" y="97"/>
                    <a:pt x="57" y="99"/>
                    <a:pt x="57" y="99"/>
                  </a:cubicBezTo>
                  <a:cubicBezTo>
                    <a:pt x="58" y="100"/>
                    <a:pt x="59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2" y="99"/>
                    <a:pt x="62" y="98"/>
                    <a:pt x="62" y="98"/>
                  </a:cubicBezTo>
                  <a:cubicBezTo>
                    <a:pt x="63" y="98"/>
                    <a:pt x="63" y="98"/>
                    <a:pt x="64" y="98"/>
                  </a:cubicBezTo>
                  <a:cubicBezTo>
                    <a:pt x="65" y="98"/>
                    <a:pt x="65" y="97"/>
                    <a:pt x="66" y="97"/>
                  </a:cubicBezTo>
                  <a:cubicBezTo>
                    <a:pt x="66" y="96"/>
                    <a:pt x="67" y="96"/>
                    <a:pt x="68" y="96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69" y="94"/>
                    <a:pt x="69" y="94"/>
                    <a:pt x="70" y="94"/>
                  </a:cubicBezTo>
                  <a:cubicBezTo>
                    <a:pt x="71" y="94"/>
                    <a:pt x="71" y="93"/>
                    <a:pt x="72" y="93"/>
                  </a:cubicBezTo>
                  <a:cubicBezTo>
                    <a:pt x="72" y="92"/>
                    <a:pt x="73" y="92"/>
                    <a:pt x="73" y="92"/>
                  </a:cubicBezTo>
                  <a:cubicBezTo>
                    <a:pt x="74" y="91"/>
                    <a:pt x="75" y="91"/>
                    <a:pt x="76" y="90"/>
                  </a:cubicBezTo>
                  <a:cubicBezTo>
                    <a:pt x="76" y="89"/>
                    <a:pt x="78" y="88"/>
                    <a:pt x="79" y="87"/>
                  </a:cubicBezTo>
                  <a:cubicBezTo>
                    <a:pt x="79" y="87"/>
                    <a:pt x="80" y="86"/>
                    <a:pt x="81" y="86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82" y="84"/>
                    <a:pt x="83" y="83"/>
                    <a:pt x="84" y="82"/>
                  </a:cubicBezTo>
                  <a:cubicBezTo>
                    <a:pt x="85" y="82"/>
                    <a:pt x="85" y="81"/>
                    <a:pt x="85" y="81"/>
                  </a:cubicBezTo>
                  <a:cubicBezTo>
                    <a:pt x="86" y="80"/>
                    <a:pt x="86" y="79"/>
                    <a:pt x="86" y="79"/>
                  </a:cubicBezTo>
                  <a:cubicBezTo>
                    <a:pt x="86" y="78"/>
                    <a:pt x="85" y="78"/>
                    <a:pt x="85" y="77"/>
                  </a:cubicBezTo>
                  <a:cubicBezTo>
                    <a:pt x="85" y="77"/>
                    <a:pt x="85" y="76"/>
                    <a:pt x="85" y="75"/>
                  </a:cubicBezTo>
                  <a:cubicBezTo>
                    <a:pt x="85" y="75"/>
                    <a:pt x="85" y="74"/>
                    <a:pt x="85" y="74"/>
                  </a:cubicBezTo>
                  <a:cubicBezTo>
                    <a:pt x="85" y="73"/>
                    <a:pt x="84" y="73"/>
                    <a:pt x="84" y="72"/>
                  </a:cubicBezTo>
                  <a:cubicBezTo>
                    <a:pt x="84" y="71"/>
                    <a:pt x="83" y="70"/>
                    <a:pt x="83" y="69"/>
                  </a:cubicBezTo>
                  <a:cubicBezTo>
                    <a:pt x="82" y="68"/>
                    <a:pt x="82" y="67"/>
                    <a:pt x="81" y="65"/>
                  </a:cubicBezTo>
                  <a:cubicBezTo>
                    <a:pt x="81" y="65"/>
                    <a:pt x="81" y="65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79" y="62"/>
                    <a:pt x="79" y="61"/>
                    <a:pt x="78" y="61"/>
                  </a:cubicBezTo>
                  <a:cubicBezTo>
                    <a:pt x="78" y="60"/>
                    <a:pt x="77" y="59"/>
                    <a:pt x="77" y="58"/>
                  </a:cubicBezTo>
                  <a:cubicBezTo>
                    <a:pt x="76" y="58"/>
                    <a:pt x="75" y="57"/>
                    <a:pt x="74" y="56"/>
                  </a:cubicBezTo>
                  <a:cubicBezTo>
                    <a:pt x="74" y="56"/>
                    <a:pt x="72" y="53"/>
                    <a:pt x="73" y="53"/>
                  </a:cubicBezTo>
                  <a:cubicBezTo>
                    <a:pt x="73" y="52"/>
                    <a:pt x="73" y="52"/>
                    <a:pt x="74" y="52"/>
                  </a:cubicBezTo>
                  <a:cubicBezTo>
                    <a:pt x="74" y="52"/>
                    <a:pt x="74" y="53"/>
                    <a:pt x="74" y="53"/>
                  </a:cubicBezTo>
                  <a:cubicBezTo>
                    <a:pt x="75" y="54"/>
                    <a:pt x="76" y="55"/>
                    <a:pt x="76" y="56"/>
                  </a:cubicBezTo>
                  <a:cubicBezTo>
                    <a:pt x="77" y="56"/>
                    <a:pt x="77" y="56"/>
                    <a:pt x="78" y="56"/>
                  </a:cubicBezTo>
                  <a:cubicBezTo>
                    <a:pt x="78" y="57"/>
                    <a:pt x="78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2" y="58"/>
                    <a:pt x="83" y="59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3" y="61"/>
                    <a:pt x="82" y="61"/>
                    <a:pt x="82" y="61"/>
                  </a:cubicBezTo>
                  <a:cubicBezTo>
                    <a:pt x="82" y="62"/>
                    <a:pt x="83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6" y="62"/>
                    <a:pt x="86" y="64"/>
                    <a:pt x="86" y="65"/>
                  </a:cubicBezTo>
                  <a:cubicBezTo>
                    <a:pt x="87" y="65"/>
                    <a:pt x="87" y="65"/>
                    <a:pt x="88" y="66"/>
                  </a:cubicBezTo>
                  <a:cubicBezTo>
                    <a:pt x="88" y="67"/>
                    <a:pt x="89" y="68"/>
                    <a:pt x="89" y="69"/>
                  </a:cubicBezTo>
                  <a:cubicBezTo>
                    <a:pt x="90" y="69"/>
                    <a:pt x="90" y="69"/>
                    <a:pt x="90" y="70"/>
                  </a:cubicBezTo>
                  <a:cubicBezTo>
                    <a:pt x="91" y="70"/>
                    <a:pt x="91" y="71"/>
                    <a:pt x="91" y="71"/>
                  </a:cubicBezTo>
                  <a:cubicBezTo>
                    <a:pt x="92" y="72"/>
                    <a:pt x="92" y="72"/>
                    <a:pt x="93" y="72"/>
                  </a:cubicBezTo>
                  <a:cubicBezTo>
                    <a:pt x="93" y="73"/>
                    <a:pt x="93" y="73"/>
                    <a:pt x="93" y="74"/>
                  </a:cubicBezTo>
                  <a:cubicBezTo>
                    <a:pt x="94" y="74"/>
                    <a:pt x="95" y="75"/>
                    <a:pt x="94" y="75"/>
                  </a:cubicBezTo>
                  <a:cubicBezTo>
                    <a:pt x="95" y="75"/>
                    <a:pt x="95" y="76"/>
                    <a:pt x="95" y="76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7" y="78"/>
                    <a:pt x="96" y="79"/>
                    <a:pt x="96" y="80"/>
                  </a:cubicBezTo>
                  <a:cubicBezTo>
                    <a:pt x="95" y="82"/>
                    <a:pt x="94" y="82"/>
                    <a:pt x="93" y="83"/>
                  </a:cubicBezTo>
                  <a:cubicBezTo>
                    <a:pt x="92" y="84"/>
                    <a:pt x="92" y="85"/>
                    <a:pt x="91" y="85"/>
                  </a:cubicBezTo>
                  <a:cubicBezTo>
                    <a:pt x="90" y="86"/>
                    <a:pt x="89" y="86"/>
                    <a:pt x="89" y="87"/>
                  </a:cubicBezTo>
                  <a:cubicBezTo>
                    <a:pt x="89" y="87"/>
                    <a:pt x="88" y="87"/>
                    <a:pt x="88" y="88"/>
                  </a:cubicBezTo>
                  <a:cubicBezTo>
                    <a:pt x="87" y="88"/>
                    <a:pt x="86" y="89"/>
                    <a:pt x="85" y="89"/>
                  </a:cubicBezTo>
                  <a:cubicBezTo>
                    <a:pt x="85" y="90"/>
                    <a:pt x="84" y="90"/>
                    <a:pt x="84" y="91"/>
                  </a:cubicBezTo>
                  <a:cubicBezTo>
                    <a:pt x="83" y="91"/>
                    <a:pt x="83" y="91"/>
                    <a:pt x="82" y="91"/>
                  </a:cubicBezTo>
                  <a:cubicBezTo>
                    <a:pt x="81" y="92"/>
                    <a:pt x="81" y="93"/>
                    <a:pt x="80" y="94"/>
                  </a:cubicBezTo>
                  <a:cubicBezTo>
                    <a:pt x="79" y="94"/>
                    <a:pt x="78" y="95"/>
                    <a:pt x="78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6" y="96"/>
                    <a:pt x="76" y="97"/>
                    <a:pt x="75" y="97"/>
                  </a:cubicBezTo>
                  <a:cubicBezTo>
                    <a:pt x="74" y="98"/>
                    <a:pt x="74" y="98"/>
                    <a:pt x="73" y="98"/>
                  </a:cubicBezTo>
                  <a:cubicBezTo>
                    <a:pt x="71" y="99"/>
                    <a:pt x="70" y="100"/>
                    <a:pt x="68" y="101"/>
                  </a:cubicBezTo>
                  <a:cubicBezTo>
                    <a:pt x="68" y="101"/>
                    <a:pt x="67" y="102"/>
                    <a:pt x="67" y="102"/>
                  </a:cubicBezTo>
                  <a:cubicBezTo>
                    <a:pt x="66" y="102"/>
                    <a:pt x="66" y="103"/>
                    <a:pt x="65" y="103"/>
                  </a:cubicBezTo>
                  <a:cubicBezTo>
                    <a:pt x="64" y="103"/>
                    <a:pt x="63" y="103"/>
                    <a:pt x="62" y="104"/>
                  </a:cubicBezTo>
                  <a:cubicBezTo>
                    <a:pt x="61" y="104"/>
                    <a:pt x="61" y="105"/>
                    <a:pt x="60" y="105"/>
                  </a:cubicBezTo>
                  <a:cubicBezTo>
                    <a:pt x="59" y="105"/>
                    <a:pt x="57" y="106"/>
                    <a:pt x="57" y="106"/>
                  </a:cubicBezTo>
                  <a:cubicBezTo>
                    <a:pt x="56" y="105"/>
                    <a:pt x="54" y="105"/>
                    <a:pt x="54" y="104"/>
                  </a:cubicBezTo>
                  <a:cubicBezTo>
                    <a:pt x="53" y="104"/>
                    <a:pt x="53" y="103"/>
                    <a:pt x="52" y="102"/>
                  </a:cubicBezTo>
                  <a:cubicBezTo>
                    <a:pt x="52" y="102"/>
                    <a:pt x="51" y="101"/>
                    <a:pt x="51" y="101"/>
                  </a:cubicBezTo>
                  <a:cubicBezTo>
                    <a:pt x="51" y="101"/>
                    <a:pt x="50" y="99"/>
                    <a:pt x="50" y="99"/>
                  </a:cubicBezTo>
                  <a:cubicBezTo>
                    <a:pt x="49" y="98"/>
                    <a:pt x="49" y="97"/>
                    <a:pt x="48" y="97"/>
                  </a:cubicBezTo>
                  <a:cubicBezTo>
                    <a:pt x="47" y="97"/>
                    <a:pt x="47" y="97"/>
                    <a:pt x="46" y="97"/>
                  </a:cubicBezTo>
                  <a:cubicBezTo>
                    <a:pt x="46" y="97"/>
                    <a:pt x="45" y="97"/>
                    <a:pt x="45" y="98"/>
                  </a:cubicBezTo>
                  <a:cubicBezTo>
                    <a:pt x="44" y="98"/>
                    <a:pt x="43" y="98"/>
                    <a:pt x="42" y="98"/>
                  </a:cubicBezTo>
                  <a:cubicBezTo>
                    <a:pt x="40" y="98"/>
                    <a:pt x="41" y="94"/>
                    <a:pt x="40" y="9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39" y="92"/>
                    <a:pt x="39" y="95"/>
                    <a:pt x="39" y="96"/>
                  </a:cubicBezTo>
                  <a:cubicBezTo>
                    <a:pt x="39" y="96"/>
                    <a:pt x="39" y="96"/>
                    <a:pt x="39" y="97"/>
                  </a:cubicBezTo>
                  <a:cubicBezTo>
                    <a:pt x="39" y="97"/>
                    <a:pt x="38" y="98"/>
                    <a:pt x="38" y="99"/>
                  </a:cubicBezTo>
                  <a:cubicBezTo>
                    <a:pt x="38" y="101"/>
                    <a:pt x="39" y="105"/>
                    <a:pt x="35" y="106"/>
                  </a:cubicBezTo>
                  <a:cubicBezTo>
                    <a:pt x="35" y="106"/>
                    <a:pt x="34" y="106"/>
                    <a:pt x="33" y="106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1" y="103"/>
                    <a:pt x="30" y="103"/>
                    <a:pt x="30" y="102"/>
                  </a:cubicBezTo>
                  <a:cubicBezTo>
                    <a:pt x="30" y="100"/>
                    <a:pt x="30" y="99"/>
                    <a:pt x="30" y="97"/>
                  </a:cubicBezTo>
                  <a:cubicBezTo>
                    <a:pt x="30" y="97"/>
                    <a:pt x="30" y="97"/>
                    <a:pt x="30" y="96"/>
                  </a:cubicBezTo>
                  <a:cubicBezTo>
                    <a:pt x="30" y="96"/>
                    <a:pt x="30" y="96"/>
                    <a:pt x="30" y="95"/>
                  </a:cubicBezTo>
                  <a:cubicBezTo>
                    <a:pt x="30" y="95"/>
                    <a:pt x="30" y="94"/>
                    <a:pt x="30" y="93"/>
                  </a:cubicBezTo>
                  <a:cubicBezTo>
                    <a:pt x="30" y="93"/>
                    <a:pt x="30" y="92"/>
                    <a:pt x="31" y="91"/>
                  </a:cubicBezTo>
                  <a:cubicBezTo>
                    <a:pt x="31" y="90"/>
                    <a:pt x="31" y="88"/>
                    <a:pt x="30" y="87"/>
                  </a:cubicBezTo>
                  <a:cubicBezTo>
                    <a:pt x="30" y="86"/>
                    <a:pt x="31" y="85"/>
                    <a:pt x="31" y="84"/>
                  </a:cubicBezTo>
                  <a:cubicBezTo>
                    <a:pt x="30" y="83"/>
                    <a:pt x="24" y="88"/>
                    <a:pt x="22" y="84"/>
                  </a:cubicBezTo>
                  <a:cubicBezTo>
                    <a:pt x="22" y="84"/>
                    <a:pt x="22" y="83"/>
                    <a:pt x="22" y="83"/>
                  </a:cubicBezTo>
                  <a:cubicBezTo>
                    <a:pt x="22" y="82"/>
                    <a:pt x="22" y="81"/>
                    <a:pt x="23" y="80"/>
                  </a:cubicBezTo>
                  <a:cubicBezTo>
                    <a:pt x="23" y="79"/>
                    <a:pt x="23" y="78"/>
                    <a:pt x="24" y="77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5"/>
                    <a:pt x="26" y="74"/>
                    <a:pt x="26" y="73"/>
                  </a:cubicBezTo>
                  <a:cubicBezTo>
                    <a:pt x="27" y="72"/>
                    <a:pt x="26" y="72"/>
                    <a:pt x="26" y="71"/>
                  </a:cubicBezTo>
                  <a:cubicBezTo>
                    <a:pt x="26" y="70"/>
                    <a:pt x="26" y="67"/>
                    <a:pt x="24" y="66"/>
                  </a:cubicBezTo>
                  <a:cubicBezTo>
                    <a:pt x="23" y="66"/>
                    <a:pt x="23" y="66"/>
                    <a:pt x="22" y="66"/>
                  </a:cubicBezTo>
                  <a:cubicBezTo>
                    <a:pt x="21" y="67"/>
                    <a:pt x="21" y="70"/>
                    <a:pt x="21" y="71"/>
                  </a:cubicBezTo>
                  <a:cubicBezTo>
                    <a:pt x="20" y="72"/>
                    <a:pt x="20" y="72"/>
                    <a:pt x="20" y="73"/>
                  </a:cubicBezTo>
                  <a:cubicBezTo>
                    <a:pt x="20" y="74"/>
                    <a:pt x="19" y="75"/>
                    <a:pt x="19" y="76"/>
                  </a:cubicBezTo>
                  <a:cubicBezTo>
                    <a:pt x="19" y="77"/>
                    <a:pt x="19" y="78"/>
                    <a:pt x="18" y="78"/>
                  </a:cubicBezTo>
                  <a:cubicBezTo>
                    <a:pt x="18" y="79"/>
                    <a:pt x="18" y="80"/>
                    <a:pt x="17" y="81"/>
                  </a:cubicBezTo>
                  <a:cubicBezTo>
                    <a:pt x="17" y="82"/>
                    <a:pt x="15" y="83"/>
                    <a:pt x="15" y="84"/>
                  </a:cubicBezTo>
                  <a:cubicBezTo>
                    <a:pt x="14" y="84"/>
                    <a:pt x="13" y="85"/>
                    <a:pt x="13" y="85"/>
                  </a:cubicBezTo>
                  <a:cubicBezTo>
                    <a:pt x="11" y="85"/>
                    <a:pt x="10" y="86"/>
                    <a:pt x="9" y="87"/>
                  </a:cubicBezTo>
                  <a:cubicBezTo>
                    <a:pt x="8" y="87"/>
                    <a:pt x="8" y="87"/>
                    <a:pt x="7" y="87"/>
                  </a:cubicBezTo>
                  <a:cubicBezTo>
                    <a:pt x="6" y="87"/>
                    <a:pt x="5" y="87"/>
                    <a:pt x="4" y="87"/>
                  </a:cubicBezTo>
                  <a:cubicBezTo>
                    <a:pt x="3" y="88"/>
                    <a:pt x="2" y="88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0" y="84"/>
                    <a:pt x="4" y="80"/>
                    <a:pt x="5" y="79"/>
                  </a:cubicBezTo>
                  <a:cubicBezTo>
                    <a:pt x="5" y="79"/>
                    <a:pt x="6" y="79"/>
                    <a:pt x="6" y="79"/>
                  </a:cubicBezTo>
                  <a:cubicBezTo>
                    <a:pt x="6" y="78"/>
                    <a:pt x="6" y="78"/>
                    <a:pt x="6" y="77"/>
                  </a:cubicBezTo>
                  <a:cubicBezTo>
                    <a:pt x="7" y="77"/>
                    <a:pt x="7" y="77"/>
                    <a:pt x="7" y="76"/>
                  </a:cubicBezTo>
                  <a:cubicBezTo>
                    <a:pt x="9" y="74"/>
                    <a:pt x="10" y="72"/>
                    <a:pt x="12" y="70"/>
                  </a:cubicBezTo>
                  <a:cubicBezTo>
                    <a:pt x="12" y="69"/>
                    <a:pt x="13" y="67"/>
                    <a:pt x="13" y="66"/>
                  </a:cubicBezTo>
                  <a:cubicBezTo>
                    <a:pt x="13" y="65"/>
                    <a:pt x="14" y="65"/>
                    <a:pt x="14" y="64"/>
                  </a:cubicBezTo>
                  <a:cubicBezTo>
                    <a:pt x="15" y="63"/>
                    <a:pt x="15" y="62"/>
                    <a:pt x="15" y="60"/>
                  </a:cubicBezTo>
                  <a:cubicBezTo>
                    <a:pt x="16" y="59"/>
                    <a:pt x="16" y="58"/>
                    <a:pt x="17" y="57"/>
                  </a:cubicBezTo>
                  <a:cubicBezTo>
                    <a:pt x="17" y="57"/>
                    <a:pt x="17" y="57"/>
                    <a:pt x="17" y="56"/>
                  </a:cubicBezTo>
                  <a:cubicBezTo>
                    <a:pt x="17" y="55"/>
                    <a:pt x="16" y="55"/>
                    <a:pt x="15" y="54"/>
                  </a:cubicBezTo>
                  <a:cubicBezTo>
                    <a:pt x="15" y="54"/>
                    <a:pt x="15" y="53"/>
                    <a:pt x="14" y="53"/>
                  </a:cubicBezTo>
                  <a:cubicBezTo>
                    <a:pt x="14" y="51"/>
                    <a:pt x="13" y="50"/>
                    <a:pt x="12" y="49"/>
                  </a:cubicBezTo>
                  <a:cubicBezTo>
                    <a:pt x="12" y="48"/>
                    <a:pt x="11" y="48"/>
                    <a:pt x="10" y="47"/>
                  </a:cubicBezTo>
                  <a:cubicBezTo>
                    <a:pt x="10" y="47"/>
                    <a:pt x="10" y="46"/>
                    <a:pt x="10" y="46"/>
                  </a:cubicBezTo>
                  <a:cubicBezTo>
                    <a:pt x="10" y="45"/>
                    <a:pt x="12" y="42"/>
                    <a:pt x="13" y="41"/>
                  </a:cubicBezTo>
                  <a:cubicBezTo>
                    <a:pt x="13" y="40"/>
                    <a:pt x="14" y="40"/>
                    <a:pt x="14" y="39"/>
                  </a:cubicBezTo>
                  <a:cubicBezTo>
                    <a:pt x="14" y="38"/>
                    <a:pt x="14" y="38"/>
                    <a:pt x="15" y="37"/>
                  </a:cubicBezTo>
                  <a:cubicBezTo>
                    <a:pt x="15" y="36"/>
                    <a:pt x="16" y="34"/>
                    <a:pt x="15" y="33"/>
                  </a:cubicBezTo>
                  <a:cubicBezTo>
                    <a:pt x="14" y="32"/>
                    <a:pt x="12" y="32"/>
                    <a:pt x="12" y="32"/>
                  </a:cubicBezTo>
                  <a:cubicBezTo>
                    <a:pt x="11" y="32"/>
                    <a:pt x="10" y="33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  <a:cubicBezTo>
                    <a:pt x="6" y="33"/>
                    <a:pt x="6" y="34"/>
                    <a:pt x="5" y="34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3" y="35"/>
                    <a:pt x="2" y="36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2" y="30"/>
                    <a:pt x="4" y="27"/>
                    <a:pt x="7" y="25"/>
                  </a:cubicBezTo>
                  <a:cubicBezTo>
                    <a:pt x="8" y="24"/>
                    <a:pt x="8" y="23"/>
                    <a:pt x="9" y="22"/>
                  </a:cubicBezTo>
                  <a:cubicBezTo>
                    <a:pt x="10" y="22"/>
                    <a:pt x="10" y="21"/>
                    <a:pt x="10" y="21"/>
                  </a:cubicBezTo>
                  <a:cubicBezTo>
                    <a:pt x="10" y="21"/>
                    <a:pt x="11" y="20"/>
                    <a:pt x="11" y="19"/>
                  </a:cubicBezTo>
                  <a:cubicBezTo>
                    <a:pt x="12" y="19"/>
                    <a:pt x="12" y="19"/>
                    <a:pt x="12" y="18"/>
                  </a:cubicBezTo>
                  <a:cubicBezTo>
                    <a:pt x="13" y="18"/>
                    <a:pt x="13" y="17"/>
                    <a:pt x="14" y="16"/>
                  </a:cubicBezTo>
                  <a:cubicBezTo>
                    <a:pt x="14" y="16"/>
                    <a:pt x="15" y="15"/>
                    <a:pt x="15" y="15"/>
                  </a:cubicBezTo>
                  <a:cubicBezTo>
                    <a:pt x="16" y="13"/>
                    <a:pt x="17" y="12"/>
                    <a:pt x="18" y="11"/>
                  </a:cubicBezTo>
                  <a:cubicBezTo>
                    <a:pt x="19" y="10"/>
                    <a:pt x="19" y="9"/>
                    <a:pt x="20" y="9"/>
                  </a:cubicBezTo>
                  <a:cubicBezTo>
                    <a:pt x="22" y="7"/>
                    <a:pt x="23" y="4"/>
                    <a:pt x="25" y="3"/>
                  </a:cubicBezTo>
                  <a:cubicBezTo>
                    <a:pt x="25" y="3"/>
                    <a:pt x="26" y="3"/>
                    <a:pt x="2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Freeform 9"/>
            <p:cNvSpPr>
              <a:spLocks noEditPoints="1"/>
            </p:cNvSpPr>
            <p:nvPr/>
          </p:nvSpPr>
          <p:spPr bwMode="auto">
            <a:xfrm>
              <a:off x="5067300" y="2651125"/>
              <a:ext cx="201613" cy="306388"/>
            </a:xfrm>
            <a:custGeom>
              <a:avLst/>
              <a:gdLst>
                <a:gd name="T0" fmla="*/ 47 w 74"/>
                <a:gd name="T1" fmla="*/ 56 h 112"/>
                <a:gd name="T2" fmla="*/ 46 w 74"/>
                <a:gd name="T3" fmla="*/ 69 h 112"/>
                <a:gd name="T4" fmla="*/ 58 w 74"/>
                <a:gd name="T5" fmla="*/ 69 h 112"/>
                <a:gd name="T6" fmla="*/ 24 w 74"/>
                <a:gd name="T7" fmla="*/ 33 h 112"/>
                <a:gd name="T8" fmla="*/ 29 w 74"/>
                <a:gd name="T9" fmla="*/ 10 h 112"/>
                <a:gd name="T10" fmla="*/ 28 w 74"/>
                <a:gd name="T11" fmla="*/ 24 h 112"/>
                <a:gd name="T12" fmla="*/ 34 w 74"/>
                <a:gd name="T13" fmla="*/ 34 h 112"/>
                <a:gd name="T14" fmla="*/ 35 w 74"/>
                <a:gd name="T15" fmla="*/ 30 h 112"/>
                <a:gd name="T16" fmla="*/ 37 w 74"/>
                <a:gd name="T17" fmla="*/ 15 h 112"/>
                <a:gd name="T18" fmla="*/ 8 w 74"/>
                <a:gd name="T19" fmla="*/ 11 h 112"/>
                <a:gd name="T20" fmla="*/ 16 w 74"/>
                <a:gd name="T21" fmla="*/ 30 h 112"/>
                <a:gd name="T22" fmla="*/ 18 w 74"/>
                <a:gd name="T23" fmla="*/ 25 h 112"/>
                <a:gd name="T24" fmla="*/ 10 w 74"/>
                <a:gd name="T25" fmla="*/ 8 h 112"/>
                <a:gd name="T26" fmla="*/ 10 w 74"/>
                <a:gd name="T27" fmla="*/ 0 h 112"/>
                <a:gd name="T28" fmla="*/ 18 w 74"/>
                <a:gd name="T29" fmla="*/ 9 h 112"/>
                <a:gd name="T30" fmla="*/ 22 w 74"/>
                <a:gd name="T31" fmla="*/ 15 h 112"/>
                <a:gd name="T32" fmla="*/ 26 w 74"/>
                <a:gd name="T33" fmla="*/ 8 h 112"/>
                <a:gd name="T34" fmla="*/ 39 w 74"/>
                <a:gd name="T35" fmla="*/ 3 h 112"/>
                <a:gd name="T36" fmla="*/ 44 w 74"/>
                <a:gd name="T37" fmla="*/ 20 h 112"/>
                <a:gd name="T38" fmla="*/ 42 w 74"/>
                <a:gd name="T39" fmla="*/ 32 h 112"/>
                <a:gd name="T40" fmla="*/ 37 w 74"/>
                <a:gd name="T41" fmla="*/ 39 h 112"/>
                <a:gd name="T42" fmla="*/ 38 w 74"/>
                <a:gd name="T43" fmla="*/ 51 h 112"/>
                <a:gd name="T44" fmla="*/ 42 w 74"/>
                <a:gd name="T45" fmla="*/ 52 h 112"/>
                <a:gd name="T46" fmla="*/ 46 w 74"/>
                <a:gd name="T47" fmla="*/ 44 h 112"/>
                <a:gd name="T48" fmla="*/ 50 w 74"/>
                <a:gd name="T49" fmla="*/ 36 h 112"/>
                <a:gd name="T50" fmla="*/ 59 w 74"/>
                <a:gd name="T51" fmla="*/ 25 h 112"/>
                <a:gd name="T52" fmla="*/ 69 w 74"/>
                <a:gd name="T53" fmla="*/ 20 h 112"/>
                <a:gd name="T54" fmla="*/ 54 w 74"/>
                <a:gd name="T55" fmla="*/ 40 h 112"/>
                <a:gd name="T56" fmla="*/ 48 w 74"/>
                <a:gd name="T57" fmla="*/ 53 h 112"/>
                <a:gd name="T58" fmla="*/ 56 w 74"/>
                <a:gd name="T59" fmla="*/ 55 h 112"/>
                <a:gd name="T60" fmla="*/ 67 w 74"/>
                <a:gd name="T61" fmla="*/ 58 h 112"/>
                <a:gd name="T62" fmla="*/ 66 w 74"/>
                <a:gd name="T63" fmla="*/ 76 h 112"/>
                <a:gd name="T64" fmla="*/ 64 w 74"/>
                <a:gd name="T65" fmla="*/ 86 h 112"/>
                <a:gd name="T66" fmla="*/ 54 w 74"/>
                <a:gd name="T67" fmla="*/ 95 h 112"/>
                <a:gd name="T68" fmla="*/ 56 w 74"/>
                <a:gd name="T69" fmla="*/ 90 h 112"/>
                <a:gd name="T70" fmla="*/ 60 w 74"/>
                <a:gd name="T71" fmla="*/ 83 h 112"/>
                <a:gd name="T72" fmla="*/ 57 w 74"/>
                <a:gd name="T73" fmla="*/ 80 h 112"/>
                <a:gd name="T74" fmla="*/ 44 w 74"/>
                <a:gd name="T75" fmla="*/ 76 h 112"/>
                <a:gd name="T76" fmla="*/ 35 w 74"/>
                <a:gd name="T77" fmla="*/ 79 h 112"/>
                <a:gd name="T78" fmla="*/ 32 w 74"/>
                <a:gd name="T79" fmla="*/ 86 h 112"/>
                <a:gd name="T80" fmla="*/ 26 w 74"/>
                <a:gd name="T81" fmla="*/ 98 h 112"/>
                <a:gd name="T82" fmla="*/ 24 w 74"/>
                <a:gd name="T83" fmla="*/ 106 h 112"/>
                <a:gd name="T84" fmla="*/ 18 w 74"/>
                <a:gd name="T85" fmla="*/ 101 h 112"/>
                <a:gd name="T86" fmla="*/ 22 w 74"/>
                <a:gd name="T87" fmla="*/ 95 h 112"/>
                <a:gd name="T88" fmla="*/ 25 w 74"/>
                <a:gd name="T89" fmla="*/ 87 h 112"/>
                <a:gd name="T90" fmla="*/ 28 w 74"/>
                <a:gd name="T91" fmla="*/ 76 h 112"/>
                <a:gd name="T92" fmla="*/ 33 w 74"/>
                <a:gd name="T93" fmla="*/ 69 h 112"/>
                <a:gd name="T94" fmla="*/ 36 w 74"/>
                <a:gd name="T95" fmla="*/ 62 h 112"/>
                <a:gd name="T96" fmla="*/ 30 w 74"/>
                <a:gd name="T97" fmla="*/ 46 h 112"/>
                <a:gd name="T98" fmla="*/ 23 w 74"/>
                <a:gd name="T99" fmla="*/ 39 h 112"/>
                <a:gd name="T100" fmla="*/ 23 w 74"/>
                <a:gd name="T101" fmla="*/ 52 h 112"/>
                <a:gd name="T102" fmla="*/ 23 w 74"/>
                <a:gd name="T103" fmla="*/ 67 h 112"/>
                <a:gd name="T104" fmla="*/ 17 w 74"/>
                <a:gd name="T105" fmla="*/ 77 h 112"/>
                <a:gd name="T106" fmla="*/ 8 w 74"/>
                <a:gd name="T107" fmla="*/ 69 h 112"/>
                <a:gd name="T108" fmla="*/ 2 w 74"/>
                <a:gd name="T109" fmla="*/ 54 h 112"/>
                <a:gd name="T110" fmla="*/ 0 w 74"/>
                <a:gd name="T111" fmla="*/ 42 h 112"/>
                <a:gd name="T112" fmla="*/ 8 w 74"/>
                <a:gd name="T113" fmla="*/ 49 h 112"/>
                <a:gd name="T114" fmla="*/ 13 w 74"/>
                <a:gd name="T115" fmla="*/ 54 h 112"/>
                <a:gd name="T116" fmla="*/ 14 w 74"/>
                <a:gd name="T117" fmla="*/ 39 h 112"/>
                <a:gd name="T118" fmla="*/ 10 w 74"/>
                <a:gd name="T119" fmla="*/ 30 h 112"/>
                <a:gd name="T120" fmla="*/ 3 w 74"/>
                <a:gd name="T121" fmla="*/ 17 h 112"/>
                <a:gd name="T122" fmla="*/ 2 w 74"/>
                <a:gd name="T123" fmla="*/ 10 h 112"/>
                <a:gd name="T124" fmla="*/ 4 w 74"/>
                <a:gd name="T125" fmla="*/ 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" h="112">
                  <a:moveTo>
                    <a:pt x="65" y="61"/>
                  </a:moveTo>
                  <a:cubicBezTo>
                    <a:pt x="65" y="62"/>
                    <a:pt x="65" y="62"/>
                    <a:pt x="66" y="63"/>
                  </a:cubicBezTo>
                  <a:cubicBezTo>
                    <a:pt x="66" y="63"/>
                    <a:pt x="66" y="64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6" y="63"/>
                    <a:pt x="65" y="62"/>
                    <a:pt x="65" y="61"/>
                  </a:cubicBezTo>
                  <a:close/>
                  <a:moveTo>
                    <a:pt x="47" y="56"/>
                  </a:moveTo>
                  <a:cubicBezTo>
                    <a:pt x="47" y="57"/>
                    <a:pt x="47" y="57"/>
                    <a:pt x="47" y="58"/>
                  </a:cubicBezTo>
                  <a:cubicBezTo>
                    <a:pt x="46" y="59"/>
                    <a:pt x="46" y="60"/>
                    <a:pt x="46" y="60"/>
                  </a:cubicBezTo>
                  <a:cubicBezTo>
                    <a:pt x="46" y="61"/>
                    <a:pt x="45" y="61"/>
                    <a:pt x="45" y="62"/>
                  </a:cubicBezTo>
                  <a:cubicBezTo>
                    <a:pt x="45" y="62"/>
                    <a:pt x="44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8"/>
                    <a:pt x="46" y="69"/>
                    <a:pt x="46" y="69"/>
                  </a:cubicBezTo>
                  <a:cubicBezTo>
                    <a:pt x="46" y="69"/>
                    <a:pt x="46" y="70"/>
                    <a:pt x="46" y="70"/>
                  </a:cubicBezTo>
                  <a:cubicBezTo>
                    <a:pt x="47" y="71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4"/>
                    <a:pt x="52" y="74"/>
                    <a:pt x="53" y="74"/>
                  </a:cubicBezTo>
                  <a:cubicBezTo>
                    <a:pt x="53" y="73"/>
                    <a:pt x="55" y="72"/>
                    <a:pt x="56" y="71"/>
                  </a:cubicBezTo>
                  <a:cubicBezTo>
                    <a:pt x="56" y="70"/>
                    <a:pt x="57" y="69"/>
                    <a:pt x="58" y="69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66"/>
                    <a:pt x="56" y="63"/>
                    <a:pt x="54" y="61"/>
                  </a:cubicBezTo>
                  <a:cubicBezTo>
                    <a:pt x="54" y="61"/>
                    <a:pt x="53" y="61"/>
                    <a:pt x="53" y="60"/>
                  </a:cubicBezTo>
                  <a:cubicBezTo>
                    <a:pt x="52" y="60"/>
                    <a:pt x="51" y="60"/>
                    <a:pt x="51" y="59"/>
                  </a:cubicBezTo>
                  <a:cubicBezTo>
                    <a:pt x="50" y="58"/>
                    <a:pt x="49" y="56"/>
                    <a:pt x="47" y="56"/>
                  </a:cubicBezTo>
                  <a:close/>
                  <a:moveTo>
                    <a:pt x="24" y="33"/>
                  </a:moveTo>
                  <a:cubicBezTo>
                    <a:pt x="24" y="33"/>
                    <a:pt x="24" y="34"/>
                    <a:pt x="24" y="34"/>
                  </a:cubicBezTo>
                  <a:cubicBezTo>
                    <a:pt x="24" y="34"/>
                    <a:pt x="24" y="35"/>
                    <a:pt x="24" y="35"/>
                  </a:cubicBezTo>
                  <a:cubicBezTo>
                    <a:pt x="24" y="35"/>
                    <a:pt x="25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lose/>
                  <a:moveTo>
                    <a:pt x="30" y="8"/>
                  </a:moveTo>
                  <a:cubicBezTo>
                    <a:pt x="30" y="9"/>
                    <a:pt x="29" y="9"/>
                    <a:pt x="29" y="10"/>
                  </a:cubicBezTo>
                  <a:cubicBezTo>
                    <a:pt x="28" y="11"/>
                    <a:pt x="28" y="12"/>
                    <a:pt x="28" y="13"/>
                  </a:cubicBezTo>
                  <a:cubicBezTo>
                    <a:pt x="28" y="13"/>
                    <a:pt x="28" y="14"/>
                    <a:pt x="27" y="14"/>
                  </a:cubicBezTo>
                  <a:cubicBezTo>
                    <a:pt x="27" y="15"/>
                    <a:pt x="27" y="16"/>
                    <a:pt x="27" y="16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19"/>
                    <a:pt x="26" y="20"/>
                    <a:pt x="26" y="21"/>
                  </a:cubicBezTo>
                  <a:cubicBezTo>
                    <a:pt x="26" y="22"/>
                    <a:pt x="27" y="23"/>
                    <a:pt x="28" y="24"/>
                  </a:cubicBezTo>
                  <a:cubicBezTo>
                    <a:pt x="28" y="25"/>
                    <a:pt x="29" y="25"/>
                    <a:pt x="29" y="26"/>
                  </a:cubicBezTo>
                  <a:cubicBezTo>
                    <a:pt x="29" y="27"/>
                    <a:pt x="30" y="28"/>
                    <a:pt x="30" y="28"/>
                  </a:cubicBezTo>
                  <a:cubicBezTo>
                    <a:pt x="31" y="29"/>
                    <a:pt x="31" y="30"/>
                    <a:pt x="32" y="30"/>
                  </a:cubicBezTo>
                  <a:cubicBezTo>
                    <a:pt x="32" y="31"/>
                    <a:pt x="33" y="32"/>
                    <a:pt x="33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2"/>
                  </a:cubicBezTo>
                  <a:cubicBezTo>
                    <a:pt x="34" y="32"/>
                    <a:pt x="34" y="31"/>
                    <a:pt x="34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6" y="29"/>
                    <a:pt x="36" y="28"/>
                    <a:pt x="36" y="27"/>
                  </a:cubicBezTo>
                  <a:cubicBezTo>
                    <a:pt x="36" y="26"/>
                    <a:pt x="35" y="25"/>
                    <a:pt x="35" y="24"/>
                  </a:cubicBezTo>
                  <a:cubicBezTo>
                    <a:pt x="36" y="23"/>
                    <a:pt x="36" y="23"/>
                    <a:pt x="37" y="22"/>
                  </a:cubicBezTo>
                  <a:cubicBezTo>
                    <a:pt x="36" y="21"/>
                    <a:pt x="36" y="20"/>
                    <a:pt x="36" y="18"/>
                  </a:cubicBezTo>
                  <a:cubicBezTo>
                    <a:pt x="36" y="18"/>
                    <a:pt x="36" y="18"/>
                    <a:pt x="37" y="17"/>
                  </a:cubicBezTo>
                  <a:cubicBezTo>
                    <a:pt x="37" y="17"/>
                    <a:pt x="36" y="16"/>
                    <a:pt x="37" y="15"/>
                  </a:cubicBezTo>
                  <a:cubicBezTo>
                    <a:pt x="37" y="15"/>
                    <a:pt x="37" y="14"/>
                    <a:pt x="37" y="14"/>
                  </a:cubicBezTo>
                  <a:cubicBezTo>
                    <a:pt x="37" y="12"/>
                    <a:pt x="36" y="10"/>
                    <a:pt x="34" y="8"/>
                  </a:cubicBezTo>
                  <a:cubicBezTo>
                    <a:pt x="33" y="7"/>
                    <a:pt x="32" y="7"/>
                    <a:pt x="30" y="8"/>
                  </a:cubicBezTo>
                  <a:close/>
                  <a:moveTo>
                    <a:pt x="8" y="6"/>
                  </a:moveTo>
                  <a:cubicBezTo>
                    <a:pt x="8" y="6"/>
                    <a:pt x="8" y="6"/>
                    <a:pt x="8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2"/>
                    <a:pt x="8" y="14"/>
                    <a:pt x="8" y="15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9"/>
                    <a:pt x="10" y="20"/>
                    <a:pt x="10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2" y="23"/>
                    <a:pt x="13" y="25"/>
                    <a:pt x="13" y="26"/>
                  </a:cubicBezTo>
                  <a:cubicBezTo>
                    <a:pt x="14" y="28"/>
                    <a:pt x="15" y="29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6"/>
                    <a:pt x="16" y="26"/>
                    <a:pt x="17" y="25"/>
                  </a:cubicBezTo>
                  <a:cubicBezTo>
                    <a:pt x="17" y="25"/>
                    <a:pt x="18" y="25"/>
                    <a:pt x="18" y="25"/>
                  </a:cubicBezTo>
                  <a:cubicBezTo>
                    <a:pt x="17" y="25"/>
                    <a:pt x="17" y="24"/>
                    <a:pt x="17" y="24"/>
                  </a:cubicBezTo>
                  <a:cubicBezTo>
                    <a:pt x="18" y="23"/>
                    <a:pt x="18" y="23"/>
                    <a:pt x="18" y="22"/>
                  </a:cubicBezTo>
                  <a:cubicBezTo>
                    <a:pt x="18" y="21"/>
                    <a:pt x="17" y="21"/>
                    <a:pt x="17" y="20"/>
                  </a:cubicBezTo>
                  <a:cubicBezTo>
                    <a:pt x="16" y="19"/>
                    <a:pt x="16" y="18"/>
                    <a:pt x="15" y="17"/>
                  </a:cubicBezTo>
                  <a:cubicBezTo>
                    <a:pt x="14" y="16"/>
                    <a:pt x="14" y="15"/>
                    <a:pt x="14" y="14"/>
                  </a:cubicBezTo>
                  <a:cubicBezTo>
                    <a:pt x="13" y="12"/>
                    <a:pt x="11" y="10"/>
                    <a:pt x="10" y="8"/>
                  </a:cubicBezTo>
                  <a:cubicBezTo>
                    <a:pt x="9" y="8"/>
                    <a:pt x="9" y="7"/>
                    <a:pt x="9" y="7"/>
                  </a:cubicBezTo>
                  <a:cubicBezTo>
                    <a:pt x="8" y="6"/>
                    <a:pt x="8" y="6"/>
                    <a:pt x="8" y="6"/>
                  </a:cubicBezTo>
                  <a:close/>
                  <a:moveTo>
                    <a:pt x="4" y="2"/>
                  </a:moveTo>
                  <a:cubicBezTo>
                    <a:pt x="5" y="1"/>
                    <a:pt x="7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4" y="3"/>
                    <a:pt x="14" y="3"/>
                    <a:pt x="15" y="4"/>
                  </a:cubicBezTo>
                  <a:cubicBezTo>
                    <a:pt x="15" y="5"/>
                    <a:pt x="16" y="5"/>
                    <a:pt x="16" y="6"/>
                  </a:cubicBezTo>
                  <a:cubicBezTo>
                    <a:pt x="17" y="6"/>
                    <a:pt x="17" y="7"/>
                    <a:pt x="18" y="7"/>
                  </a:cubicBezTo>
                  <a:cubicBezTo>
                    <a:pt x="18" y="8"/>
                    <a:pt x="18" y="8"/>
                    <a:pt x="18" y="9"/>
                  </a:cubicBezTo>
                  <a:cubicBezTo>
                    <a:pt x="19" y="10"/>
                    <a:pt x="19" y="10"/>
                    <a:pt x="19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3"/>
                    <a:pt x="21" y="13"/>
                  </a:cubicBezTo>
                  <a:cubicBezTo>
                    <a:pt x="21" y="13"/>
                    <a:pt x="21" y="14"/>
                    <a:pt x="21" y="14"/>
                  </a:cubicBezTo>
                  <a:cubicBezTo>
                    <a:pt x="21" y="14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4"/>
                    <a:pt x="22" y="13"/>
                    <a:pt x="22" y="12"/>
                  </a:cubicBezTo>
                  <a:cubicBezTo>
                    <a:pt x="23" y="11"/>
                    <a:pt x="24" y="11"/>
                    <a:pt x="24" y="10"/>
                  </a:cubicBezTo>
                  <a:cubicBezTo>
                    <a:pt x="24" y="10"/>
                    <a:pt x="25" y="9"/>
                    <a:pt x="25" y="9"/>
                  </a:cubicBezTo>
                  <a:cubicBezTo>
                    <a:pt x="25" y="9"/>
                    <a:pt x="25" y="8"/>
                    <a:pt x="26" y="8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7" y="6"/>
                    <a:pt x="28" y="6"/>
                    <a:pt x="29" y="5"/>
                  </a:cubicBezTo>
                  <a:cubicBezTo>
                    <a:pt x="30" y="4"/>
                    <a:pt x="31" y="3"/>
                    <a:pt x="32" y="3"/>
                  </a:cubicBezTo>
                  <a:cubicBezTo>
                    <a:pt x="33" y="2"/>
                    <a:pt x="34" y="2"/>
                    <a:pt x="34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6" y="2"/>
                    <a:pt x="38" y="2"/>
                    <a:pt x="39" y="3"/>
                  </a:cubicBezTo>
                  <a:cubicBezTo>
                    <a:pt x="40" y="3"/>
                    <a:pt x="43" y="7"/>
                    <a:pt x="44" y="8"/>
                  </a:cubicBezTo>
                  <a:cubicBezTo>
                    <a:pt x="44" y="9"/>
                    <a:pt x="44" y="10"/>
                    <a:pt x="44" y="11"/>
                  </a:cubicBezTo>
                  <a:cubicBezTo>
                    <a:pt x="44" y="11"/>
                    <a:pt x="44" y="12"/>
                    <a:pt x="44" y="12"/>
                  </a:cubicBezTo>
                  <a:cubicBezTo>
                    <a:pt x="45" y="13"/>
                    <a:pt x="44" y="13"/>
                    <a:pt x="44" y="14"/>
                  </a:cubicBezTo>
                  <a:cubicBezTo>
                    <a:pt x="44" y="14"/>
                    <a:pt x="44" y="15"/>
                    <a:pt x="45" y="15"/>
                  </a:cubicBezTo>
                  <a:cubicBezTo>
                    <a:pt x="44" y="17"/>
                    <a:pt x="44" y="19"/>
                    <a:pt x="44" y="20"/>
                  </a:cubicBezTo>
                  <a:cubicBezTo>
                    <a:pt x="44" y="21"/>
                    <a:pt x="44" y="23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3" y="28"/>
                    <a:pt x="43" y="29"/>
                    <a:pt x="43" y="29"/>
                  </a:cubicBezTo>
                  <a:cubicBezTo>
                    <a:pt x="43" y="30"/>
                    <a:pt x="43" y="30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1" y="32"/>
                    <a:pt x="41" y="33"/>
                  </a:cubicBezTo>
                  <a:cubicBezTo>
                    <a:pt x="41" y="33"/>
                    <a:pt x="41" y="34"/>
                    <a:pt x="41" y="34"/>
                  </a:cubicBezTo>
                  <a:cubicBezTo>
                    <a:pt x="40" y="34"/>
                    <a:pt x="40" y="35"/>
                    <a:pt x="40" y="35"/>
                  </a:cubicBezTo>
                  <a:cubicBezTo>
                    <a:pt x="40" y="35"/>
                    <a:pt x="39" y="36"/>
                    <a:pt x="39" y="36"/>
                  </a:cubicBezTo>
                  <a:cubicBezTo>
                    <a:pt x="38" y="37"/>
                    <a:pt x="38" y="37"/>
                    <a:pt x="38" y="38"/>
                  </a:cubicBezTo>
                  <a:cubicBezTo>
                    <a:pt x="37" y="38"/>
                    <a:pt x="37" y="38"/>
                    <a:pt x="37" y="39"/>
                  </a:cubicBezTo>
                  <a:cubicBezTo>
                    <a:pt x="36" y="39"/>
                    <a:pt x="36" y="43"/>
                    <a:pt x="36" y="43"/>
                  </a:cubicBezTo>
                  <a:cubicBezTo>
                    <a:pt x="36" y="44"/>
                    <a:pt x="37" y="45"/>
                    <a:pt x="37" y="45"/>
                  </a:cubicBezTo>
                  <a:cubicBezTo>
                    <a:pt x="37" y="46"/>
                    <a:pt x="36" y="46"/>
                    <a:pt x="36" y="47"/>
                  </a:cubicBezTo>
                  <a:cubicBezTo>
                    <a:pt x="36" y="47"/>
                    <a:pt x="37" y="48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7" y="50"/>
                    <a:pt x="38" y="51"/>
                    <a:pt x="38" y="51"/>
                  </a:cubicBezTo>
                  <a:cubicBezTo>
                    <a:pt x="38" y="52"/>
                    <a:pt x="39" y="54"/>
                    <a:pt x="39" y="55"/>
                  </a:cubicBezTo>
                  <a:cubicBezTo>
                    <a:pt x="39" y="55"/>
                    <a:pt x="39" y="56"/>
                    <a:pt x="39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6"/>
                    <a:pt x="40" y="55"/>
                    <a:pt x="41" y="55"/>
                  </a:cubicBezTo>
                  <a:cubicBezTo>
                    <a:pt x="41" y="55"/>
                    <a:pt x="41" y="54"/>
                    <a:pt x="41" y="54"/>
                  </a:cubicBezTo>
                  <a:cubicBezTo>
                    <a:pt x="41" y="53"/>
                    <a:pt x="41" y="52"/>
                    <a:pt x="42" y="52"/>
                  </a:cubicBezTo>
                  <a:cubicBezTo>
                    <a:pt x="42" y="51"/>
                    <a:pt x="42" y="51"/>
                    <a:pt x="42" y="50"/>
                  </a:cubicBezTo>
                  <a:cubicBezTo>
                    <a:pt x="42" y="50"/>
                    <a:pt x="43" y="49"/>
                    <a:pt x="43" y="49"/>
                  </a:cubicBezTo>
                  <a:cubicBezTo>
                    <a:pt x="43" y="48"/>
                    <a:pt x="43" y="48"/>
                    <a:pt x="44" y="47"/>
                  </a:cubicBezTo>
                  <a:cubicBezTo>
                    <a:pt x="44" y="47"/>
                    <a:pt x="44" y="46"/>
                    <a:pt x="45" y="46"/>
                  </a:cubicBezTo>
                  <a:cubicBezTo>
                    <a:pt x="45" y="46"/>
                    <a:pt x="45" y="45"/>
                    <a:pt x="45" y="45"/>
                  </a:cubicBezTo>
                  <a:cubicBezTo>
                    <a:pt x="45" y="44"/>
                    <a:pt x="46" y="44"/>
                    <a:pt x="46" y="44"/>
                  </a:cubicBezTo>
                  <a:cubicBezTo>
                    <a:pt x="47" y="43"/>
                    <a:pt x="46" y="42"/>
                    <a:pt x="47" y="41"/>
                  </a:cubicBezTo>
                  <a:cubicBezTo>
                    <a:pt x="48" y="41"/>
                    <a:pt x="48" y="40"/>
                    <a:pt x="48" y="40"/>
                  </a:cubicBezTo>
                  <a:cubicBezTo>
                    <a:pt x="48" y="40"/>
                    <a:pt x="48" y="39"/>
                    <a:pt x="48" y="39"/>
                  </a:cubicBezTo>
                  <a:cubicBezTo>
                    <a:pt x="48" y="39"/>
                    <a:pt x="49" y="38"/>
                    <a:pt x="49" y="38"/>
                  </a:cubicBezTo>
                  <a:cubicBezTo>
                    <a:pt x="49" y="37"/>
                    <a:pt x="50" y="37"/>
                    <a:pt x="50" y="37"/>
                  </a:cubicBezTo>
                  <a:cubicBezTo>
                    <a:pt x="50" y="37"/>
                    <a:pt x="50" y="36"/>
                    <a:pt x="50" y="36"/>
                  </a:cubicBezTo>
                  <a:cubicBezTo>
                    <a:pt x="50" y="35"/>
                    <a:pt x="51" y="35"/>
                    <a:pt x="52" y="34"/>
                  </a:cubicBezTo>
                  <a:cubicBezTo>
                    <a:pt x="52" y="33"/>
                    <a:pt x="53" y="32"/>
                    <a:pt x="54" y="31"/>
                  </a:cubicBezTo>
                  <a:cubicBezTo>
                    <a:pt x="54" y="31"/>
                    <a:pt x="55" y="30"/>
                    <a:pt x="56" y="29"/>
                  </a:cubicBezTo>
                  <a:cubicBezTo>
                    <a:pt x="56" y="29"/>
                    <a:pt x="57" y="28"/>
                    <a:pt x="57" y="28"/>
                  </a:cubicBezTo>
                  <a:cubicBezTo>
                    <a:pt x="57" y="27"/>
                    <a:pt x="57" y="27"/>
                    <a:pt x="58" y="26"/>
                  </a:cubicBezTo>
                  <a:cubicBezTo>
                    <a:pt x="58" y="26"/>
                    <a:pt x="59" y="25"/>
                    <a:pt x="59" y="25"/>
                  </a:cubicBezTo>
                  <a:cubicBezTo>
                    <a:pt x="60" y="24"/>
                    <a:pt x="61" y="23"/>
                    <a:pt x="62" y="22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4" y="20"/>
                    <a:pt x="66" y="19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8" y="20"/>
                    <a:pt x="69" y="19"/>
                    <a:pt x="69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8" y="21"/>
                    <a:pt x="67" y="22"/>
                    <a:pt x="66" y="24"/>
                  </a:cubicBezTo>
                  <a:cubicBezTo>
                    <a:pt x="65" y="25"/>
                    <a:pt x="65" y="26"/>
                    <a:pt x="64" y="27"/>
                  </a:cubicBezTo>
                  <a:cubicBezTo>
                    <a:pt x="63" y="29"/>
                    <a:pt x="61" y="29"/>
                    <a:pt x="59" y="31"/>
                  </a:cubicBezTo>
                  <a:cubicBezTo>
                    <a:pt x="58" y="32"/>
                    <a:pt x="58" y="34"/>
                    <a:pt x="57" y="36"/>
                  </a:cubicBezTo>
                  <a:cubicBezTo>
                    <a:pt x="56" y="36"/>
                    <a:pt x="55" y="37"/>
                    <a:pt x="55" y="37"/>
                  </a:cubicBezTo>
                  <a:cubicBezTo>
                    <a:pt x="55" y="38"/>
                    <a:pt x="55" y="39"/>
                    <a:pt x="54" y="40"/>
                  </a:cubicBezTo>
                  <a:cubicBezTo>
                    <a:pt x="54" y="41"/>
                    <a:pt x="53" y="42"/>
                    <a:pt x="52" y="43"/>
                  </a:cubicBezTo>
                  <a:cubicBezTo>
                    <a:pt x="52" y="43"/>
                    <a:pt x="52" y="44"/>
                    <a:pt x="52" y="45"/>
                  </a:cubicBezTo>
                  <a:cubicBezTo>
                    <a:pt x="52" y="45"/>
                    <a:pt x="51" y="45"/>
                    <a:pt x="51" y="46"/>
                  </a:cubicBezTo>
                  <a:cubicBezTo>
                    <a:pt x="51" y="46"/>
                    <a:pt x="51" y="47"/>
                    <a:pt x="51" y="48"/>
                  </a:cubicBezTo>
                  <a:cubicBezTo>
                    <a:pt x="50" y="49"/>
                    <a:pt x="50" y="49"/>
                    <a:pt x="50" y="50"/>
                  </a:cubicBezTo>
                  <a:cubicBezTo>
                    <a:pt x="49" y="51"/>
                    <a:pt x="49" y="52"/>
                    <a:pt x="48" y="53"/>
                  </a:cubicBezTo>
                  <a:cubicBezTo>
                    <a:pt x="49" y="53"/>
                    <a:pt x="49" y="53"/>
                    <a:pt x="48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2" y="53"/>
                    <a:pt x="53" y="54"/>
                  </a:cubicBezTo>
                  <a:cubicBezTo>
                    <a:pt x="53" y="54"/>
                    <a:pt x="53" y="54"/>
                    <a:pt x="54" y="54"/>
                  </a:cubicBezTo>
                  <a:cubicBezTo>
                    <a:pt x="54" y="54"/>
                    <a:pt x="55" y="55"/>
                    <a:pt x="55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8" y="56"/>
                    <a:pt x="58" y="56"/>
                    <a:pt x="59" y="56"/>
                  </a:cubicBezTo>
                  <a:cubicBezTo>
                    <a:pt x="59" y="56"/>
                    <a:pt x="60" y="56"/>
                    <a:pt x="60" y="56"/>
                  </a:cubicBezTo>
                  <a:cubicBezTo>
                    <a:pt x="61" y="57"/>
                    <a:pt x="61" y="58"/>
                    <a:pt x="62" y="58"/>
                  </a:cubicBezTo>
                  <a:cubicBezTo>
                    <a:pt x="63" y="58"/>
                    <a:pt x="63" y="58"/>
                    <a:pt x="64" y="58"/>
                  </a:cubicBezTo>
                  <a:cubicBezTo>
                    <a:pt x="65" y="58"/>
                    <a:pt x="66" y="58"/>
                    <a:pt x="67" y="58"/>
                  </a:cubicBezTo>
                  <a:cubicBezTo>
                    <a:pt x="67" y="59"/>
                    <a:pt x="68" y="59"/>
                    <a:pt x="69" y="60"/>
                  </a:cubicBezTo>
                  <a:cubicBezTo>
                    <a:pt x="70" y="60"/>
                    <a:pt x="71" y="60"/>
                    <a:pt x="72" y="60"/>
                  </a:cubicBezTo>
                  <a:cubicBezTo>
                    <a:pt x="73" y="61"/>
                    <a:pt x="74" y="63"/>
                    <a:pt x="74" y="64"/>
                  </a:cubicBezTo>
                  <a:cubicBezTo>
                    <a:pt x="74" y="67"/>
                    <a:pt x="68" y="69"/>
                    <a:pt x="66" y="72"/>
                  </a:cubicBezTo>
                  <a:cubicBezTo>
                    <a:pt x="66" y="72"/>
                    <a:pt x="66" y="74"/>
                    <a:pt x="66" y="74"/>
                  </a:cubicBezTo>
                  <a:cubicBezTo>
                    <a:pt x="66" y="75"/>
                    <a:pt x="66" y="75"/>
                    <a:pt x="66" y="76"/>
                  </a:cubicBezTo>
                  <a:cubicBezTo>
                    <a:pt x="66" y="77"/>
                    <a:pt x="66" y="77"/>
                    <a:pt x="66" y="78"/>
                  </a:cubicBezTo>
                  <a:cubicBezTo>
                    <a:pt x="66" y="79"/>
                    <a:pt x="66" y="80"/>
                    <a:pt x="66" y="80"/>
                  </a:cubicBezTo>
                  <a:cubicBezTo>
                    <a:pt x="66" y="81"/>
                    <a:pt x="65" y="82"/>
                    <a:pt x="65" y="82"/>
                  </a:cubicBezTo>
                  <a:cubicBezTo>
                    <a:pt x="65" y="83"/>
                    <a:pt x="65" y="83"/>
                    <a:pt x="65" y="84"/>
                  </a:cubicBezTo>
                  <a:cubicBezTo>
                    <a:pt x="65" y="84"/>
                    <a:pt x="65" y="84"/>
                    <a:pt x="64" y="85"/>
                  </a:cubicBezTo>
                  <a:cubicBezTo>
                    <a:pt x="64" y="85"/>
                    <a:pt x="64" y="86"/>
                    <a:pt x="64" y="86"/>
                  </a:cubicBezTo>
                  <a:cubicBezTo>
                    <a:pt x="63" y="87"/>
                    <a:pt x="63" y="88"/>
                    <a:pt x="62" y="89"/>
                  </a:cubicBezTo>
                  <a:cubicBezTo>
                    <a:pt x="62" y="89"/>
                    <a:pt x="62" y="89"/>
                    <a:pt x="61" y="89"/>
                  </a:cubicBezTo>
                  <a:cubicBezTo>
                    <a:pt x="61" y="90"/>
                    <a:pt x="61" y="90"/>
                    <a:pt x="60" y="90"/>
                  </a:cubicBezTo>
                  <a:cubicBezTo>
                    <a:pt x="60" y="91"/>
                    <a:pt x="60" y="91"/>
                    <a:pt x="60" y="92"/>
                  </a:cubicBezTo>
                  <a:cubicBezTo>
                    <a:pt x="59" y="93"/>
                    <a:pt x="57" y="94"/>
                    <a:pt x="56" y="95"/>
                  </a:cubicBezTo>
                  <a:cubicBezTo>
                    <a:pt x="55" y="95"/>
                    <a:pt x="55" y="95"/>
                    <a:pt x="54" y="95"/>
                  </a:cubicBezTo>
                  <a:cubicBezTo>
                    <a:pt x="54" y="95"/>
                    <a:pt x="53" y="96"/>
                    <a:pt x="53" y="96"/>
                  </a:cubicBezTo>
                  <a:cubicBezTo>
                    <a:pt x="53" y="96"/>
                    <a:pt x="52" y="96"/>
                    <a:pt x="52" y="96"/>
                  </a:cubicBezTo>
                  <a:cubicBezTo>
                    <a:pt x="52" y="96"/>
                    <a:pt x="51" y="95"/>
                    <a:pt x="51" y="95"/>
                  </a:cubicBezTo>
                  <a:cubicBezTo>
                    <a:pt x="51" y="94"/>
                    <a:pt x="52" y="94"/>
                    <a:pt x="5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2"/>
                    <a:pt x="56" y="91"/>
                    <a:pt x="56" y="90"/>
                  </a:cubicBezTo>
                  <a:cubicBezTo>
                    <a:pt x="56" y="90"/>
                    <a:pt x="57" y="90"/>
                    <a:pt x="57" y="89"/>
                  </a:cubicBezTo>
                  <a:cubicBezTo>
                    <a:pt x="57" y="89"/>
                    <a:pt x="57" y="89"/>
                    <a:pt x="57" y="88"/>
                  </a:cubicBezTo>
                  <a:cubicBezTo>
                    <a:pt x="58" y="88"/>
                    <a:pt x="58" y="87"/>
                    <a:pt x="59" y="87"/>
                  </a:cubicBezTo>
                  <a:cubicBezTo>
                    <a:pt x="59" y="87"/>
                    <a:pt x="59" y="87"/>
                    <a:pt x="59" y="86"/>
                  </a:cubicBezTo>
                  <a:cubicBezTo>
                    <a:pt x="59" y="86"/>
                    <a:pt x="59" y="85"/>
                    <a:pt x="60" y="84"/>
                  </a:cubicBezTo>
                  <a:cubicBezTo>
                    <a:pt x="60" y="84"/>
                    <a:pt x="60" y="83"/>
                    <a:pt x="60" y="83"/>
                  </a:cubicBezTo>
                  <a:cubicBezTo>
                    <a:pt x="60" y="82"/>
                    <a:pt x="61" y="82"/>
                    <a:pt x="61" y="82"/>
                  </a:cubicBezTo>
                  <a:cubicBezTo>
                    <a:pt x="61" y="81"/>
                    <a:pt x="61" y="81"/>
                    <a:pt x="61" y="80"/>
                  </a:cubicBezTo>
                  <a:cubicBezTo>
                    <a:pt x="61" y="80"/>
                    <a:pt x="61" y="79"/>
                    <a:pt x="61" y="79"/>
                  </a:cubicBezTo>
                  <a:cubicBezTo>
                    <a:pt x="61" y="78"/>
                    <a:pt x="61" y="77"/>
                    <a:pt x="61" y="76"/>
                  </a:cubicBezTo>
                  <a:cubicBezTo>
                    <a:pt x="60" y="77"/>
                    <a:pt x="59" y="77"/>
                    <a:pt x="59" y="78"/>
                  </a:cubicBezTo>
                  <a:cubicBezTo>
                    <a:pt x="58" y="78"/>
                    <a:pt x="57" y="79"/>
                    <a:pt x="57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1"/>
                    <a:pt x="54" y="81"/>
                    <a:pt x="53" y="81"/>
                  </a:cubicBezTo>
                  <a:cubicBezTo>
                    <a:pt x="52" y="82"/>
                    <a:pt x="50" y="81"/>
                    <a:pt x="49" y="80"/>
                  </a:cubicBezTo>
                  <a:cubicBezTo>
                    <a:pt x="48" y="80"/>
                    <a:pt x="47" y="80"/>
                    <a:pt x="47" y="79"/>
                  </a:cubicBezTo>
                  <a:cubicBezTo>
                    <a:pt x="46" y="78"/>
                    <a:pt x="46" y="78"/>
                    <a:pt x="45" y="77"/>
                  </a:cubicBezTo>
                  <a:cubicBezTo>
                    <a:pt x="45" y="77"/>
                    <a:pt x="44" y="76"/>
                    <a:pt x="44" y="76"/>
                  </a:cubicBezTo>
                  <a:cubicBezTo>
                    <a:pt x="43" y="75"/>
                    <a:pt x="42" y="73"/>
                    <a:pt x="41" y="72"/>
                  </a:cubicBezTo>
                  <a:cubicBezTo>
                    <a:pt x="41" y="71"/>
                    <a:pt x="41" y="71"/>
                    <a:pt x="40" y="70"/>
                  </a:cubicBezTo>
                  <a:cubicBezTo>
                    <a:pt x="39" y="71"/>
                    <a:pt x="39" y="72"/>
                    <a:pt x="39" y="73"/>
                  </a:cubicBezTo>
                  <a:cubicBezTo>
                    <a:pt x="38" y="74"/>
                    <a:pt x="38" y="75"/>
                    <a:pt x="37" y="76"/>
                  </a:cubicBezTo>
                  <a:cubicBezTo>
                    <a:pt x="37" y="76"/>
                    <a:pt x="37" y="77"/>
                    <a:pt x="36" y="77"/>
                  </a:cubicBezTo>
                  <a:cubicBezTo>
                    <a:pt x="36" y="78"/>
                    <a:pt x="36" y="78"/>
                    <a:pt x="35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1"/>
                    <a:pt x="34" y="81"/>
                    <a:pt x="34" y="82"/>
                  </a:cubicBezTo>
                  <a:cubicBezTo>
                    <a:pt x="34" y="82"/>
                    <a:pt x="34" y="83"/>
                    <a:pt x="33" y="83"/>
                  </a:cubicBezTo>
                  <a:cubicBezTo>
                    <a:pt x="33" y="83"/>
                    <a:pt x="33" y="84"/>
                    <a:pt x="33" y="84"/>
                  </a:cubicBezTo>
                  <a:cubicBezTo>
                    <a:pt x="33" y="85"/>
                    <a:pt x="32" y="85"/>
                    <a:pt x="32" y="86"/>
                  </a:cubicBezTo>
                  <a:cubicBezTo>
                    <a:pt x="32" y="86"/>
                    <a:pt x="31" y="87"/>
                    <a:pt x="31" y="87"/>
                  </a:cubicBezTo>
                  <a:cubicBezTo>
                    <a:pt x="31" y="88"/>
                    <a:pt x="31" y="89"/>
                    <a:pt x="30" y="89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29" y="91"/>
                    <a:pt x="29" y="92"/>
                    <a:pt x="28" y="93"/>
                  </a:cubicBezTo>
                  <a:cubicBezTo>
                    <a:pt x="28" y="94"/>
                    <a:pt x="28" y="95"/>
                    <a:pt x="27" y="96"/>
                  </a:cubicBezTo>
                  <a:cubicBezTo>
                    <a:pt x="27" y="97"/>
                    <a:pt x="26" y="98"/>
                    <a:pt x="26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5" y="100"/>
                    <a:pt x="24" y="101"/>
                    <a:pt x="24" y="101"/>
                  </a:cubicBezTo>
                  <a:cubicBezTo>
                    <a:pt x="24" y="102"/>
                    <a:pt x="24" y="103"/>
                    <a:pt x="23" y="104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5"/>
                    <a:pt x="24" y="106"/>
                  </a:cubicBezTo>
                  <a:cubicBezTo>
                    <a:pt x="24" y="107"/>
                    <a:pt x="22" y="109"/>
                    <a:pt x="21" y="110"/>
                  </a:cubicBezTo>
                  <a:cubicBezTo>
                    <a:pt x="20" y="110"/>
                    <a:pt x="19" y="112"/>
                    <a:pt x="18" y="111"/>
                  </a:cubicBezTo>
                  <a:cubicBezTo>
                    <a:pt x="17" y="110"/>
                    <a:pt x="16" y="108"/>
                    <a:pt x="17" y="107"/>
                  </a:cubicBezTo>
                  <a:cubicBezTo>
                    <a:pt x="17" y="106"/>
                    <a:pt x="17" y="106"/>
                    <a:pt x="17" y="105"/>
                  </a:cubicBezTo>
                  <a:cubicBezTo>
                    <a:pt x="17" y="105"/>
                    <a:pt x="17" y="104"/>
                    <a:pt x="17" y="104"/>
                  </a:cubicBezTo>
                  <a:cubicBezTo>
                    <a:pt x="18" y="103"/>
                    <a:pt x="19" y="102"/>
                    <a:pt x="18" y="101"/>
                  </a:cubicBezTo>
                  <a:cubicBezTo>
                    <a:pt x="19" y="101"/>
                    <a:pt x="19" y="100"/>
                    <a:pt x="20" y="100"/>
                  </a:cubicBezTo>
                  <a:cubicBezTo>
                    <a:pt x="20" y="100"/>
                    <a:pt x="20" y="99"/>
                    <a:pt x="20" y="99"/>
                  </a:cubicBezTo>
                  <a:cubicBezTo>
                    <a:pt x="20" y="98"/>
                    <a:pt x="20" y="98"/>
                    <a:pt x="21" y="98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7"/>
                    <a:pt x="21" y="96"/>
                    <a:pt x="21" y="96"/>
                  </a:cubicBezTo>
                  <a:cubicBezTo>
                    <a:pt x="21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3" y="93"/>
                    <a:pt x="23" y="93"/>
                  </a:cubicBezTo>
                  <a:cubicBezTo>
                    <a:pt x="23" y="92"/>
                    <a:pt x="23" y="91"/>
                    <a:pt x="23" y="91"/>
                  </a:cubicBezTo>
                  <a:cubicBezTo>
                    <a:pt x="23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8"/>
                  </a:cubicBezTo>
                  <a:cubicBezTo>
                    <a:pt x="25" y="88"/>
                    <a:pt x="25" y="87"/>
                    <a:pt x="25" y="87"/>
                  </a:cubicBezTo>
                  <a:cubicBezTo>
                    <a:pt x="25" y="86"/>
                    <a:pt x="26" y="85"/>
                    <a:pt x="26" y="85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3"/>
                    <a:pt x="26" y="83"/>
                    <a:pt x="27" y="82"/>
                  </a:cubicBezTo>
                  <a:cubicBezTo>
                    <a:pt x="27" y="81"/>
                    <a:pt x="27" y="81"/>
                    <a:pt x="28" y="80"/>
                  </a:cubicBezTo>
                  <a:cubicBezTo>
                    <a:pt x="28" y="80"/>
                    <a:pt x="28" y="79"/>
                    <a:pt x="28" y="79"/>
                  </a:cubicBezTo>
                  <a:cubicBezTo>
                    <a:pt x="28" y="78"/>
                    <a:pt x="29" y="77"/>
                    <a:pt x="28" y="76"/>
                  </a:cubicBezTo>
                  <a:cubicBezTo>
                    <a:pt x="29" y="76"/>
                    <a:pt x="29" y="76"/>
                    <a:pt x="29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3"/>
                    <a:pt x="31" y="73"/>
                    <a:pt x="31" y="72"/>
                  </a:cubicBezTo>
                  <a:cubicBezTo>
                    <a:pt x="31" y="71"/>
                    <a:pt x="32" y="71"/>
                    <a:pt x="32" y="70"/>
                  </a:cubicBezTo>
                  <a:cubicBezTo>
                    <a:pt x="32" y="70"/>
                    <a:pt x="33" y="69"/>
                    <a:pt x="33" y="69"/>
                  </a:cubicBezTo>
                  <a:cubicBezTo>
                    <a:pt x="33" y="68"/>
                    <a:pt x="33" y="68"/>
                    <a:pt x="33" y="67"/>
                  </a:cubicBezTo>
                  <a:cubicBezTo>
                    <a:pt x="34" y="67"/>
                    <a:pt x="34" y="67"/>
                    <a:pt x="34" y="66"/>
                  </a:cubicBezTo>
                  <a:cubicBezTo>
                    <a:pt x="35" y="66"/>
                    <a:pt x="35" y="65"/>
                    <a:pt x="35" y="65"/>
                  </a:cubicBezTo>
                  <a:cubicBezTo>
                    <a:pt x="35" y="64"/>
                    <a:pt x="36" y="64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2"/>
                  </a:cubicBezTo>
                  <a:cubicBezTo>
                    <a:pt x="36" y="62"/>
                    <a:pt x="36" y="62"/>
                    <a:pt x="36" y="61"/>
                  </a:cubicBezTo>
                  <a:cubicBezTo>
                    <a:pt x="36" y="59"/>
                    <a:pt x="35" y="57"/>
                    <a:pt x="34" y="55"/>
                  </a:cubicBezTo>
                  <a:cubicBezTo>
                    <a:pt x="34" y="55"/>
                    <a:pt x="33" y="54"/>
                    <a:pt x="33" y="54"/>
                  </a:cubicBezTo>
                  <a:cubicBezTo>
                    <a:pt x="33" y="52"/>
                    <a:pt x="32" y="51"/>
                    <a:pt x="31" y="50"/>
                  </a:cubicBezTo>
                  <a:cubicBezTo>
                    <a:pt x="31" y="50"/>
                    <a:pt x="31" y="49"/>
                    <a:pt x="31" y="48"/>
                  </a:cubicBezTo>
                  <a:cubicBezTo>
                    <a:pt x="31" y="48"/>
                    <a:pt x="30" y="47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4"/>
                    <a:pt x="29" y="44"/>
                  </a:cubicBezTo>
                  <a:cubicBezTo>
                    <a:pt x="29" y="43"/>
                    <a:pt x="29" y="43"/>
                    <a:pt x="28" y="42"/>
                  </a:cubicBezTo>
                  <a:cubicBezTo>
                    <a:pt x="28" y="42"/>
                    <a:pt x="28" y="41"/>
                    <a:pt x="28" y="41"/>
                  </a:cubicBezTo>
                  <a:cubicBezTo>
                    <a:pt x="27" y="40"/>
                    <a:pt x="25" y="40"/>
                    <a:pt x="24" y="40"/>
                  </a:cubicBezTo>
                  <a:cubicBezTo>
                    <a:pt x="24" y="40"/>
                    <a:pt x="24" y="40"/>
                    <a:pt x="23" y="39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2"/>
                    <a:pt x="23" y="42"/>
                  </a:cubicBezTo>
                  <a:cubicBezTo>
                    <a:pt x="23" y="43"/>
                    <a:pt x="23" y="43"/>
                    <a:pt x="23" y="44"/>
                  </a:cubicBezTo>
                  <a:cubicBezTo>
                    <a:pt x="23" y="44"/>
                    <a:pt x="23" y="44"/>
                    <a:pt x="23" y="45"/>
                  </a:cubicBezTo>
                  <a:cubicBezTo>
                    <a:pt x="23" y="45"/>
                    <a:pt x="23" y="46"/>
                    <a:pt x="23" y="46"/>
                  </a:cubicBezTo>
                  <a:cubicBezTo>
                    <a:pt x="23" y="48"/>
                    <a:pt x="23" y="50"/>
                    <a:pt x="23" y="52"/>
                  </a:cubicBezTo>
                  <a:cubicBezTo>
                    <a:pt x="23" y="53"/>
                    <a:pt x="23" y="53"/>
                    <a:pt x="23" y="54"/>
                  </a:cubicBezTo>
                  <a:cubicBezTo>
                    <a:pt x="23" y="54"/>
                    <a:pt x="23" y="55"/>
                    <a:pt x="24" y="55"/>
                  </a:cubicBezTo>
                  <a:cubicBezTo>
                    <a:pt x="24" y="56"/>
                    <a:pt x="23" y="57"/>
                    <a:pt x="23" y="58"/>
                  </a:cubicBezTo>
                  <a:cubicBezTo>
                    <a:pt x="23" y="59"/>
                    <a:pt x="23" y="61"/>
                    <a:pt x="24" y="62"/>
                  </a:cubicBezTo>
                  <a:cubicBezTo>
                    <a:pt x="24" y="62"/>
                    <a:pt x="24" y="63"/>
                    <a:pt x="24" y="63"/>
                  </a:cubicBezTo>
                  <a:cubicBezTo>
                    <a:pt x="24" y="64"/>
                    <a:pt x="23" y="65"/>
                    <a:pt x="23" y="67"/>
                  </a:cubicBezTo>
                  <a:cubicBezTo>
                    <a:pt x="23" y="67"/>
                    <a:pt x="24" y="68"/>
                    <a:pt x="24" y="68"/>
                  </a:cubicBezTo>
                  <a:cubicBezTo>
                    <a:pt x="24" y="69"/>
                    <a:pt x="23" y="69"/>
                    <a:pt x="23" y="70"/>
                  </a:cubicBezTo>
                  <a:cubicBezTo>
                    <a:pt x="23" y="71"/>
                    <a:pt x="23" y="71"/>
                    <a:pt x="22" y="72"/>
                  </a:cubicBezTo>
                  <a:cubicBezTo>
                    <a:pt x="22" y="73"/>
                    <a:pt x="22" y="74"/>
                    <a:pt x="21" y="75"/>
                  </a:cubicBezTo>
                  <a:cubicBezTo>
                    <a:pt x="21" y="75"/>
                    <a:pt x="21" y="76"/>
                    <a:pt x="20" y="77"/>
                  </a:cubicBezTo>
                  <a:cubicBezTo>
                    <a:pt x="19" y="77"/>
                    <a:pt x="18" y="77"/>
                    <a:pt x="17" y="77"/>
                  </a:cubicBezTo>
                  <a:cubicBezTo>
                    <a:pt x="16" y="77"/>
                    <a:pt x="16" y="77"/>
                    <a:pt x="15" y="77"/>
                  </a:cubicBezTo>
                  <a:cubicBezTo>
                    <a:pt x="14" y="77"/>
                    <a:pt x="13" y="78"/>
                    <a:pt x="12" y="77"/>
                  </a:cubicBezTo>
                  <a:cubicBezTo>
                    <a:pt x="11" y="77"/>
                    <a:pt x="10" y="75"/>
                    <a:pt x="10" y="74"/>
                  </a:cubicBezTo>
                  <a:cubicBezTo>
                    <a:pt x="10" y="74"/>
                    <a:pt x="10" y="74"/>
                    <a:pt x="10" y="73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8" y="71"/>
                    <a:pt x="8" y="70"/>
                    <a:pt x="8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6" y="66"/>
                    <a:pt x="6" y="66"/>
                    <a:pt x="6" y="65"/>
                  </a:cubicBezTo>
                  <a:cubicBezTo>
                    <a:pt x="5" y="64"/>
                    <a:pt x="5" y="63"/>
                    <a:pt x="5" y="62"/>
                  </a:cubicBezTo>
                  <a:cubicBezTo>
                    <a:pt x="4" y="61"/>
                    <a:pt x="4" y="60"/>
                    <a:pt x="4" y="60"/>
                  </a:cubicBezTo>
                  <a:cubicBezTo>
                    <a:pt x="3" y="59"/>
                    <a:pt x="3" y="58"/>
                    <a:pt x="2" y="57"/>
                  </a:cubicBezTo>
                  <a:cubicBezTo>
                    <a:pt x="2" y="56"/>
                    <a:pt x="2" y="55"/>
                    <a:pt x="2" y="54"/>
                  </a:cubicBezTo>
                  <a:cubicBezTo>
                    <a:pt x="2" y="53"/>
                    <a:pt x="1" y="53"/>
                    <a:pt x="1" y="52"/>
                  </a:cubicBezTo>
                  <a:cubicBezTo>
                    <a:pt x="1" y="52"/>
                    <a:pt x="1" y="51"/>
                    <a:pt x="1" y="51"/>
                  </a:cubicBezTo>
                  <a:cubicBezTo>
                    <a:pt x="1" y="50"/>
                    <a:pt x="1" y="48"/>
                    <a:pt x="0" y="47"/>
                  </a:cubicBezTo>
                  <a:cubicBezTo>
                    <a:pt x="0" y="46"/>
                    <a:pt x="0" y="45"/>
                    <a:pt x="0" y="44"/>
                  </a:cubicBezTo>
                  <a:cubicBezTo>
                    <a:pt x="0" y="44"/>
                    <a:pt x="0" y="44"/>
                    <a:pt x="0" y="43"/>
                  </a:cubicBezTo>
                  <a:cubicBezTo>
                    <a:pt x="0" y="43"/>
                    <a:pt x="0" y="42"/>
                    <a:pt x="0" y="42"/>
                  </a:cubicBezTo>
                  <a:cubicBezTo>
                    <a:pt x="0" y="41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1" y="39"/>
                    <a:pt x="1" y="38"/>
                    <a:pt x="2" y="39"/>
                  </a:cubicBezTo>
                  <a:cubicBezTo>
                    <a:pt x="4" y="40"/>
                    <a:pt x="4" y="43"/>
                    <a:pt x="5" y="44"/>
                  </a:cubicBezTo>
                  <a:cubicBezTo>
                    <a:pt x="6" y="45"/>
                    <a:pt x="7" y="47"/>
                    <a:pt x="8" y="48"/>
                  </a:cubicBezTo>
                  <a:cubicBezTo>
                    <a:pt x="8" y="48"/>
                    <a:pt x="8" y="49"/>
                    <a:pt x="8" y="49"/>
                  </a:cubicBezTo>
                  <a:cubicBezTo>
                    <a:pt x="9" y="50"/>
                    <a:pt x="9" y="50"/>
                    <a:pt x="10" y="51"/>
                  </a:cubicBezTo>
                  <a:cubicBezTo>
                    <a:pt x="11" y="52"/>
                    <a:pt x="11" y="53"/>
                    <a:pt x="12" y="54"/>
                  </a:cubicBezTo>
                  <a:cubicBezTo>
                    <a:pt x="12" y="55"/>
                    <a:pt x="12" y="56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2"/>
                    <a:pt x="13" y="51"/>
                    <a:pt x="13" y="51"/>
                  </a:cubicBezTo>
                  <a:cubicBezTo>
                    <a:pt x="13" y="50"/>
                    <a:pt x="13" y="50"/>
                    <a:pt x="13" y="49"/>
                  </a:cubicBezTo>
                  <a:cubicBezTo>
                    <a:pt x="13" y="49"/>
                    <a:pt x="13" y="48"/>
                    <a:pt x="13" y="48"/>
                  </a:cubicBezTo>
                  <a:cubicBezTo>
                    <a:pt x="14" y="46"/>
                    <a:pt x="14" y="45"/>
                    <a:pt x="14" y="43"/>
                  </a:cubicBezTo>
                  <a:cubicBezTo>
                    <a:pt x="14" y="42"/>
                    <a:pt x="14" y="41"/>
                    <a:pt x="14" y="39"/>
                  </a:cubicBezTo>
                  <a:cubicBezTo>
                    <a:pt x="14" y="39"/>
                    <a:pt x="14" y="38"/>
                    <a:pt x="14" y="38"/>
                  </a:cubicBezTo>
                  <a:cubicBezTo>
                    <a:pt x="14" y="37"/>
                    <a:pt x="14" y="37"/>
                    <a:pt x="15" y="37"/>
                  </a:cubicBezTo>
                  <a:cubicBezTo>
                    <a:pt x="15" y="37"/>
                    <a:pt x="15" y="36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2" y="31"/>
                    <a:pt x="11" y="31"/>
                  </a:cubicBezTo>
                  <a:cubicBezTo>
                    <a:pt x="11" y="30"/>
                    <a:pt x="10" y="30"/>
                    <a:pt x="10" y="30"/>
                  </a:cubicBezTo>
                  <a:cubicBezTo>
                    <a:pt x="9" y="30"/>
                    <a:pt x="9" y="29"/>
                    <a:pt x="9" y="28"/>
                  </a:cubicBezTo>
                  <a:cubicBezTo>
                    <a:pt x="8" y="27"/>
                    <a:pt x="8" y="26"/>
                    <a:pt x="7" y="25"/>
                  </a:cubicBezTo>
                  <a:cubicBezTo>
                    <a:pt x="7" y="25"/>
                    <a:pt x="7" y="24"/>
                    <a:pt x="6" y="23"/>
                  </a:cubicBezTo>
                  <a:cubicBezTo>
                    <a:pt x="6" y="22"/>
                    <a:pt x="4" y="21"/>
                    <a:pt x="4" y="20"/>
                  </a:cubicBezTo>
                  <a:cubicBezTo>
                    <a:pt x="4" y="20"/>
                    <a:pt x="4" y="19"/>
                    <a:pt x="4" y="19"/>
                  </a:cubicBezTo>
                  <a:cubicBezTo>
                    <a:pt x="4" y="18"/>
                    <a:pt x="4" y="18"/>
                    <a:pt x="3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3" y="15"/>
                    <a:pt x="3" y="15"/>
                    <a:pt x="3" y="14"/>
                  </a:cubicBezTo>
                  <a:cubicBezTo>
                    <a:pt x="3" y="14"/>
                    <a:pt x="3" y="13"/>
                    <a:pt x="2" y="13"/>
                  </a:cubicBezTo>
                  <a:cubicBezTo>
                    <a:pt x="2" y="13"/>
                    <a:pt x="2" y="12"/>
                    <a:pt x="2" y="12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2" y="9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 10"/>
            <p:cNvSpPr>
              <a:spLocks noEditPoints="1"/>
            </p:cNvSpPr>
            <p:nvPr/>
          </p:nvSpPr>
          <p:spPr bwMode="auto">
            <a:xfrm>
              <a:off x="6569075" y="2411413"/>
              <a:ext cx="277813" cy="306388"/>
            </a:xfrm>
            <a:custGeom>
              <a:avLst/>
              <a:gdLst>
                <a:gd name="T0" fmla="*/ 16 w 102"/>
                <a:gd name="T1" fmla="*/ 44 h 112"/>
                <a:gd name="T2" fmla="*/ 74 w 102"/>
                <a:gd name="T3" fmla="*/ 56 h 112"/>
                <a:gd name="T4" fmla="*/ 71 w 102"/>
                <a:gd name="T5" fmla="*/ 62 h 112"/>
                <a:gd name="T6" fmla="*/ 78 w 102"/>
                <a:gd name="T7" fmla="*/ 59 h 112"/>
                <a:gd name="T8" fmla="*/ 61 w 102"/>
                <a:gd name="T9" fmla="*/ 14 h 112"/>
                <a:gd name="T10" fmla="*/ 96 w 102"/>
                <a:gd name="T11" fmla="*/ 19 h 112"/>
                <a:gd name="T12" fmla="*/ 97 w 102"/>
                <a:gd name="T13" fmla="*/ 24 h 112"/>
                <a:gd name="T14" fmla="*/ 93 w 102"/>
                <a:gd name="T15" fmla="*/ 31 h 112"/>
                <a:gd name="T16" fmla="*/ 96 w 102"/>
                <a:gd name="T17" fmla="*/ 33 h 112"/>
                <a:gd name="T18" fmla="*/ 97 w 102"/>
                <a:gd name="T19" fmla="*/ 40 h 112"/>
                <a:gd name="T20" fmla="*/ 86 w 102"/>
                <a:gd name="T21" fmla="*/ 42 h 112"/>
                <a:gd name="T22" fmla="*/ 78 w 102"/>
                <a:gd name="T23" fmla="*/ 43 h 112"/>
                <a:gd name="T24" fmla="*/ 70 w 102"/>
                <a:gd name="T25" fmla="*/ 49 h 112"/>
                <a:gd name="T26" fmla="*/ 86 w 102"/>
                <a:gd name="T27" fmla="*/ 54 h 112"/>
                <a:gd name="T28" fmla="*/ 84 w 102"/>
                <a:gd name="T29" fmla="*/ 64 h 112"/>
                <a:gd name="T30" fmla="*/ 75 w 102"/>
                <a:gd name="T31" fmla="*/ 70 h 112"/>
                <a:gd name="T32" fmla="*/ 76 w 102"/>
                <a:gd name="T33" fmla="*/ 76 h 112"/>
                <a:gd name="T34" fmla="*/ 78 w 102"/>
                <a:gd name="T35" fmla="*/ 87 h 112"/>
                <a:gd name="T36" fmla="*/ 81 w 102"/>
                <a:gd name="T37" fmla="*/ 94 h 112"/>
                <a:gd name="T38" fmla="*/ 77 w 102"/>
                <a:gd name="T39" fmla="*/ 109 h 112"/>
                <a:gd name="T40" fmla="*/ 76 w 102"/>
                <a:gd name="T41" fmla="*/ 111 h 112"/>
                <a:gd name="T42" fmla="*/ 71 w 102"/>
                <a:gd name="T43" fmla="*/ 99 h 112"/>
                <a:gd name="T44" fmla="*/ 68 w 102"/>
                <a:gd name="T45" fmla="*/ 80 h 112"/>
                <a:gd name="T46" fmla="*/ 68 w 102"/>
                <a:gd name="T47" fmla="*/ 76 h 112"/>
                <a:gd name="T48" fmla="*/ 59 w 102"/>
                <a:gd name="T49" fmla="*/ 72 h 112"/>
                <a:gd name="T50" fmla="*/ 39 w 102"/>
                <a:gd name="T51" fmla="*/ 62 h 112"/>
                <a:gd name="T52" fmla="*/ 45 w 102"/>
                <a:gd name="T53" fmla="*/ 54 h 112"/>
                <a:gd name="T54" fmla="*/ 54 w 102"/>
                <a:gd name="T55" fmla="*/ 66 h 112"/>
                <a:gd name="T56" fmla="*/ 64 w 102"/>
                <a:gd name="T57" fmla="*/ 63 h 112"/>
                <a:gd name="T58" fmla="*/ 54 w 102"/>
                <a:gd name="T59" fmla="*/ 50 h 112"/>
                <a:gd name="T60" fmla="*/ 64 w 102"/>
                <a:gd name="T61" fmla="*/ 43 h 112"/>
                <a:gd name="T62" fmla="*/ 58 w 102"/>
                <a:gd name="T63" fmla="*/ 40 h 112"/>
                <a:gd name="T64" fmla="*/ 45 w 102"/>
                <a:gd name="T65" fmla="*/ 38 h 112"/>
                <a:gd name="T66" fmla="*/ 30 w 102"/>
                <a:gd name="T67" fmla="*/ 41 h 112"/>
                <a:gd name="T68" fmla="*/ 18 w 102"/>
                <a:gd name="T69" fmla="*/ 54 h 112"/>
                <a:gd name="T70" fmla="*/ 10 w 102"/>
                <a:gd name="T71" fmla="*/ 57 h 112"/>
                <a:gd name="T72" fmla="*/ 10 w 102"/>
                <a:gd name="T73" fmla="*/ 46 h 112"/>
                <a:gd name="T74" fmla="*/ 10 w 102"/>
                <a:gd name="T75" fmla="*/ 38 h 112"/>
                <a:gd name="T76" fmla="*/ 4 w 102"/>
                <a:gd name="T77" fmla="*/ 34 h 112"/>
                <a:gd name="T78" fmla="*/ 2 w 102"/>
                <a:gd name="T79" fmla="*/ 25 h 112"/>
                <a:gd name="T80" fmla="*/ 17 w 102"/>
                <a:gd name="T81" fmla="*/ 28 h 112"/>
                <a:gd name="T82" fmla="*/ 26 w 102"/>
                <a:gd name="T83" fmla="*/ 29 h 112"/>
                <a:gd name="T84" fmla="*/ 36 w 102"/>
                <a:gd name="T85" fmla="*/ 27 h 112"/>
                <a:gd name="T86" fmla="*/ 35 w 102"/>
                <a:gd name="T87" fmla="*/ 20 h 112"/>
                <a:gd name="T88" fmla="*/ 30 w 102"/>
                <a:gd name="T89" fmla="*/ 12 h 112"/>
                <a:gd name="T90" fmla="*/ 40 w 102"/>
                <a:gd name="T91" fmla="*/ 13 h 112"/>
                <a:gd name="T92" fmla="*/ 48 w 102"/>
                <a:gd name="T93" fmla="*/ 14 h 112"/>
                <a:gd name="T94" fmla="*/ 63 w 102"/>
                <a:gd name="T95" fmla="*/ 4 h 112"/>
                <a:gd name="T96" fmla="*/ 71 w 102"/>
                <a:gd name="T97" fmla="*/ 0 h 112"/>
                <a:gd name="T98" fmla="*/ 72 w 102"/>
                <a:gd name="T99" fmla="*/ 12 h 112"/>
                <a:gd name="T100" fmla="*/ 72 w 102"/>
                <a:gd name="T101" fmla="*/ 14 h 112"/>
                <a:gd name="T102" fmla="*/ 68 w 102"/>
                <a:gd name="T103" fmla="*/ 21 h 112"/>
                <a:gd name="T104" fmla="*/ 52 w 102"/>
                <a:gd name="T105" fmla="*/ 25 h 112"/>
                <a:gd name="T106" fmla="*/ 49 w 102"/>
                <a:gd name="T107" fmla="*/ 31 h 112"/>
                <a:gd name="T108" fmla="*/ 58 w 102"/>
                <a:gd name="T109" fmla="*/ 32 h 112"/>
                <a:gd name="T110" fmla="*/ 72 w 102"/>
                <a:gd name="T111" fmla="*/ 32 h 112"/>
                <a:gd name="T112" fmla="*/ 83 w 102"/>
                <a:gd name="T113" fmla="*/ 28 h 112"/>
                <a:gd name="T114" fmla="*/ 94 w 102"/>
                <a:gd name="T115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2" h="112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20" y="38"/>
                  </a:moveTo>
                  <a:cubicBezTo>
                    <a:pt x="20" y="38"/>
                    <a:pt x="14" y="38"/>
                    <a:pt x="14" y="39"/>
                  </a:cubicBezTo>
                  <a:cubicBezTo>
                    <a:pt x="14" y="40"/>
                    <a:pt x="14" y="41"/>
                    <a:pt x="15" y="41"/>
                  </a:cubicBezTo>
                  <a:cubicBezTo>
                    <a:pt x="15" y="42"/>
                    <a:pt x="15" y="43"/>
                    <a:pt x="16" y="44"/>
                  </a:cubicBezTo>
                  <a:cubicBezTo>
                    <a:pt x="16" y="44"/>
                    <a:pt x="17" y="43"/>
                    <a:pt x="17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20" y="41"/>
                    <a:pt x="21" y="40"/>
                    <a:pt x="21" y="40"/>
                  </a:cubicBezTo>
                  <a:cubicBezTo>
                    <a:pt x="21" y="38"/>
                    <a:pt x="21" y="39"/>
                    <a:pt x="20" y="38"/>
                  </a:cubicBezTo>
                  <a:close/>
                  <a:moveTo>
                    <a:pt x="78" y="57"/>
                  </a:moveTo>
                  <a:cubicBezTo>
                    <a:pt x="77" y="57"/>
                    <a:pt x="77" y="57"/>
                    <a:pt x="76" y="56"/>
                  </a:cubicBezTo>
                  <a:cubicBezTo>
                    <a:pt x="76" y="56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2" y="56"/>
                    <a:pt x="72" y="56"/>
                    <a:pt x="71" y="56"/>
                  </a:cubicBezTo>
                  <a:cubicBezTo>
                    <a:pt x="71" y="56"/>
                    <a:pt x="70" y="55"/>
                    <a:pt x="70" y="55"/>
                  </a:cubicBezTo>
                  <a:cubicBezTo>
                    <a:pt x="70" y="56"/>
                    <a:pt x="69" y="56"/>
                    <a:pt x="69" y="56"/>
                  </a:cubicBezTo>
                  <a:cubicBezTo>
                    <a:pt x="69" y="57"/>
                    <a:pt x="70" y="58"/>
                    <a:pt x="69" y="58"/>
                  </a:cubicBezTo>
                  <a:cubicBezTo>
                    <a:pt x="70" y="59"/>
                    <a:pt x="70" y="60"/>
                    <a:pt x="70" y="60"/>
                  </a:cubicBezTo>
                  <a:cubicBezTo>
                    <a:pt x="71" y="61"/>
                    <a:pt x="71" y="61"/>
                    <a:pt x="71" y="62"/>
                  </a:cubicBezTo>
                  <a:cubicBezTo>
                    <a:pt x="72" y="62"/>
                    <a:pt x="72" y="63"/>
                    <a:pt x="73" y="63"/>
                  </a:cubicBezTo>
                  <a:cubicBezTo>
                    <a:pt x="73" y="63"/>
                    <a:pt x="75" y="63"/>
                    <a:pt x="75" y="63"/>
                  </a:cubicBezTo>
                  <a:cubicBezTo>
                    <a:pt x="75" y="62"/>
                    <a:pt x="76" y="62"/>
                    <a:pt x="76" y="62"/>
                  </a:cubicBezTo>
                  <a:cubicBezTo>
                    <a:pt x="77" y="62"/>
                    <a:pt x="77" y="62"/>
                    <a:pt x="77" y="61"/>
                  </a:cubicBezTo>
                  <a:cubicBezTo>
                    <a:pt x="77" y="61"/>
                    <a:pt x="78" y="61"/>
                    <a:pt x="78" y="61"/>
                  </a:cubicBezTo>
                  <a:cubicBezTo>
                    <a:pt x="78" y="61"/>
                    <a:pt x="78" y="61"/>
                    <a:pt x="79" y="60"/>
                  </a:cubicBezTo>
                  <a:cubicBezTo>
                    <a:pt x="78" y="60"/>
                    <a:pt x="79" y="59"/>
                    <a:pt x="78" y="59"/>
                  </a:cubicBezTo>
                  <a:cubicBezTo>
                    <a:pt x="78" y="58"/>
                    <a:pt x="78" y="58"/>
                    <a:pt x="78" y="57"/>
                  </a:cubicBezTo>
                  <a:close/>
                  <a:moveTo>
                    <a:pt x="64" y="11"/>
                  </a:moveTo>
                  <a:cubicBezTo>
                    <a:pt x="63" y="11"/>
                    <a:pt x="62" y="12"/>
                    <a:pt x="62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2" y="14"/>
                    <a:pt x="62" y="14"/>
                  </a:cubicBezTo>
                  <a:cubicBezTo>
                    <a:pt x="62" y="14"/>
                    <a:pt x="65" y="13"/>
                    <a:pt x="65" y="13"/>
                  </a:cubicBezTo>
                  <a:cubicBezTo>
                    <a:pt x="65" y="13"/>
                    <a:pt x="65" y="12"/>
                    <a:pt x="64" y="11"/>
                  </a:cubicBezTo>
                  <a:close/>
                  <a:moveTo>
                    <a:pt x="95" y="17"/>
                  </a:moveTo>
                  <a:cubicBezTo>
                    <a:pt x="95" y="17"/>
                    <a:pt x="96" y="18"/>
                    <a:pt x="96" y="18"/>
                  </a:cubicBez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6" y="19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8" y="24"/>
                    <a:pt x="97" y="24"/>
                  </a:cubicBezTo>
                  <a:cubicBezTo>
                    <a:pt x="97" y="25"/>
                    <a:pt x="97" y="25"/>
                    <a:pt x="97" y="26"/>
                  </a:cubicBezTo>
                  <a:cubicBezTo>
                    <a:pt x="97" y="27"/>
                    <a:pt x="94" y="29"/>
                    <a:pt x="94" y="30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94" y="30"/>
                    <a:pt x="93" y="30"/>
                    <a:pt x="93" y="30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2" y="32"/>
                  </a:cubicBezTo>
                  <a:cubicBezTo>
                    <a:pt x="92" y="32"/>
                    <a:pt x="90" y="32"/>
                    <a:pt x="90" y="32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5" y="33"/>
                    <a:pt x="96" y="33"/>
                    <a:pt x="96" y="33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9" y="33"/>
                    <a:pt x="100" y="32"/>
                    <a:pt x="100" y="31"/>
                  </a:cubicBezTo>
                  <a:cubicBezTo>
                    <a:pt x="100" y="31"/>
                    <a:pt x="101" y="31"/>
                    <a:pt x="101" y="30"/>
                  </a:cubicBezTo>
                  <a:cubicBezTo>
                    <a:pt x="101" y="30"/>
                    <a:pt x="101" y="31"/>
                    <a:pt x="101" y="31"/>
                  </a:cubicBezTo>
                  <a:cubicBezTo>
                    <a:pt x="102" y="32"/>
                    <a:pt x="101" y="37"/>
                    <a:pt x="101" y="38"/>
                  </a:cubicBezTo>
                  <a:cubicBezTo>
                    <a:pt x="100" y="38"/>
                    <a:pt x="98" y="40"/>
                    <a:pt x="97" y="40"/>
                  </a:cubicBezTo>
                  <a:cubicBezTo>
                    <a:pt x="97" y="40"/>
                    <a:pt x="95" y="40"/>
                    <a:pt x="95" y="40"/>
                  </a:cubicBezTo>
                  <a:cubicBezTo>
                    <a:pt x="95" y="40"/>
                    <a:pt x="94" y="40"/>
                    <a:pt x="94" y="40"/>
                  </a:cubicBezTo>
                  <a:cubicBezTo>
                    <a:pt x="94" y="40"/>
                    <a:pt x="94" y="40"/>
                    <a:pt x="93" y="41"/>
                  </a:cubicBezTo>
                  <a:cubicBezTo>
                    <a:pt x="93" y="41"/>
                    <a:pt x="92" y="41"/>
                    <a:pt x="92" y="41"/>
                  </a:cubicBezTo>
                  <a:cubicBezTo>
                    <a:pt x="91" y="41"/>
                    <a:pt x="91" y="42"/>
                    <a:pt x="90" y="42"/>
                  </a:cubicBezTo>
                  <a:cubicBezTo>
                    <a:pt x="89" y="42"/>
                    <a:pt x="87" y="41"/>
                    <a:pt x="86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86" y="42"/>
                    <a:pt x="85" y="42"/>
                    <a:pt x="85" y="42"/>
                  </a:cubicBezTo>
                  <a:cubicBezTo>
                    <a:pt x="84" y="41"/>
                    <a:pt x="80" y="42"/>
                    <a:pt x="79" y="43"/>
                  </a:cubicBezTo>
                  <a:cubicBezTo>
                    <a:pt x="79" y="43"/>
                    <a:pt x="79" y="43"/>
                    <a:pt x="79" y="42"/>
                  </a:cubicBezTo>
                  <a:cubicBezTo>
                    <a:pt x="79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7" y="44"/>
                    <a:pt x="75" y="44"/>
                    <a:pt x="74" y="45"/>
                  </a:cubicBezTo>
                  <a:cubicBezTo>
                    <a:pt x="74" y="45"/>
                    <a:pt x="74" y="45"/>
                    <a:pt x="73" y="45"/>
                  </a:cubicBezTo>
                  <a:cubicBezTo>
                    <a:pt x="73" y="45"/>
                    <a:pt x="72" y="45"/>
                    <a:pt x="72" y="45"/>
                  </a:cubicBezTo>
                  <a:cubicBezTo>
                    <a:pt x="71" y="45"/>
                    <a:pt x="71" y="46"/>
                    <a:pt x="71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68" y="46"/>
                    <a:pt x="66" y="48"/>
                    <a:pt x="68" y="49"/>
                  </a:cubicBezTo>
                  <a:cubicBezTo>
                    <a:pt x="69" y="49"/>
                    <a:pt x="70" y="49"/>
                    <a:pt x="70" y="49"/>
                  </a:cubicBezTo>
                  <a:cubicBezTo>
                    <a:pt x="71" y="49"/>
                    <a:pt x="74" y="50"/>
                    <a:pt x="74" y="50"/>
                  </a:cubicBezTo>
                  <a:cubicBezTo>
                    <a:pt x="75" y="50"/>
                    <a:pt x="75" y="50"/>
                    <a:pt x="74" y="50"/>
                  </a:cubicBezTo>
                  <a:cubicBezTo>
                    <a:pt x="75" y="50"/>
                    <a:pt x="75" y="51"/>
                    <a:pt x="75" y="51"/>
                  </a:cubicBezTo>
                  <a:cubicBezTo>
                    <a:pt x="76" y="51"/>
                    <a:pt x="81" y="53"/>
                    <a:pt x="82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3"/>
                    <a:pt x="84" y="53"/>
                    <a:pt x="85" y="53"/>
                  </a:cubicBezTo>
                  <a:cubicBezTo>
                    <a:pt x="85" y="54"/>
                    <a:pt x="85" y="54"/>
                    <a:pt x="86" y="54"/>
                  </a:cubicBezTo>
                  <a:cubicBezTo>
                    <a:pt x="86" y="54"/>
                    <a:pt x="86" y="55"/>
                    <a:pt x="87" y="55"/>
                  </a:cubicBezTo>
                  <a:cubicBezTo>
                    <a:pt x="87" y="55"/>
                    <a:pt x="88" y="55"/>
                    <a:pt x="88" y="55"/>
                  </a:cubicBezTo>
                  <a:cubicBezTo>
                    <a:pt x="88" y="55"/>
                    <a:pt x="88" y="56"/>
                    <a:pt x="88" y="56"/>
                  </a:cubicBezTo>
                  <a:cubicBezTo>
                    <a:pt x="88" y="57"/>
                    <a:pt x="88" y="57"/>
                    <a:pt x="89" y="58"/>
                  </a:cubicBezTo>
                  <a:cubicBezTo>
                    <a:pt x="89" y="59"/>
                    <a:pt x="89" y="59"/>
                    <a:pt x="88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2"/>
                    <a:pt x="85" y="63"/>
                    <a:pt x="84" y="64"/>
                  </a:cubicBezTo>
                  <a:cubicBezTo>
                    <a:pt x="84" y="64"/>
                    <a:pt x="83" y="65"/>
                    <a:pt x="83" y="66"/>
                  </a:cubicBezTo>
                  <a:cubicBezTo>
                    <a:pt x="82" y="66"/>
                    <a:pt x="81" y="66"/>
                    <a:pt x="81" y="67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7"/>
                    <a:pt x="77" y="69"/>
                    <a:pt x="77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0"/>
                    <a:pt x="76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75" y="72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6" y="74"/>
                    <a:pt x="76" y="75"/>
                    <a:pt x="76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6"/>
                    <a:pt x="76" y="76"/>
                    <a:pt x="77" y="77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8"/>
                    <a:pt x="77" y="79"/>
                    <a:pt x="77" y="80"/>
                  </a:cubicBezTo>
                  <a:cubicBezTo>
                    <a:pt x="77" y="81"/>
                    <a:pt x="78" y="82"/>
                    <a:pt x="78" y="83"/>
                  </a:cubicBezTo>
                  <a:cubicBezTo>
                    <a:pt x="78" y="84"/>
                    <a:pt x="78" y="85"/>
                    <a:pt x="78" y="86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8" y="87"/>
                    <a:pt x="78" y="88"/>
                    <a:pt x="78" y="88"/>
                  </a:cubicBezTo>
                  <a:cubicBezTo>
                    <a:pt x="78" y="88"/>
                    <a:pt x="78" y="88"/>
                    <a:pt x="79" y="87"/>
                  </a:cubicBezTo>
                  <a:cubicBezTo>
                    <a:pt x="79" y="88"/>
                    <a:pt x="79" y="89"/>
                    <a:pt x="79" y="90"/>
                  </a:cubicBezTo>
                  <a:cubicBezTo>
                    <a:pt x="79" y="90"/>
                    <a:pt x="80" y="91"/>
                    <a:pt x="80" y="91"/>
                  </a:cubicBezTo>
                  <a:cubicBezTo>
                    <a:pt x="80" y="91"/>
                    <a:pt x="80" y="92"/>
                    <a:pt x="80" y="92"/>
                  </a:cubicBezTo>
                  <a:cubicBezTo>
                    <a:pt x="80" y="93"/>
                    <a:pt x="81" y="93"/>
                    <a:pt x="81" y="94"/>
                  </a:cubicBezTo>
                  <a:cubicBezTo>
                    <a:pt x="82" y="95"/>
                    <a:pt x="81" y="96"/>
                    <a:pt x="82" y="97"/>
                  </a:cubicBezTo>
                  <a:cubicBezTo>
                    <a:pt x="82" y="98"/>
                    <a:pt x="82" y="98"/>
                    <a:pt x="82" y="99"/>
                  </a:cubicBezTo>
                  <a:cubicBezTo>
                    <a:pt x="82" y="100"/>
                    <a:pt x="82" y="101"/>
                    <a:pt x="82" y="101"/>
                  </a:cubicBezTo>
                  <a:cubicBezTo>
                    <a:pt x="82" y="102"/>
                    <a:pt x="81" y="102"/>
                    <a:pt x="81" y="103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1" y="105"/>
                    <a:pt x="78" y="109"/>
                    <a:pt x="77" y="109"/>
                  </a:cubicBezTo>
                  <a:cubicBezTo>
                    <a:pt x="77" y="109"/>
                    <a:pt x="77" y="110"/>
                    <a:pt x="77" y="110"/>
                  </a:cubicBezTo>
                  <a:cubicBezTo>
                    <a:pt x="77" y="110"/>
                    <a:pt x="76" y="110"/>
                    <a:pt x="76" y="110"/>
                  </a:cubicBezTo>
                  <a:cubicBezTo>
                    <a:pt x="76" y="111"/>
                    <a:pt x="75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2" y="111"/>
                    <a:pt x="72" y="110"/>
                  </a:cubicBezTo>
                  <a:cubicBezTo>
                    <a:pt x="72" y="110"/>
                    <a:pt x="72" y="109"/>
                    <a:pt x="72" y="109"/>
                  </a:cubicBezTo>
                  <a:cubicBezTo>
                    <a:pt x="72" y="108"/>
                    <a:pt x="73" y="107"/>
                    <a:pt x="73" y="106"/>
                  </a:cubicBezTo>
                  <a:cubicBezTo>
                    <a:pt x="72" y="105"/>
                    <a:pt x="72" y="104"/>
                    <a:pt x="72" y="103"/>
                  </a:cubicBezTo>
                  <a:cubicBezTo>
                    <a:pt x="72" y="103"/>
                    <a:pt x="72" y="102"/>
                    <a:pt x="71" y="101"/>
                  </a:cubicBezTo>
                  <a:cubicBezTo>
                    <a:pt x="71" y="101"/>
                    <a:pt x="72" y="101"/>
                    <a:pt x="72" y="100"/>
                  </a:cubicBezTo>
                  <a:cubicBezTo>
                    <a:pt x="71" y="100"/>
                    <a:pt x="71" y="99"/>
                    <a:pt x="71" y="99"/>
                  </a:cubicBezTo>
                  <a:cubicBezTo>
                    <a:pt x="71" y="98"/>
                    <a:pt x="72" y="97"/>
                    <a:pt x="72" y="96"/>
                  </a:cubicBezTo>
                  <a:cubicBezTo>
                    <a:pt x="72" y="94"/>
                    <a:pt x="71" y="93"/>
                    <a:pt x="71" y="92"/>
                  </a:cubicBezTo>
                  <a:cubicBezTo>
                    <a:pt x="71" y="91"/>
                    <a:pt x="71" y="91"/>
                    <a:pt x="71" y="90"/>
                  </a:cubicBezTo>
                  <a:cubicBezTo>
                    <a:pt x="70" y="89"/>
                    <a:pt x="70" y="88"/>
                    <a:pt x="70" y="87"/>
                  </a:cubicBezTo>
                  <a:cubicBezTo>
                    <a:pt x="70" y="87"/>
                    <a:pt x="69" y="86"/>
                    <a:pt x="69" y="85"/>
                  </a:cubicBezTo>
                  <a:cubicBezTo>
                    <a:pt x="69" y="84"/>
                    <a:pt x="69" y="83"/>
                    <a:pt x="69" y="82"/>
                  </a:cubicBezTo>
                  <a:cubicBezTo>
                    <a:pt x="69" y="81"/>
                    <a:pt x="69" y="81"/>
                    <a:pt x="6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9" y="80"/>
                  </a:cubicBezTo>
                  <a:cubicBezTo>
                    <a:pt x="69" y="80"/>
                    <a:pt x="68" y="80"/>
                    <a:pt x="68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8" y="80"/>
                    <a:pt x="68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6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7" y="76"/>
                    <a:pt x="67" y="75"/>
                    <a:pt x="67" y="75"/>
                  </a:cubicBezTo>
                  <a:cubicBezTo>
                    <a:pt x="67" y="74"/>
                    <a:pt x="67" y="73"/>
                    <a:pt x="67" y="73"/>
                  </a:cubicBezTo>
                  <a:cubicBezTo>
                    <a:pt x="66" y="73"/>
                    <a:pt x="66" y="72"/>
                    <a:pt x="65" y="72"/>
                  </a:cubicBezTo>
                  <a:cubicBezTo>
                    <a:pt x="65" y="72"/>
                    <a:pt x="65" y="72"/>
                    <a:pt x="64" y="72"/>
                  </a:cubicBezTo>
                  <a:cubicBezTo>
                    <a:pt x="63" y="72"/>
                    <a:pt x="62" y="72"/>
                    <a:pt x="61" y="72"/>
                  </a:cubicBezTo>
                  <a:cubicBezTo>
                    <a:pt x="61" y="72"/>
                    <a:pt x="60" y="72"/>
                    <a:pt x="59" y="72"/>
                  </a:cubicBezTo>
                  <a:cubicBezTo>
                    <a:pt x="59" y="72"/>
                    <a:pt x="57" y="72"/>
                    <a:pt x="57" y="72"/>
                  </a:cubicBezTo>
                  <a:cubicBezTo>
                    <a:pt x="56" y="73"/>
                    <a:pt x="54" y="72"/>
                    <a:pt x="53" y="72"/>
                  </a:cubicBezTo>
                  <a:cubicBezTo>
                    <a:pt x="52" y="72"/>
                    <a:pt x="52" y="73"/>
                    <a:pt x="51" y="73"/>
                  </a:cubicBezTo>
                  <a:cubicBezTo>
                    <a:pt x="50" y="72"/>
                    <a:pt x="50" y="72"/>
                    <a:pt x="49" y="72"/>
                  </a:cubicBezTo>
                  <a:cubicBezTo>
                    <a:pt x="48" y="72"/>
                    <a:pt x="48" y="72"/>
                    <a:pt x="47" y="72"/>
                  </a:cubicBezTo>
                  <a:cubicBezTo>
                    <a:pt x="46" y="71"/>
                    <a:pt x="38" y="66"/>
                    <a:pt x="40" y="64"/>
                  </a:cubicBezTo>
                  <a:cubicBezTo>
                    <a:pt x="40" y="64"/>
                    <a:pt x="39" y="63"/>
                    <a:pt x="39" y="62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60"/>
                    <a:pt x="40" y="60"/>
                    <a:pt x="40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1" y="57"/>
                    <a:pt x="41" y="56"/>
                    <a:pt x="41" y="55"/>
                  </a:cubicBezTo>
                  <a:cubicBezTo>
                    <a:pt x="41" y="55"/>
                    <a:pt x="42" y="54"/>
                    <a:pt x="42" y="54"/>
                  </a:cubicBezTo>
                  <a:cubicBezTo>
                    <a:pt x="43" y="53"/>
                    <a:pt x="43" y="51"/>
                    <a:pt x="45" y="52"/>
                  </a:cubicBezTo>
                  <a:cubicBezTo>
                    <a:pt x="45" y="52"/>
                    <a:pt x="45" y="54"/>
                    <a:pt x="45" y="54"/>
                  </a:cubicBezTo>
                  <a:cubicBezTo>
                    <a:pt x="45" y="55"/>
                    <a:pt x="45" y="57"/>
                    <a:pt x="45" y="58"/>
                  </a:cubicBezTo>
                  <a:cubicBezTo>
                    <a:pt x="46" y="58"/>
                    <a:pt x="46" y="59"/>
                    <a:pt x="46" y="60"/>
                  </a:cubicBezTo>
                  <a:cubicBezTo>
                    <a:pt x="46" y="60"/>
                    <a:pt x="46" y="61"/>
                    <a:pt x="47" y="62"/>
                  </a:cubicBezTo>
                  <a:cubicBezTo>
                    <a:pt x="47" y="62"/>
                    <a:pt x="47" y="62"/>
                    <a:pt x="47" y="63"/>
                  </a:cubicBezTo>
                  <a:cubicBezTo>
                    <a:pt x="47" y="63"/>
                    <a:pt x="48" y="63"/>
                    <a:pt x="48" y="64"/>
                  </a:cubicBezTo>
                  <a:cubicBezTo>
                    <a:pt x="49" y="64"/>
                    <a:pt x="50" y="65"/>
                    <a:pt x="51" y="66"/>
                  </a:cubicBezTo>
                  <a:cubicBezTo>
                    <a:pt x="52" y="66"/>
                    <a:pt x="53" y="66"/>
                    <a:pt x="54" y="66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5" y="66"/>
                    <a:pt x="56" y="67"/>
                    <a:pt x="58" y="66"/>
                  </a:cubicBezTo>
                  <a:cubicBezTo>
                    <a:pt x="58" y="66"/>
                    <a:pt x="59" y="66"/>
                    <a:pt x="60" y="66"/>
                  </a:cubicBezTo>
                  <a:cubicBezTo>
                    <a:pt x="60" y="65"/>
                    <a:pt x="61" y="65"/>
                    <a:pt x="62" y="65"/>
                  </a:cubicBezTo>
                  <a:cubicBezTo>
                    <a:pt x="63" y="65"/>
                    <a:pt x="63" y="65"/>
                    <a:pt x="64" y="65"/>
                  </a:cubicBezTo>
                  <a:cubicBezTo>
                    <a:pt x="64" y="65"/>
                    <a:pt x="64" y="64"/>
                    <a:pt x="64" y="64"/>
                  </a:cubicBezTo>
                  <a:cubicBezTo>
                    <a:pt x="64" y="64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62"/>
                    <a:pt x="63" y="61"/>
                    <a:pt x="63" y="60"/>
                  </a:cubicBezTo>
                  <a:cubicBezTo>
                    <a:pt x="63" y="59"/>
                    <a:pt x="62" y="59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0" y="55"/>
                    <a:pt x="54" y="51"/>
                    <a:pt x="54" y="50"/>
                  </a:cubicBezTo>
                  <a:cubicBezTo>
                    <a:pt x="53" y="50"/>
                    <a:pt x="53" y="49"/>
                    <a:pt x="54" y="49"/>
                  </a:cubicBezTo>
                  <a:cubicBezTo>
                    <a:pt x="54" y="48"/>
                    <a:pt x="56" y="46"/>
                    <a:pt x="56" y="46"/>
                  </a:cubicBezTo>
                  <a:cubicBezTo>
                    <a:pt x="57" y="45"/>
                    <a:pt x="58" y="45"/>
                    <a:pt x="58" y="45"/>
                  </a:cubicBezTo>
                  <a:cubicBezTo>
                    <a:pt x="59" y="45"/>
                    <a:pt x="59" y="45"/>
                    <a:pt x="60" y="45"/>
                  </a:cubicBezTo>
                  <a:cubicBezTo>
                    <a:pt x="60" y="45"/>
                    <a:pt x="60" y="45"/>
                    <a:pt x="61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3"/>
                    <a:pt x="63" y="43"/>
                    <a:pt x="64" y="43"/>
                  </a:cubicBezTo>
                  <a:cubicBezTo>
                    <a:pt x="64" y="43"/>
                    <a:pt x="65" y="43"/>
                    <a:pt x="65" y="42"/>
                  </a:cubicBezTo>
                  <a:cubicBezTo>
                    <a:pt x="65" y="42"/>
                    <a:pt x="65" y="42"/>
                    <a:pt x="66" y="41"/>
                  </a:cubicBezTo>
                  <a:cubicBezTo>
                    <a:pt x="65" y="41"/>
                    <a:pt x="65" y="41"/>
                    <a:pt x="64" y="41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62" y="40"/>
                    <a:pt x="62" y="40"/>
                    <a:pt x="61" y="40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8" y="40"/>
                  </a:cubicBezTo>
                  <a:cubicBezTo>
                    <a:pt x="58" y="39"/>
                    <a:pt x="57" y="39"/>
                    <a:pt x="56" y="39"/>
                  </a:cubicBezTo>
                  <a:cubicBezTo>
                    <a:pt x="55" y="39"/>
                    <a:pt x="54" y="39"/>
                    <a:pt x="52" y="39"/>
                  </a:cubicBezTo>
                  <a:cubicBezTo>
                    <a:pt x="52" y="39"/>
                    <a:pt x="51" y="39"/>
                    <a:pt x="51" y="38"/>
                  </a:cubicBezTo>
                  <a:cubicBezTo>
                    <a:pt x="51" y="38"/>
                    <a:pt x="50" y="39"/>
                    <a:pt x="50" y="39"/>
                  </a:cubicBezTo>
                  <a:cubicBezTo>
                    <a:pt x="50" y="39"/>
                    <a:pt x="49" y="39"/>
                    <a:pt x="49" y="39"/>
                  </a:cubicBezTo>
                  <a:cubicBezTo>
                    <a:pt x="48" y="38"/>
                    <a:pt x="47" y="39"/>
                    <a:pt x="46" y="38"/>
                  </a:cubicBezTo>
                  <a:cubicBezTo>
                    <a:pt x="46" y="38"/>
                    <a:pt x="45" y="38"/>
                    <a:pt x="45" y="38"/>
                  </a:cubicBezTo>
                  <a:cubicBezTo>
                    <a:pt x="44" y="38"/>
                    <a:pt x="43" y="38"/>
                    <a:pt x="42" y="38"/>
                  </a:cubicBezTo>
                  <a:cubicBezTo>
                    <a:pt x="42" y="38"/>
                    <a:pt x="41" y="38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8" y="38"/>
                    <a:pt x="37" y="38"/>
                    <a:pt x="36" y="38"/>
                  </a:cubicBezTo>
                  <a:cubicBezTo>
                    <a:pt x="36" y="38"/>
                    <a:pt x="35" y="38"/>
                    <a:pt x="34" y="38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2" y="40"/>
                    <a:pt x="31" y="40"/>
                    <a:pt x="30" y="41"/>
                  </a:cubicBezTo>
                  <a:cubicBezTo>
                    <a:pt x="29" y="41"/>
                    <a:pt x="29" y="42"/>
                    <a:pt x="28" y="43"/>
                  </a:cubicBezTo>
                  <a:cubicBezTo>
                    <a:pt x="27" y="44"/>
                    <a:pt x="26" y="46"/>
                    <a:pt x="24" y="48"/>
                  </a:cubicBezTo>
                  <a:cubicBezTo>
                    <a:pt x="23" y="49"/>
                    <a:pt x="22" y="50"/>
                    <a:pt x="21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7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6"/>
                    <a:pt x="16" y="56"/>
                  </a:cubicBezTo>
                  <a:cubicBezTo>
                    <a:pt x="16" y="56"/>
                    <a:pt x="15" y="56"/>
                    <a:pt x="15" y="56"/>
                  </a:cubicBezTo>
                  <a:cubicBezTo>
                    <a:pt x="15" y="57"/>
                    <a:pt x="15" y="57"/>
                    <a:pt x="14" y="57"/>
                  </a:cubicBezTo>
                  <a:cubicBezTo>
                    <a:pt x="14" y="57"/>
                    <a:pt x="13" y="57"/>
                    <a:pt x="12" y="57"/>
                  </a:cubicBezTo>
                  <a:cubicBezTo>
                    <a:pt x="11" y="57"/>
                    <a:pt x="11" y="57"/>
                    <a:pt x="10" y="57"/>
                  </a:cubicBezTo>
                  <a:cubicBezTo>
                    <a:pt x="9" y="57"/>
                    <a:pt x="9" y="56"/>
                    <a:pt x="8" y="56"/>
                  </a:cubicBezTo>
                  <a:cubicBezTo>
                    <a:pt x="8" y="55"/>
                    <a:pt x="7" y="54"/>
                    <a:pt x="7" y="54"/>
                  </a:cubicBezTo>
                  <a:cubicBezTo>
                    <a:pt x="7" y="53"/>
                    <a:pt x="8" y="52"/>
                    <a:pt x="8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9" y="50"/>
                    <a:pt x="9" y="50"/>
                    <a:pt x="9" y="49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10" y="47"/>
                    <a:pt x="9" y="46"/>
                    <a:pt x="10" y="46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4"/>
                    <a:pt x="10" y="44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2" y="42"/>
                    <a:pt x="12" y="41"/>
                  </a:cubicBezTo>
                  <a:cubicBezTo>
                    <a:pt x="12" y="41"/>
                    <a:pt x="12" y="40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1" y="38"/>
                    <a:pt x="10" y="38"/>
                  </a:cubicBezTo>
                  <a:cubicBezTo>
                    <a:pt x="9" y="38"/>
                    <a:pt x="9" y="38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6" y="36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4"/>
                    <a:pt x="4" y="34"/>
                  </a:cubicBezTo>
                  <a:cubicBezTo>
                    <a:pt x="3" y="33"/>
                    <a:pt x="3" y="32"/>
                    <a:pt x="2" y="31"/>
                  </a:cubicBezTo>
                  <a:cubicBezTo>
                    <a:pt x="2" y="31"/>
                    <a:pt x="2" y="30"/>
                    <a:pt x="2" y="30"/>
                  </a:cubicBezTo>
                  <a:cubicBezTo>
                    <a:pt x="1" y="29"/>
                    <a:pt x="1" y="29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6"/>
                    <a:pt x="0" y="26"/>
                  </a:cubicBezTo>
                  <a:cubicBezTo>
                    <a:pt x="1" y="26"/>
                    <a:pt x="1" y="25"/>
                    <a:pt x="2" y="26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3" y="26"/>
                    <a:pt x="4" y="26"/>
                    <a:pt x="5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8"/>
                    <a:pt x="12" y="29"/>
                    <a:pt x="12" y="29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5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5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7" y="29"/>
                    <a:pt x="27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9" y="29"/>
                    <a:pt x="29" y="29"/>
                  </a:cubicBezTo>
                  <a:cubicBezTo>
                    <a:pt x="29" y="29"/>
                    <a:pt x="32" y="29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4" y="28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7" y="26"/>
                    <a:pt x="37" y="26"/>
                  </a:cubicBezTo>
                  <a:cubicBezTo>
                    <a:pt x="37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4"/>
                    <a:pt x="39" y="23"/>
                    <a:pt x="39" y="22"/>
                  </a:cubicBezTo>
                  <a:cubicBezTo>
                    <a:pt x="39" y="22"/>
                    <a:pt x="38" y="21"/>
                    <a:pt x="37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6" y="21"/>
                    <a:pt x="35" y="20"/>
                    <a:pt x="35" y="20"/>
                  </a:cubicBezTo>
                  <a:cubicBezTo>
                    <a:pt x="34" y="20"/>
                    <a:pt x="33" y="20"/>
                    <a:pt x="33" y="20"/>
                  </a:cubicBezTo>
                  <a:cubicBezTo>
                    <a:pt x="32" y="20"/>
                    <a:pt x="32" y="20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0" y="19"/>
                    <a:pt x="30" y="18"/>
                  </a:cubicBezTo>
                  <a:cubicBezTo>
                    <a:pt x="30" y="18"/>
                    <a:pt x="31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0" y="15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1"/>
                    <a:pt x="31" y="11"/>
                    <a:pt x="32" y="12"/>
                  </a:cubicBezTo>
                  <a:cubicBezTo>
                    <a:pt x="33" y="12"/>
                    <a:pt x="33" y="11"/>
                    <a:pt x="34" y="12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6" y="12"/>
                    <a:pt x="36" y="12"/>
                    <a:pt x="37" y="12"/>
                  </a:cubicBezTo>
                  <a:cubicBezTo>
                    <a:pt x="37" y="12"/>
                    <a:pt x="38" y="12"/>
                    <a:pt x="39" y="13"/>
                  </a:cubicBezTo>
                  <a:cubicBezTo>
                    <a:pt x="39" y="13"/>
                    <a:pt x="40" y="13"/>
                    <a:pt x="40" y="13"/>
                  </a:cubicBezTo>
                  <a:cubicBezTo>
                    <a:pt x="40" y="13"/>
                    <a:pt x="41" y="13"/>
                    <a:pt x="41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3"/>
                    <a:pt x="43" y="13"/>
                    <a:pt x="44" y="13"/>
                  </a:cubicBezTo>
                  <a:cubicBezTo>
                    <a:pt x="45" y="13"/>
                    <a:pt x="45" y="14"/>
                    <a:pt x="46" y="14"/>
                  </a:cubicBezTo>
                  <a:cubicBezTo>
                    <a:pt x="47" y="14"/>
                    <a:pt x="48" y="13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50" y="14"/>
                    <a:pt x="51" y="14"/>
                  </a:cubicBezTo>
                  <a:cubicBezTo>
                    <a:pt x="51" y="14"/>
                    <a:pt x="51" y="13"/>
                    <a:pt x="51" y="13"/>
                  </a:cubicBezTo>
                  <a:cubicBezTo>
                    <a:pt x="52" y="13"/>
                    <a:pt x="52" y="12"/>
                    <a:pt x="53" y="12"/>
                  </a:cubicBezTo>
                  <a:cubicBezTo>
                    <a:pt x="53" y="11"/>
                    <a:pt x="54" y="11"/>
                    <a:pt x="55" y="11"/>
                  </a:cubicBezTo>
                  <a:cubicBezTo>
                    <a:pt x="56" y="10"/>
                    <a:pt x="56" y="9"/>
                    <a:pt x="57" y="8"/>
                  </a:cubicBezTo>
                  <a:cubicBezTo>
                    <a:pt x="58" y="7"/>
                    <a:pt x="59" y="7"/>
                    <a:pt x="60" y="7"/>
                  </a:cubicBezTo>
                  <a:cubicBezTo>
                    <a:pt x="62" y="5"/>
                    <a:pt x="61" y="4"/>
                    <a:pt x="63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3"/>
                    <a:pt x="65" y="3"/>
                  </a:cubicBezTo>
                  <a:cubicBezTo>
                    <a:pt x="65" y="3"/>
                    <a:pt x="66" y="2"/>
                    <a:pt x="67" y="2"/>
                  </a:cubicBezTo>
                  <a:cubicBezTo>
                    <a:pt x="67" y="1"/>
                    <a:pt x="67" y="1"/>
                    <a:pt x="68" y="1"/>
                  </a:cubicBezTo>
                  <a:cubicBezTo>
                    <a:pt x="69" y="1"/>
                    <a:pt x="70" y="1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71" y="0"/>
                    <a:pt x="71" y="0"/>
                  </a:cubicBezTo>
                  <a:cubicBezTo>
                    <a:pt x="72" y="1"/>
                    <a:pt x="72" y="2"/>
                    <a:pt x="72" y="2"/>
                  </a:cubicBezTo>
                  <a:cubicBezTo>
                    <a:pt x="71" y="3"/>
                    <a:pt x="71" y="7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1" y="9"/>
                    <a:pt x="71" y="9"/>
                  </a:cubicBezTo>
                  <a:cubicBezTo>
                    <a:pt x="71" y="9"/>
                    <a:pt x="71" y="10"/>
                    <a:pt x="72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1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3"/>
                    <a:pt x="72" y="13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6"/>
                    <a:pt x="72" y="16"/>
                    <a:pt x="73" y="17"/>
                  </a:cubicBezTo>
                  <a:cubicBezTo>
                    <a:pt x="72" y="18"/>
                    <a:pt x="72" y="20"/>
                    <a:pt x="70" y="21"/>
                  </a:cubicBezTo>
                  <a:cubicBezTo>
                    <a:pt x="69" y="21"/>
                    <a:pt x="69" y="21"/>
                    <a:pt x="68" y="21"/>
                  </a:cubicBezTo>
                  <a:cubicBezTo>
                    <a:pt x="68" y="21"/>
                    <a:pt x="68" y="21"/>
                    <a:pt x="68" y="2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7" y="21"/>
                    <a:pt x="66" y="21"/>
                    <a:pt x="66" y="21"/>
                  </a:cubicBezTo>
                  <a:cubicBezTo>
                    <a:pt x="66" y="21"/>
                    <a:pt x="65" y="22"/>
                    <a:pt x="65" y="22"/>
                  </a:cubicBezTo>
                  <a:cubicBezTo>
                    <a:pt x="64" y="22"/>
                    <a:pt x="61" y="23"/>
                    <a:pt x="61" y="22"/>
                  </a:cubicBezTo>
                  <a:cubicBezTo>
                    <a:pt x="60" y="23"/>
                    <a:pt x="58" y="23"/>
                    <a:pt x="57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4"/>
                    <a:pt x="53" y="24"/>
                    <a:pt x="52" y="25"/>
                  </a:cubicBezTo>
                  <a:cubicBezTo>
                    <a:pt x="50" y="25"/>
                    <a:pt x="48" y="25"/>
                    <a:pt x="47" y="26"/>
                  </a:cubicBezTo>
                  <a:cubicBezTo>
                    <a:pt x="47" y="26"/>
                    <a:pt x="46" y="26"/>
                    <a:pt x="46" y="26"/>
                  </a:cubicBezTo>
                  <a:cubicBezTo>
                    <a:pt x="45" y="26"/>
                    <a:pt x="43" y="29"/>
                    <a:pt x="43" y="29"/>
                  </a:cubicBezTo>
                  <a:cubicBezTo>
                    <a:pt x="43" y="29"/>
                    <a:pt x="43" y="30"/>
                    <a:pt x="43" y="30"/>
                  </a:cubicBezTo>
                  <a:cubicBezTo>
                    <a:pt x="43" y="31"/>
                    <a:pt x="45" y="30"/>
                    <a:pt x="46" y="30"/>
                  </a:cubicBezTo>
                  <a:cubicBezTo>
                    <a:pt x="46" y="30"/>
                    <a:pt x="46" y="31"/>
                    <a:pt x="46" y="31"/>
                  </a:cubicBezTo>
                  <a:cubicBezTo>
                    <a:pt x="47" y="31"/>
                    <a:pt x="49" y="30"/>
                    <a:pt x="49" y="31"/>
                  </a:cubicBezTo>
                  <a:cubicBezTo>
                    <a:pt x="49" y="31"/>
                    <a:pt x="49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1"/>
                    <a:pt x="53" y="31"/>
                    <a:pt x="54" y="31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31"/>
                    <a:pt x="58" y="32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0" y="31"/>
                    <a:pt x="60" y="32"/>
                    <a:pt x="61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3" y="32"/>
                    <a:pt x="64" y="32"/>
                    <a:pt x="64" y="32"/>
                  </a:cubicBezTo>
                  <a:cubicBezTo>
                    <a:pt x="65" y="32"/>
                    <a:pt x="65" y="32"/>
                    <a:pt x="66" y="32"/>
                  </a:cubicBezTo>
                  <a:cubicBezTo>
                    <a:pt x="66" y="32"/>
                    <a:pt x="68" y="32"/>
                    <a:pt x="69" y="32"/>
                  </a:cubicBezTo>
                  <a:cubicBezTo>
                    <a:pt x="70" y="33"/>
                    <a:pt x="72" y="32"/>
                    <a:pt x="72" y="32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4" y="32"/>
                    <a:pt x="76" y="33"/>
                    <a:pt x="77" y="32"/>
                  </a:cubicBezTo>
                  <a:cubicBezTo>
                    <a:pt x="77" y="32"/>
                    <a:pt x="78" y="31"/>
                    <a:pt x="78" y="31"/>
                  </a:cubicBezTo>
                  <a:cubicBezTo>
                    <a:pt x="79" y="31"/>
                    <a:pt x="79" y="30"/>
                    <a:pt x="79" y="30"/>
                  </a:cubicBezTo>
                  <a:cubicBezTo>
                    <a:pt x="80" y="30"/>
                    <a:pt x="82" y="29"/>
                    <a:pt x="82" y="28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3" y="27"/>
                    <a:pt x="83" y="28"/>
                  </a:cubicBezTo>
                  <a:cubicBezTo>
                    <a:pt x="84" y="26"/>
                    <a:pt x="85" y="25"/>
                    <a:pt x="86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2"/>
                    <a:pt x="88" y="21"/>
                    <a:pt x="88" y="21"/>
                  </a:cubicBezTo>
                  <a:cubicBezTo>
                    <a:pt x="88" y="21"/>
                    <a:pt x="89" y="20"/>
                    <a:pt x="89" y="20"/>
                  </a:cubicBezTo>
                  <a:cubicBezTo>
                    <a:pt x="89" y="20"/>
                    <a:pt x="91" y="18"/>
                    <a:pt x="91" y="18"/>
                  </a:cubicBezTo>
                  <a:cubicBezTo>
                    <a:pt x="91" y="17"/>
                    <a:pt x="92" y="17"/>
                    <a:pt x="93" y="17"/>
                  </a:cubicBezTo>
                  <a:cubicBezTo>
                    <a:pt x="93" y="17"/>
                    <a:pt x="94" y="17"/>
                    <a:pt x="94" y="17"/>
                  </a:cubicBezTo>
                  <a:cubicBezTo>
                    <a:pt x="94" y="17"/>
                    <a:pt x="94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Freeform 11"/>
            <p:cNvSpPr>
              <a:spLocks noEditPoints="1"/>
            </p:cNvSpPr>
            <p:nvPr/>
          </p:nvSpPr>
          <p:spPr bwMode="auto">
            <a:xfrm>
              <a:off x="6896100" y="2768600"/>
              <a:ext cx="239713" cy="188913"/>
            </a:xfrm>
            <a:custGeom>
              <a:avLst/>
              <a:gdLst>
                <a:gd name="T0" fmla="*/ 30 w 88"/>
                <a:gd name="T1" fmla="*/ 47 h 69"/>
                <a:gd name="T2" fmla="*/ 35 w 88"/>
                <a:gd name="T3" fmla="*/ 52 h 69"/>
                <a:gd name="T4" fmla="*/ 38 w 88"/>
                <a:gd name="T5" fmla="*/ 57 h 69"/>
                <a:gd name="T6" fmla="*/ 41 w 88"/>
                <a:gd name="T7" fmla="*/ 64 h 69"/>
                <a:gd name="T8" fmla="*/ 40 w 88"/>
                <a:gd name="T9" fmla="*/ 68 h 69"/>
                <a:gd name="T10" fmla="*/ 35 w 88"/>
                <a:gd name="T11" fmla="*/ 66 h 69"/>
                <a:gd name="T12" fmla="*/ 28 w 88"/>
                <a:gd name="T13" fmla="*/ 65 h 69"/>
                <a:gd name="T14" fmla="*/ 28 w 88"/>
                <a:gd name="T15" fmla="*/ 60 h 69"/>
                <a:gd name="T16" fmla="*/ 27 w 88"/>
                <a:gd name="T17" fmla="*/ 51 h 69"/>
                <a:gd name="T18" fmla="*/ 25 w 88"/>
                <a:gd name="T19" fmla="*/ 47 h 69"/>
                <a:gd name="T20" fmla="*/ 25 w 88"/>
                <a:gd name="T21" fmla="*/ 45 h 69"/>
                <a:gd name="T22" fmla="*/ 64 w 88"/>
                <a:gd name="T23" fmla="*/ 33 h 69"/>
                <a:gd name="T24" fmla="*/ 87 w 88"/>
                <a:gd name="T25" fmla="*/ 0 h 69"/>
                <a:gd name="T26" fmla="*/ 87 w 88"/>
                <a:gd name="T27" fmla="*/ 10 h 69"/>
                <a:gd name="T28" fmla="*/ 77 w 88"/>
                <a:gd name="T29" fmla="*/ 16 h 69"/>
                <a:gd name="T30" fmla="*/ 70 w 88"/>
                <a:gd name="T31" fmla="*/ 20 h 69"/>
                <a:gd name="T32" fmla="*/ 66 w 88"/>
                <a:gd name="T33" fmla="*/ 22 h 69"/>
                <a:gd name="T34" fmla="*/ 68 w 88"/>
                <a:gd name="T35" fmla="*/ 27 h 69"/>
                <a:gd name="T36" fmla="*/ 72 w 88"/>
                <a:gd name="T37" fmla="*/ 28 h 69"/>
                <a:gd name="T38" fmla="*/ 81 w 88"/>
                <a:gd name="T39" fmla="*/ 28 h 69"/>
                <a:gd name="T40" fmla="*/ 87 w 88"/>
                <a:gd name="T41" fmla="*/ 27 h 69"/>
                <a:gd name="T42" fmla="*/ 77 w 88"/>
                <a:gd name="T43" fmla="*/ 35 h 69"/>
                <a:gd name="T44" fmla="*/ 61 w 88"/>
                <a:gd name="T45" fmla="*/ 36 h 69"/>
                <a:gd name="T46" fmla="*/ 54 w 88"/>
                <a:gd name="T47" fmla="*/ 36 h 69"/>
                <a:gd name="T48" fmla="*/ 45 w 88"/>
                <a:gd name="T49" fmla="*/ 35 h 69"/>
                <a:gd name="T50" fmla="*/ 43 w 88"/>
                <a:gd name="T51" fmla="*/ 34 h 69"/>
                <a:gd name="T52" fmla="*/ 38 w 88"/>
                <a:gd name="T53" fmla="*/ 34 h 69"/>
                <a:gd name="T54" fmla="*/ 30 w 88"/>
                <a:gd name="T55" fmla="*/ 36 h 69"/>
                <a:gd name="T56" fmla="*/ 22 w 88"/>
                <a:gd name="T57" fmla="*/ 38 h 69"/>
                <a:gd name="T58" fmla="*/ 16 w 88"/>
                <a:gd name="T59" fmla="*/ 38 h 69"/>
                <a:gd name="T60" fmla="*/ 6 w 88"/>
                <a:gd name="T61" fmla="*/ 36 h 69"/>
                <a:gd name="T62" fmla="*/ 5 w 88"/>
                <a:gd name="T63" fmla="*/ 36 h 69"/>
                <a:gd name="T64" fmla="*/ 1 w 88"/>
                <a:gd name="T65" fmla="*/ 30 h 69"/>
                <a:gd name="T66" fmla="*/ 13 w 88"/>
                <a:gd name="T67" fmla="*/ 28 h 69"/>
                <a:gd name="T68" fmla="*/ 21 w 88"/>
                <a:gd name="T69" fmla="*/ 27 h 69"/>
                <a:gd name="T70" fmla="*/ 28 w 88"/>
                <a:gd name="T71" fmla="*/ 24 h 69"/>
                <a:gd name="T72" fmla="*/ 24 w 88"/>
                <a:gd name="T73" fmla="*/ 18 h 69"/>
                <a:gd name="T74" fmla="*/ 20 w 88"/>
                <a:gd name="T75" fmla="*/ 14 h 69"/>
                <a:gd name="T76" fmla="*/ 13 w 88"/>
                <a:gd name="T77" fmla="*/ 6 h 69"/>
                <a:gd name="T78" fmla="*/ 14 w 88"/>
                <a:gd name="T79" fmla="*/ 1 h 69"/>
                <a:gd name="T80" fmla="*/ 20 w 88"/>
                <a:gd name="T81" fmla="*/ 4 h 69"/>
                <a:gd name="T82" fmla="*/ 25 w 88"/>
                <a:gd name="T83" fmla="*/ 8 h 69"/>
                <a:gd name="T84" fmla="*/ 29 w 88"/>
                <a:gd name="T85" fmla="*/ 10 h 69"/>
                <a:gd name="T86" fmla="*/ 32 w 88"/>
                <a:gd name="T87" fmla="*/ 12 h 69"/>
                <a:gd name="T88" fmla="*/ 39 w 88"/>
                <a:gd name="T89" fmla="*/ 16 h 69"/>
                <a:gd name="T90" fmla="*/ 52 w 88"/>
                <a:gd name="T91" fmla="*/ 14 h 69"/>
                <a:gd name="T92" fmla="*/ 57 w 88"/>
                <a:gd name="T93" fmla="*/ 13 h 69"/>
                <a:gd name="T94" fmla="*/ 65 w 88"/>
                <a:gd name="T95" fmla="*/ 10 h 69"/>
                <a:gd name="T96" fmla="*/ 69 w 88"/>
                <a:gd name="T97" fmla="*/ 8 h 69"/>
                <a:gd name="T98" fmla="*/ 81 w 88"/>
                <a:gd name="T99" fmla="*/ 2 h 69"/>
                <a:gd name="T100" fmla="*/ 85 w 88"/>
                <a:gd name="T10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" h="69">
                  <a:moveTo>
                    <a:pt x="27" y="44"/>
                  </a:moveTo>
                  <a:cubicBezTo>
                    <a:pt x="27" y="44"/>
                    <a:pt x="28" y="45"/>
                    <a:pt x="28" y="45"/>
                  </a:cubicBezTo>
                  <a:cubicBezTo>
                    <a:pt x="28" y="45"/>
                    <a:pt x="29" y="45"/>
                    <a:pt x="29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6"/>
                    <a:pt x="29" y="47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1" y="48"/>
                    <a:pt x="31" y="48"/>
                    <a:pt x="32" y="49"/>
                  </a:cubicBezTo>
                  <a:cubicBezTo>
                    <a:pt x="32" y="50"/>
                    <a:pt x="33" y="50"/>
                    <a:pt x="34" y="51"/>
                  </a:cubicBezTo>
                  <a:cubicBezTo>
                    <a:pt x="34" y="51"/>
                    <a:pt x="34" y="52"/>
                    <a:pt x="34" y="52"/>
                  </a:cubicBezTo>
                  <a:cubicBezTo>
                    <a:pt x="34" y="52"/>
                    <a:pt x="34" y="52"/>
                    <a:pt x="35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6" y="54"/>
                  </a:cubicBezTo>
                  <a:cubicBezTo>
                    <a:pt x="36" y="54"/>
                    <a:pt x="37" y="55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6"/>
                    <a:pt x="38" y="57"/>
                    <a:pt x="38" y="57"/>
                  </a:cubicBezTo>
                  <a:cubicBezTo>
                    <a:pt x="38" y="58"/>
                    <a:pt x="39" y="58"/>
                    <a:pt x="39" y="58"/>
                  </a:cubicBezTo>
                  <a:cubicBezTo>
                    <a:pt x="40" y="59"/>
                    <a:pt x="39" y="59"/>
                    <a:pt x="40" y="60"/>
                  </a:cubicBezTo>
                  <a:cubicBezTo>
                    <a:pt x="40" y="60"/>
                    <a:pt x="40" y="61"/>
                    <a:pt x="40" y="61"/>
                  </a:cubicBezTo>
                  <a:cubicBezTo>
                    <a:pt x="40" y="61"/>
                    <a:pt x="40" y="63"/>
                    <a:pt x="40" y="63"/>
                  </a:cubicBezTo>
                  <a:cubicBezTo>
                    <a:pt x="40" y="64"/>
                    <a:pt x="41" y="64"/>
                    <a:pt x="41" y="64"/>
                  </a:cubicBezTo>
                  <a:cubicBezTo>
                    <a:pt x="41" y="64"/>
                    <a:pt x="40" y="65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1" y="66"/>
                    <a:pt x="41" y="66"/>
                  </a:cubicBezTo>
                  <a:cubicBezTo>
                    <a:pt x="40" y="66"/>
                    <a:pt x="40" y="6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9" y="68"/>
                    <a:pt x="38" y="68"/>
                    <a:pt x="38" y="69"/>
                  </a:cubicBezTo>
                  <a:cubicBezTo>
                    <a:pt x="38" y="68"/>
                    <a:pt x="37" y="68"/>
                    <a:pt x="36" y="68"/>
                  </a:cubicBezTo>
                  <a:cubicBezTo>
                    <a:pt x="36" y="67"/>
                    <a:pt x="35" y="67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7"/>
                    <a:pt x="35" y="67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2" y="66"/>
                    <a:pt x="30" y="65"/>
                    <a:pt x="28" y="6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8" y="64"/>
                    <a:pt x="27" y="64"/>
                    <a:pt x="26" y="64"/>
                  </a:cubicBezTo>
                  <a:cubicBezTo>
                    <a:pt x="26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6" y="62"/>
                    <a:pt x="26" y="62"/>
                  </a:cubicBezTo>
                  <a:cubicBezTo>
                    <a:pt x="27" y="61"/>
                    <a:pt x="28" y="61"/>
                    <a:pt x="28" y="60"/>
                  </a:cubicBezTo>
                  <a:cubicBezTo>
                    <a:pt x="29" y="59"/>
                    <a:pt x="28" y="58"/>
                    <a:pt x="28" y="58"/>
                  </a:cubicBezTo>
                  <a:cubicBezTo>
                    <a:pt x="28" y="57"/>
                    <a:pt x="28" y="56"/>
                    <a:pt x="28" y="56"/>
                  </a:cubicBezTo>
                  <a:cubicBezTo>
                    <a:pt x="28" y="55"/>
                    <a:pt x="28" y="54"/>
                    <a:pt x="27" y="53"/>
                  </a:cubicBezTo>
                  <a:cubicBezTo>
                    <a:pt x="27" y="53"/>
                    <a:pt x="27" y="52"/>
                    <a:pt x="27" y="52"/>
                  </a:cubicBezTo>
                  <a:cubicBezTo>
                    <a:pt x="27" y="52"/>
                    <a:pt x="27" y="51"/>
                    <a:pt x="27" y="51"/>
                  </a:cubicBezTo>
                  <a:cubicBezTo>
                    <a:pt x="27" y="50"/>
                    <a:pt x="27" y="49"/>
                    <a:pt x="26" y="49"/>
                  </a:cubicBezTo>
                  <a:cubicBezTo>
                    <a:pt x="26" y="48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2"/>
                    <a:pt x="27" y="44"/>
                    <a:pt x="27" y="44"/>
                  </a:cubicBezTo>
                  <a:close/>
                  <a:moveTo>
                    <a:pt x="64" y="33"/>
                  </a:moveTo>
                  <a:cubicBezTo>
                    <a:pt x="63" y="33"/>
                    <a:pt x="63" y="33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4" y="33"/>
                  </a:cubicBezTo>
                  <a:close/>
                  <a:moveTo>
                    <a:pt x="87" y="0"/>
                  </a:moveTo>
                  <a:cubicBezTo>
                    <a:pt x="87" y="0"/>
                    <a:pt x="87" y="0"/>
                    <a:pt x="87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8" y="1"/>
                    <a:pt x="88" y="2"/>
                    <a:pt x="88" y="2"/>
                  </a:cubicBezTo>
                  <a:cubicBezTo>
                    <a:pt x="88" y="3"/>
                    <a:pt x="88" y="6"/>
                    <a:pt x="88" y="7"/>
                  </a:cubicBezTo>
                  <a:cubicBezTo>
                    <a:pt x="88" y="8"/>
                    <a:pt x="87" y="9"/>
                    <a:pt x="87" y="10"/>
                  </a:cubicBezTo>
                  <a:cubicBezTo>
                    <a:pt x="86" y="11"/>
                    <a:pt x="84" y="12"/>
                    <a:pt x="83" y="13"/>
                  </a:cubicBezTo>
                  <a:cubicBezTo>
                    <a:pt x="82" y="13"/>
                    <a:pt x="82" y="13"/>
                    <a:pt x="81" y="14"/>
                  </a:cubicBezTo>
                  <a:cubicBezTo>
                    <a:pt x="81" y="14"/>
                    <a:pt x="80" y="14"/>
                    <a:pt x="79" y="14"/>
                  </a:cubicBezTo>
                  <a:cubicBezTo>
                    <a:pt x="79" y="15"/>
                    <a:pt x="79" y="15"/>
                    <a:pt x="78" y="15"/>
                  </a:cubicBezTo>
                  <a:cubicBezTo>
                    <a:pt x="78" y="15"/>
                    <a:pt x="77" y="15"/>
                    <a:pt x="77" y="16"/>
                  </a:cubicBezTo>
                  <a:cubicBezTo>
                    <a:pt x="76" y="16"/>
                    <a:pt x="76" y="16"/>
                    <a:pt x="76" y="17"/>
                  </a:cubicBezTo>
                  <a:cubicBezTo>
                    <a:pt x="76" y="17"/>
                    <a:pt x="74" y="17"/>
                    <a:pt x="74" y="17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7"/>
                    <a:pt x="74" y="18"/>
                    <a:pt x="74" y="18"/>
                  </a:cubicBezTo>
                  <a:cubicBezTo>
                    <a:pt x="72" y="18"/>
                    <a:pt x="71" y="19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9" y="20"/>
                    <a:pt x="68" y="21"/>
                    <a:pt x="68" y="21"/>
                  </a:cubicBezTo>
                  <a:cubicBezTo>
                    <a:pt x="68" y="21"/>
                    <a:pt x="67" y="21"/>
                    <a:pt x="67" y="22"/>
                  </a:cubicBezTo>
                  <a:cubicBezTo>
                    <a:pt x="67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3"/>
                  </a:cubicBezTo>
                  <a:cubicBezTo>
                    <a:pt x="65" y="22"/>
                    <a:pt x="65" y="23"/>
                    <a:pt x="64" y="23"/>
                  </a:cubicBezTo>
                  <a:cubicBezTo>
                    <a:pt x="63" y="24"/>
                    <a:pt x="64" y="25"/>
                    <a:pt x="65" y="26"/>
                  </a:cubicBezTo>
                  <a:cubicBezTo>
                    <a:pt x="66" y="26"/>
                    <a:pt x="66" y="26"/>
                    <a:pt x="67" y="27"/>
                  </a:cubicBezTo>
                  <a:cubicBezTo>
                    <a:pt x="67" y="27"/>
                    <a:pt x="67" y="27"/>
                    <a:pt x="68" y="27"/>
                  </a:cubicBezTo>
                  <a:cubicBezTo>
                    <a:pt x="68" y="27"/>
                    <a:pt x="69" y="27"/>
                    <a:pt x="69" y="27"/>
                  </a:cubicBezTo>
                  <a:cubicBezTo>
                    <a:pt x="70" y="27"/>
                    <a:pt x="70" y="27"/>
                    <a:pt x="71" y="27"/>
                  </a:cubicBezTo>
                  <a:cubicBezTo>
                    <a:pt x="71" y="27"/>
                    <a:pt x="71" y="28"/>
                    <a:pt x="72" y="27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3" y="28"/>
                    <a:pt x="74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6" y="29"/>
                    <a:pt x="76" y="29"/>
                  </a:cubicBezTo>
                  <a:cubicBezTo>
                    <a:pt x="78" y="29"/>
                    <a:pt x="79" y="28"/>
                    <a:pt x="81" y="28"/>
                  </a:cubicBezTo>
                  <a:cubicBezTo>
                    <a:pt x="81" y="28"/>
                    <a:pt x="82" y="27"/>
                    <a:pt x="82" y="28"/>
                  </a:cubicBezTo>
                  <a:cubicBezTo>
                    <a:pt x="82" y="27"/>
                    <a:pt x="84" y="27"/>
                    <a:pt x="84" y="27"/>
                  </a:cubicBezTo>
                  <a:cubicBezTo>
                    <a:pt x="84" y="26"/>
                    <a:pt x="86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8" y="28"/>
                    <a:pt x="88" y="28"/>
                    <a:pt x="87" y="29"/>
                  </a:cubicBezTo>
                  <a:cubicBezTo>
                    <a:pt x="87" y="29"/>
                    <a:pt x="86" y="30"/>
                    <a:pt x="85" y="30"/>
                  </a:cubicBezTo>
                  <a:cubicBezTo>
                    <a:pt x="85" y="30"/>
                    <a:pt x="84" y="31"/>
                    <a:pt x="83" y="31"/>
                  </a:cubicBezTo>
                  <a:cubicBezTo>
                    <a:pt x="82" y="32"/>
                    <a:pt x="81" y="33"/>
                    <a:pt x="79" y="33"/>
                  </a:cubicBezTo>
                  <a:cubicBezTo>
                    <a:pt x="78" y="34"/>
                    <a:pt x="78" y="34"/>
                    <a:pt x="77" y="35"/>
                  </a:cubicBezTo>
                  <a:cubicBezTo>
                    <a:pt x="76" y="35"/>
                    <a:pt x="75" y="35"/>
                    <a:pt x="74" y="35"/>
                  </a:cubicBezTo>
                  <a:cubicBezTo>
                    <a:pt x="73" y="35"/>
                    <a:pt x="72" y="36"/>
                    <a:pt x="72" y="36"/>
                  </a:cubicBezTo>
                  <a:cubicBezTo>
                    <a:pt x="71" y="37"/>
                    <a:pt x="70" y="36"/>
                    <a:pt x="69" y="36"/>
                  </a:cubicBezTo>
                  <a:cubicBezTo>
                    <a:pt x="67" y="37"/>
                    <a:pt x="66" y="37"/>
                    <a:pt x="64" y="37"/>
                  </a:cubicBezTo>
                  <a:cubicBezTo>
                    <a:pt x="63" y="37"/>
                    <a:pt x="62" y="36"/>
                    <a:pt x="61" y="36"/>
                  </a:cubicBezTo>
                  <a:cubicBezTo>
                    <a:pt x="61" y="36"/>
                    <a:pt x="60" y="36"/>
                    <a:pt x="60" y="37"/>
                  </a:cubicBezTo>
                  <a:cubicBezTo>
                    <a:pt x="59" y="37"/>
                    <a:pt x="57" y="36"/>
                    <a:pt x="56" y="36"/>
                  </a:cubicBezTo>
                  <a:cubicBezTo>
                    <a:pt x="56" y="36"/>
                    <a:pt x="56" y="35"/>
                    <a:pt x="55" y="36"/>
                  </a:cubicBezTo>
                  <a:cubicBezTo>
                    <a:pt x="55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3" y="35"/>
                    <a:pt x="53" y="36"/>
                    <a:pt x="53" y="36"/>
                  </a:cubicBezTo>
                  <a:cubicBezTo>
                    <a:pt x="52" y="36"/>
                    <a:pt x="52" y="36"/>
                    <a:pt x="51" y="36"/>
                  </a:cubicBezTo>
                  <a:cubicBezTo>
                    <a:pt x="51" y="36"/>
                    <a:pt x="46" y="35"/>
                    <a:pt x="45" y="35"/>
                  </a:cubicBezTo>
                  <a:cubicBezTo>
                    <a:pt x="45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2" y="34"/>
                  </a:cubicBezTo>
                  <a:cubicBezTo>
                    <a:pt x="42" y="34"/>
                    <a:pt x="40" y="34"/>
                    <a:pt x="40" y="34"/>
                  </a:cubicBezTo>
                  <a:cubicBezTo>
                    <a:pt x="40" y="33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7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6"/>
                    <a:pt x="34" y="37"/>
                  </a:cubicBezTo>
                  <a:cubicBezTo>
                    <a:pt x="34" y="36"/>
                    <a:pt x="33" y="37"/>
                    <a:pt x="32" y="37"/>
                  </a:cubicBezTo>
                  <a:cubicBezTo>
                    <a:pt x="31" y="37"/>
                    <a:pt x="30" y="36"/>
                    <a:pt x="30" y="36"/>
                  </a:cubicBezTo>
                  <a:cubicBezTo>
                    <a:pt x="29" y="36"/>
                    <a:pt x="28" y="36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4" y="37"/>
                    <a:pt x="24" y="37"/>
                  </a:cubicBezTo>
                  <a:cubicBezTo>
                    <a:pt x="23" y="37"/>
                    <a:pt x="23" y="38"/>
                    <a:pt x="23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8"/>
                    <a:pt x="21" y="38"/>
                    <a:pt x="20" y="38"/>
                  </a:cubicBezTo>
                  <a:cubicBezTo>
                    <a:pt x="20" y="38"/>
                    <a:pt x="19" y="38"/>
                    <a:pt x="19" y="38"/>
                  </a:cubicBezTo>
                  <a:cubicBezTo>
                    <a:pt x="19" y="38"/>
                    <a:pt x="18" y="38"/>
                    <a:pt x="18" y="39"/>
                  </a:cubicBezTo>
                  <a:cubicBezTo>
                    <a:pt x="17" y="39"/>
                    <a:pt x="17" y="38"/>
                    <a:pt x="16" y="38"/>
                  </a:cubicBezTo>
                  <a:cubicBezTo>
                    <a:pt x="16" y="38"/>
                    <a:pt x="15" y="38"/>
                    <a:pt x="15" y="38"/>
                  </a:cubicBezTo>
                  <a:cubicBezTo>
                    <a:pt x="14" y="38"/>
                    <a:pt x="13" y="38"/>
                    <a:pt x="11" y="38"/>
                  </a:cubicBezTo>
                  <a:cubicBezTo>
                    <a:pt x="11" y="38"/>
                    <a:pt x="10" y="38"/>
                    <a:pt x="10" y="37"/>
                  </a:cubicBezTo>
                  <a:cubicBezTo>
                    <a:pt x="9" y="37"/>
                    <a:pt x="9" y="37"/>
                    <a:pt x="8" y="37"/>
                  </a:cubicBezTo>
                  <a:cubicBezTo>
                    <a:pt x="8" y="37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2" y="36"/>
                    <a:pt x="1" y="35"/>
                  </a:cubicBezTo>
                  <a:cubicBezTo>
                    <a:pt x="1" y="35"/>
                    <a:pt x="1" y="34"/>
                    <a:pt x="0" y="33"/>
                  </a:cubicBezTo>
                  <a:cubicBezTo>
                    <a:pt x="1" y="32"/>
                    <a:pt x="1" y="31"/>
                    <a:pt x="1" y="30"/>
                  </a:cubicBezTo>
                  <a:cubicBezTo>
                    <a:pt x="2" y="30"/>
                    <a:pt x="3" y="30"/>
                    <a:pt x="4" y="30"/>
                  </a:cubicBezTo>
                  <a:cubicBezTo>
                    <a:pt x="6" y="30"/>
                    <a:pt x="7" y="30"/>
                    <a:pt x="8" y="30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10" y="29"/>
                    <a:pt x="11" y="30"/>
                    <a:pt x="11" y="30"/>
                  </a:cubicBezTo>
                  <a:cubicBezTo>
                    <a:pt x="12" y="29"/>
                    <a:pt x="13" y="28"/>
                    <a:pt x="13" y="28"/>
                  </a:cubicBezTo>
                  <a:cubicBezTo>
                    <a:pt x="14" y="28"/>
                    <a:pt x="15" y="29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20" y="27"/>
                    <a:pt x="21" y="27"/>
                  </a:cubicBezTo>
                  <a:cubicBezTo>
                    <a:pt x="22" y="27"/>
                    <a:pt x="22" y="26"/>
                    <a:pt x="23" y="26"/>
                  </a:cubicBezTo>
                  <a:cubicBezTo>
                    <a:pt x="24" y="26"/>
                    <a:pt x="25" y="26"/>
                    <a:pt x="26" y="26"/>
                  </a:cubicBezTo>
                  <a:cubicBezTo>
                    <a:pt x="26" y="26"/>
                    <a:pt x="27" y="25"/>
                    <a:pt x="27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7" y="23"/>
                    <a:pt x="27" y="22"/>
                    <a:pt x="26" y="22"/>
                  </a:cubicBezTo>
                  <a:cubicBezTo>
                    <a:pt x="26" y="22"/>
                    <a:pt x="26" y="21"/>
                    <a:pt x="26" y="21"/>
                  </a:cubicBezTo>
                  <a:cubicBezTo>
                    <a:pt x="25" y="20"/>
                    <a:pt x="24" y="20"/>
                    <a:pt x="24" y="18"/>
                  </a:cubicBezTo>
                  <a:cubicBezTo>
                    <a:pt x="24" y="18"/>
                    <a:pt x="23" y="18"/>
                    <a:pt x="24" y="18"/>
                  </a:cubicBezTo>
                  <a:cubicBezTo>
                    <a:pt x="23" y="17"/>
                    <a:pt x="23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4"/>
                  </a:cubicBezTo>
                  <a:cubicBezTo>
                    <a:pt x="19" y="14"/>
                    <a:pt x="19" y="14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6" y="12"/>
                    <a:pt x="16" y="11"/>
                    <a:pt x="15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7"/>
                    <a:pt x="13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2"/>
                    <a:pt x="13" y="1"/>
                  </a:cubicBezTo>
                  <a:cubicBezTo>
                    <a:pt x="13" y="1"/>
                    <a:pt x="14" y="1"/>
                    <a:pt x="13" y="1"/>
                  </a:cubicBezTo>
                  <a:cubicBezTo>
                    <a:pt x="14" y="1"/>
                    <a:pt x="13" y="1"/>
                    <a:pt x="14" y="1"/>
                  </a:cubicBezTo>
                  <a:cubicBezTo>
                    <a:pt x="15" y="1"/>
                    <a:pt x="16" y="1"/>
                    <a:pt x="17" y="2"/>
                  </a:cubicBezTo>
                  <a:cubicBezTo>
                    <a:pt x="17" y="2"/>
                    <a:pt x="18" y="2"/>
                    <a:pt x="18" y="2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1" y="5"/>
                    <a:pt x="21" y="5"/>
                  </a:cubicBezTo>
                  <a:cubicBezTo>
                    <a:pt x="23" y="5"/>
                    <a:pt x="24" y="7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8"/>
                    <a:pt x="26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10"/>
                    <a:pt x="30" y="10"/>
                    <a:pt x="31" y="11"/>
                  </a:cubicBezTo>
                  <a:cubicBezTo>
                    <a:pt x="31" y="11"/>
                    <a:pt x="31" y="11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3" y="13"/>
                    <a:pt x="33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5" y="13"/>
                    <a:pt x="35" y="14"/>
                    <a:pt x="36" y="15"/>
                  </a:cubicBezTo>
                  <a:cubicBezTo>
                    <a:pt x="37" y="15"/>
                    <a:pt x="37" y="15"/>
                    <a:pt x="37" y="16"/>
                  </a:cubicBezTo>
                  <a:cubicBezTo>
                    <a:pt x="38" y="16"/>
                    <a:pt x="38" y="16"/>
                    <a:pt x="39" y="16"/>
                  </a:cubicBezTo>
                  <a:cubicBezTo>
                    <a:pt x="40" y="17"/>
                    <a:pt x="42" y="17"/>
                    <a:pt x="43" y="16"/>
                  </a:cubicBezTo>
                  <a:cubicBezTo>
                    <a:pt x="43" y="16"/>
                    <a:pt x="45" y="16"/>
                    <a:pt x="45" y="16"/>
                  </a:cubicBezTo>
                  <a:cubicBezTo>
                    <a:pt x="46" y="18"/>
                    <a:pt x="47" y="17"/>
                    <a:pt x="48" y="17"/>
                  </a:cubicBezTo>
                  <a:cubicBezTo>
                    <a:pt x="49" y="17"/>
                    <a:pt x="49" y="17"/>
                    <a:pt x="50" y="16"/>
                  </a:cubicBezTo>
                  <a:cubicBezTo>
                    <a:pt x="51" y="16"/>
                    <a:pt x="51" y="15"/>
                    <a:pt x="52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5" y="14"/>
                    <a:pt x="56" y="14"/>
                    <a:pt x="56" y="13"/>
                  </a:cubicBezTo>
                  <a:cubicBezTo>
                    <a:pt x="56" y="13"/>
                    <a:pt x="56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8" y="12"/>
                    <a:pt x="59" y="13"/>
                  </a:cubicBezTo>
                  <a:cubicBezTo>
                    <a:pt x="60" y="11"/>
                    <a:pt x="61" y="12"/>
                    <a:pt x="63" y="11"/>
                  </a:cubicBezTo>
                  <a:cubicBezTo>
                    <a:pt x="63" y="11"/>
                    <a:pt x="63" y="11"/>
                    <a:pt x="63" y="10"/>
                  </a:cubicBezTo>
                  <a:cubicBezTo>
                    <a:pt x="64" y="10"/>
                    <a:pt x="64" y="10"/>
                    <a:pt x="65" y="10"/>
                  </a:cubicBezTo>
                  <a:cubicBezTo>
                    <a:pt x="65" y="10"/>
                    <a:pt x="65" y="10"/>
                    <a:pt x="66" y="10"/>
                  </a:cubicBezTo>
                  <a:cubicBezTo>
                    <a:pt x="66" y="9"/>
                    <a:pt x="67" y="9"/>
                    <a:pt x="67" y="9"/>
                  </a:cubicBezTo>
                  <a:cubicBezTo>
                    <a:pt x="67" y="9"/>
                    <a:pt x="68" y="9"/>
                    <a:pt x="68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7"/>
                    <a:pt x="70" y="7"/>
                    <a:pt x="71" y="7"/>
                  </a:cubicBezTo>
                  <a:cubicBezTo>
                    <a:pt x="71" y="7"/>
                    <a:pt x="72" y="7"/>
                    <a:pt x="72" y="6"/>
                  </a:cubicBezTo>
                  <a:cubicBezTo>
                    <a:pt x="73" y="7"/>
                    <a:pt x="74" y="5"/>
                    <a:pt x="75" y="5"/>
                  </a:cubicBezTo>
                  <a:cubicBezTo>
                    <a:pt x="75" y="4"/>
                    <a:pt x="78" y="4"/>
                    <a:pt x="78" y="4"/>
                  </a:cubicBezTo>
                  <a:cubicBezTo>
                    <a:pt x="79" y="3"/>
                    <a:pt x="80" y="2"/>
                    <a:pt x="81" y="2"/>
                  </a:cubicBezTo>
                  <a:cubicBezTo>
                    <a:pt x="81" y="2"/>
                    <a:pt x="82" y="2"/>
                    <a:pt x="82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5" y="1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6" y="0"/>
                    <a:pt x="86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Freeform 12"/>
            <p:cNvSpPr>
              <a:spLocks noEditPoints="1"/>
            </p:cNvSpPr>
            <p:nvPr/>
          </p:nvSpPr>
          <p:spPr bwMode="auto">
            <a:xfrm>
              <a:off x="7040563" y="3106738"/>
              <a:ext cx="366712" cy="227013"/>
            </a:xfrm>
            <a:custGeom>
              <a:avLst/>
              <a:gdLst>
                <a:gd name="T0" fmla="*/ 58 w 135"/>
                <a:gd name="T1" fmla="*/ 80 h 83"/>
                <a:gd name="T2" fmla="*/ 50 w 135"/>
                <a:gd name="T3" fmla="*/ 71 h 83"/>
                <a:gd name="T4" fmla="*/ 42 w 135"/>
                <a:gd name="T5" fmla="*/ 58 h 83"/>
                <a:gd name="T6" fmla="*/ 50 w 135"/>
                <a:gd name="T7" fmla="*/ 66 h 83"/>
                <a:gd name="T8" fmla="*/ 40 w 135"/>
                <a:gd name="T9" fmla="*/ 55 h 83"/>
                <a:gd name="T10" fmla="*/ 25 w 135"/>
                <a:gd name="T11" fmla="*/ 58 h 83"/>
                <a:gd name="T12" fmla="*/ 9 w 135"/>
                <a:gd name="T13" fmla="*/ 61 h 83"/>
                <a:gd name="T14" fmla="*/ 3 w 135"/>
                <a:gd name="T15" fmla="*/ 54 h 83"/>
                <a:gd name="T16" fmla="*/ 7 w 135"/>
                <a:gd name="T17" fmla="*/ 43 h 83"/>
                <a:gd name="T18" fmla="*/ 12 w 135"/>
                <a:gd name="T19" fmla="*/ 29 h 83"/>
                <a:gd name="T20" fmla="*/ 13 w 135"/>
                <a:gd name="T21" fmla="*/ 36 h 83"/>
                <a:gd name="T22" fmla="*/ 14 w 135"/>
                <a:gd name="T23" fmla="*/ 48 h 83"/>
                <a:gd name="T24" fmla="*/ 31 w 135"/>
                <a:gd name="T25" fmla="*/ 52 h 83"/>
                <a:gd name="T26" fmla="*/ 34 w 135"/>
                <a:gd name="T27" fmla="*/ 43 h 83"/>
                <a:gd name="T28" fmla="*/ 41 w 135"/>
                <a:gd name="T29" fmla="*/ 36 h 83"/>
                <a:gd name="T30" fmla="*/ 51 w 135"/>
                <a:gd name="T31" fmla="*/ 51 h 83"/>
                <a:gd name="T32" fmla="*/ 58 w 135"/>
                <a:gd name="T33" fmla="*/ 62 h 83"/>
                <a:gd name="T34" fmla="*/ 63 w 135"/>
                <a:gd name="T35" fmla="*/ 70 h 83"/>
                <a:gd name="T36" fmla="*/ 82 w 135"/>
                <a:gd name="T37" fmla="*/ 65 h 83"/>
                <a:gd name="T38" fmla="*/ 71 w 135"/>
                <a:gd name="T39" fmla="*/ 65 h 83"/>
                <a:gd name="T40" fmla="*/ 61 w 135"/>
                <a:gd name="T41" fmla="*/ 53 h 83"/>
                <a:gd name="T42" fmla="*/ 74 w 135"/>
                <a:gd name="T43" fmla="*/ 60 h 83"/>
                <a:gd name="T44" fmla="*/ 58 w 135"/>
                <a:gd name="T45" fmla="*/ 39 h 83"/>
                <a:gd name="T46" fmla="*/ 51 w 135"/>
                <a:gd name="T47" fmla="*/ 31 h 83"/>
                <a:gd name="T48" fmla="*/ 35 w 135"/>
                <a:gd name="T49" fmla="*/ 16 h 83"/>
                <a:gd name="T50" fmla="*/ 32 w 135"/>
                <a:gd name="T51" fmla="*/ 6 h 83"/>
                <a:gd name="T52" fmla="*/ 41 w 135"/>
                <a:gd name="T53" fmla="*/ 6 h 83"/>
                <a:gd name="T54" fmla="*/ 47 w 135"/>
                <a:gd name="T55" fmla="*/ 14 h 83"/>
                <a:gd name="T56" fmla="*/ 54 w 135"/>
                <a:gd name="T57" fmla="*/ 23 h 83"/>
                <a:gd name="T58" fmla="*/ 65 w 135"/>
                <a:gd name="T59" fmla="*/ 37 h 83"/>
                <a:gd name="T60" fmla="*/ 76 w 135"/>
                <a:gd name="T61" fmla="*/ 53 h 83"/>
                <a:gd name="T62" fmla="*/ 82 w 135"/>
                <a:gd name="T63" fmla="*/ 65 h 83"/>
                <a:gd name="T64" fmla="*/ 112 w 135"/>
                <a:gd name="T65" fmla="*/ 50 h 83"/>
                <a:gd name="T66" fmla="*/ 108 w 135"/>
                <a:gd name="T67" fmla="*/ 56 h 83"/>
                <a:gd name="T68" fmla="*/ 116 w 135"/>
                <a:gd name="T69" fmla="*/ 67 h 83"/>
                <a:gd name="T70" fmla="*/ 119 w 135"/>
                <a:gd name="T71" fmla="*/ 77 h 83"/>
                <a:gd name="T72" fmla="*/ 104 w 135"/>
                <a:gd name="T73" fmla="*/ 74 h 83"/>
                <a:gd name="T74" fmla="*/ 88 w 135"/>
                <a:gd name="T75" fmla="*/ 67 h 83"/>
                <a:gd name="T76" fmla="*/ 92 w 135"/>
                <a:gd name="T77" fmla="*/ 62 h 83"/>
                <a:gd name="T78" fmla="*/ 99 w 135"/>
                <a:gd name="T79" fmla="*/ 65 h 83"/>
                <a:gd name="T80" fmla="*/ 113 w 135"/>
                <a:gd name="T81" fmla="*/ 72 h 83"/>
                <a:gd name="T82" fmla="*/ 109 w 135"/>
                <a:gd name="T83" fmla="*/ 62 h 83"/>
                <a:gd name="T84" fmla="*/ 102 w 135"/>
                <a:gd name="T85" fmla="*/ 54 h 83"/>
                <a:gd name="T86" fmla="*/ 93 w 135"/>
                <a:gd name="T87" fmla="*/ 49 h 83"/>
                <a:gd name="T88" fmla="*/ 81 w 135"/>
                <a:gd name="T89" fmla="*/ 49 h 83"/>
                <a:gd name="T90" fmla="*/ 81 w 135"/>
                <a:gd name="T91" fmla="*/ 43 h 83"/>
                <a:gd name="T92" fmla="*/ 77 w 135"/>
                <a:gd name="T93" fmla="*/ 37 h 83"/>
                <a:gd name="T94" fmla="*/ 85 w 135"/>
                <a:gd name="T95" fmla="*/ 41 h 83"/>
                <a:gd name="T96" fmla="*/ 79 w 135"/>
                <a:gd name="T97" fmla="*/ 31 h 83"/>
                <a:gd name="T98" fmla="*/ 70 w 135"/>
                <a:gd name="T99" fmla="*/ 26 h 83"/>
                <a:gd name="T100" fmla="*/ 76 w 135"/>
                <a:gd name="T101" fmla="*/ 19 h 83"/>
                <a:gd name="T102" fmla="*/ 82 w 135"/>
                <a:gd name="T103" fmla="*/ 22 h 83"/>
                <a:gd name="T104" fmla="*/ 82 w 135"/>
                <a:gd name="T105" fmla="*/ 29 h 83"/>
                <a:gd name="T106" fmla="*/ 96 w 135"/>
                <a:gd name="T107" fmla="*/ 25 h 83"/>
                <a:gd name="T108" fmla="*/ 94 w 135"/>
                <a:gd name="T109" fmla="*/ 33 h 83"/>
                <a:gd name="T110" fmla="*/ 95 w 135"/>
                <a:gd name="T111" fmla="*/ 43 h 83"/>
                <a:gd name="T112" fmla="*/ 105 w 135"/>
                <a:gd name="T113" fmla="*/ 46 h 83"/>
                <a:gd name="T114" fmla="*/ 96 w 135"/>
                <a:gd name="T115" fmla="*/ 38 h 83"/>
                <a:gd name="T116" fmla="*/ 106 w 135"/>
                <a:gd name="T117" fmla="*/ 36 h 83"/>
                <a:gd name="T118" fmla="*/ 111 w 135"/>
                <a:gd name="T119" fmla="*/ 46 h 83"/>
                <a:gd name="T120" fmla="*/ 121 w 135"/>
                <a:gd name="T121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83">
                  <a:moveTo>
                    <a:pt x="66" y="75"/>
                  </a:moveTo>
                  <a:cubicBezTo>
                    <a:pt x="66" y="76"/>
                    <a:pt x="67" y="78"/>
                    <a:pt x="66" y="80"/>
                  </a:cubicBezTo>
                  <a:cubicBezTo>
                    <a:pt x="66" y="81"/>
                    <a:pt x="64" y="82"/>
                    <a:pt x="64" y="82"/>
                  </a:cubicBezTo>
                  <a:cubicBezTo>
                    <a:pt x="63" y="83"/>
                    <a:pt x="61" y="83"/>
                    <a:pt x="60" y="82"/>
                  </a:cubicBezTo>
                  <a:cubicBezTo>
                    <a:pt x="60" y="82"/>
                    <a:pt x="60" y="82"/>
                    <a:pt x="59" y="81"/>
                  </a:cubicBezTo>
                  <a:cubicBezTo>
                    <a:pt x="59" y="81"/>
                    <a:pt x="59" y="81"/>
                    <a:pt x="58" y="80"/>
                  </a:cubicBezTo>
                  <a:cubicBezTo>
                    <a:pt x="58" y="80"/>
                    <a:pt x="57" y="79"/>
                    <a:pt x="57" y="79"/>
                  </a:cubicBezTo>
                  <a:cubicBezTo>
                    <a:pt x="56" y="78"/>
                    <a:pt x="56" y="77"/>
                    <a:pt x="55" y="77"/>
                  </a:cubicBezTo>
                  <a:cubicBezTo>
                    <a:pt x="55" y="76"/>
                    <a:pt x="54" y="76"/>
                    <a:pt x="54" y="75"/>
                  </a:cubicBezTo>
                  <a:cubicBezTo>
                    <a:pt x="53" y="75"/>
                    <a:pt x="53" y="75"/>
                    <a:pt x="53" y="74"/>
                  </a:cubicBezTo>
                  <a:cubicBezTo>
                    <a:pt x="52" y="74"/>
                    <a:pt x="52" y="74"/>
                    <a:pt x="52" y="73"/>
                  </a:cubicBezTo>
                  <a:cubicBezTo>
                    <a:pt x="51" y="73"/>
                    <a:pt x="50" y="72"/>
                    <a:pt x="50" y="71"/>
                  </a:cubicBezTo>
                  <a:cubicBezTo>
                    <a:pt x="49" y="70"/>
                    <a:pt x="48" y="69"/>
                    <a:pt x="47" y="68"/>
                  </a:cubicBezTo>
                  <a:cubicBezTo>
                    <a:pt x="47" y="68"/>
                    <a:pt x="47" y="67"/>
                    <a:pt x="46" y="66"/>
                  </a:cubicBezTo>
                  <a:cubicBezTo>
                    <a:pt x="46" y="66"/>
                    <a:pt x="45" y="66"/>
                    <a:pt x="45" y="65"/>
                  </a:cubicBezTo>
                  <a:cubicBezTo>
                    <a:pt x="45" y="65"/>
                    <a:pt x="44" y="64"/>
                    <a:pt x="44" y="64"/>
                  </a:cubicBezTo>
                  <a:cubicBezTo>
                    <a:pt x="43" y="62"/>
                    <a:pt x="42" y="61"/>
                    <a:pt x="41" y="59"/>
                  </a:cubicBezTo>
                  <a:cubicBezTo>
                    <a:pt x="41" y="59"/>
                    <a:pt x="41" y="58"/>
                    <a:pt x="42" y="58"/>
                  </a:cubicBezTo>
                  <a:cubicBezTo>
                    <a:pt x="43" y="59"/>
                    <a:pt x="44" y="60"/>
                    <a:pt x="44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4"/>
                    <a:pt x="47" y="64"/>
                    <a:pt x="48" y="65"/>
                  </a:cubicBezTo>
                  <a:cubicBezTo>
                    <a:pt x="48" y="65"/>
                    <a:pt x="48" y="65"/>
                    <a:pt x="49" y="65"/>
                  </a:cubicBezTo>
                  <a:cubicBezTo>
                    <a:pt x="49" y="66"/>
                    <a:pt x="50" y="66"/>
                    <a:pt x="50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5"/>
                    <a:pt x="48" y="63"/>
                    <a:pt x="47" y="62"/>
                  </a:cubicBezTo>
                  <a:cubicBezTo>
                    <a:pt x="47" y="61"/>
                    <a:pt x="46" y="60"/>
                    <a:pt x="45" y="60"/>
                  </a:cubicBezTo>
                  <a:cubicBezTo>
                    <a:pt x="45" y="59"/>
                    <a:pt x="44" y="59"/>
                    <a:pt x="44" y="58"/>
                  </a:cubicBezTo>
                  <a:cubicBezTo>
                    <a:pt x="43" y="58"/>
                    <a:pt x="43" y="57"/>
                    <a:pt x="42" y="57"/>
                  </a:cubicBezTo>
                  <a:cubicBezTo>
                    <a:pt x="42" y="57"/>
                    <a:pt x="42" y="56"/>
                    <a:pt x="41" y="56"/>
                  </a:cubicBezTo>
                  <a:cubicBezTo>
                    <a:pt x="41" y="56"/>
                    <a:pt x="40" y="55"/>
                    <a:pt x="40" y="55"/>
                  </a:cubicBezTo>
                  <a:cubicBezTo>
                    <a:pt x="39" y="54"/>
                    <a:pt x="37" y="56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6"/>
                    <a:pt x="35" y="56"/>
                    <a:pt x="35" y="56"/>
                  </a:cubicBezTo>
                  <a:cubicBezTo>
                    <a:pt x="34" y="56"/>
                    <a:pt x="34" y="56"/>
                    <a:pt x="33" y="56"/>
                  </a:cubicBezTo>
                  <a:cubicBezTo>
                    <a:pt x="33" y="56"/>
                    <a:pt x="32" y="57"/>
                    <a:pt x="32" y="57"/>
                  </a:cubicBezTo>
                  <a:cubicBezTo>
                    <a:pt x="29" y="58"/>
                    <a:pt x="27" y="58"/>
                    <a:pt x="25" y="58"/>
                  </a:cubicBezTo>
                  <a:cubicBezTo>
                    <a:pt x="23" y="59"/>
                    <a:pt x="22" y="59"/>
                    <a:pt x="20" y="59"/>
                  </a:cubicBezTo>
                  <a:cubicBezTo>
                    <a:pt x="20" y="59"/>
                    <a:pt x="19" y="59"/>
                    <a:pt x="19" y="60"/>
                  </a:cubicBezTo>
                  <a:cubicBezTo>
                    <a:pt x="18" y="60"/>
                    <a:pt x="17" y="60"/>
                    <a:pt x="16" y="60"/>
                  </a:cubicBezTo>
                  <a:cubicBezTo>
                    <a:pt x="15" y="60"/>
                    <a:pt x="14" y="60"/>
                    <a:pt x="14" y="61"/>
                  </a:cubicBezTo>
                  <a:cubicBezTo>
                    <a:pt x="13" y="61"/>
                    <a:pt x="13" y="61"/>
                    <a:pt x="12" y="61"/>
                  </a:cubicBezTo>
                  <a:cubicBezTo>
                    <a:pt x="11" y="61"/>
                    <a:pt x="10" y="61"/>
                    <a:pt x="9" y="61"/>
                  </a:cubicBezTo>
                  <a:cubicBezTo>
                    <a:pt x="8" y="61"/>
                    <a:pt x="8" y="62"/>
                    <a:pt x="8" y="62"/>
                  </a:cubicBezTo>
                  <a:cubicBezTo>
                    <a:pt x="7" y="62"/>
                    <a:pt x="6" y="62"/>
                    <a:pt x="6" y="62"/>
                  </a:cubicBezTo>
                  <a:cubicBezTo>
                    <a:pt x="4" y="62"/>
                    <a:pt x="3" y="61"/>
                    <a:pt x="2" y="60"/>
                  </a:cubicBezTo>
                  <a:cubicBezTo>
                    <a:pt x="1" y="59"/>
                    <a:pt x="0" y="59"/>
                    <a:pt x="0" y="58"/>
                  </a:cubicBezTo>
                  <a:cubicBezTo>
                    <a:pt x="0" y="57"/>
                    <a:pt x="1" y="55"/>
                    <a:pt x="2" y="54"/>
                  </a:cubicBezTo>
                  <a:cubicBezTo>
                    <a:pt x="2" y="54"/>
                    <a:pt x="2" y="54"/>
                    <a:pt x="3" y="54"/>
                  </a:cubicBezTo>
                  <a:cubicBezTo>
                    <a:pt x="3" y="54"/>
                    <a:pt x="3" y="54"/>
                    <a:pt x="3" y="53"/>
                  </a:cubicBezTo>
                  <a:cubicBezTo>
                    <a:pt x="3" y="52"/>
                    <a:pt x="4" y="50"/>
                    <a:pt x="5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6" y="47"/>
                    <a:pt x="6" y="47"/>
                    <a:pt x="6" y="46"/>
                  </a:cubicBezTo>
                  <a:cubicBezTo>
                    <a:pt x="6" y="45"/>
                    <a:pt x="6" y="44"/>
                    <a:pt x="7" y="44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1"/>
                  </a:cubicBezTo>
                  <a:cubicBezTo>
                    <a:pt x="8" y="41"/>
                    <a:pt x="8" y="40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5"/>
                    <a:pt x="10" y="34"/>
                  </a:cubicBezTo>
                  <a:cubicBezTo>
                    <a:pt x="10" y="33"/>
                    <a:pt x="10" y="33"/>
                    <a:pt x="10" y="32"/>
                  </a:cubicBezTo>
                  <a:cubicBezTo>
                    <a:pt x="11" y="31"/>
                    <a:pt x="11" y="30"/>
                    <a:pt x="12" y="29"/>
                  </a:cubicBezTo>
                  <a:cubicBezTo>
                    <a:pt x="12" y="29"/>
                    <a:pt x="12" y="28"/>
                    <a:pt x="13" y="28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4" y="28"/>
                    <a:pt x="14" y="28"/>
                  </a:cubicBezTo>
                  <a:cubicBezTo>
                    <a:pt x="14" y="29"/>
                    <a:pt x="14" y="30"/>
                    <a:pt x="13" y="30"/>
                  </a:cubicBezTo>
                  <a:cubicBezTo>
                    <a:pt x="13" y="31"/>
                    <a:pt x="13" y="32"/>
                    <a:pt x="13" y="33"/>
                  </a:cubicBezTo>
                  <a:cubicBezTo>
                    <a:pt x="13" y="34"/>
                    <a:pt x="13" y="35"/>
                    <a:pt x="13" y="36"/>
                  </a:cubicBezTo>
                  <a:cubicBezTo>
                    <a:pt x="12" y="38"/>
                    <a:pt x="13" y="39"/>
                    <a:pt x="13" y="41"/>
                  </a:cubicBezTo>
                  <a:cubicBezTo>
                    <a:pt x="13" y="42"/>
                    <a:pt x="13" y="42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8"/>
                    <a:pt x="14" y="48"/>
                    <a:pt x="14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2"/>
                    <a:pt x="15" y="52"/>
                  </a:cubicBezTo>
                  <a:cubicBezTo>
                    <a:pt x="15" y="52"/>
                    <a:pt x="19" y="52"/>
                    <a:pt x="20" y="52"/>
                  </a:cubicBezTo>
                  <a:cubicBezTo>
                    <a:pt x="22" y="52"/>
                    <a:pt x="24" y="52"/>
                    <a:pt x="27" y="52"/>
                  </a:cubicBezTo>
                  <a:cubicBezTo>
                    <a:pt x="27" y="52"/>
                    <a:pt x="28" y="52"/>
                    <a:pt x="29" y="52"/>
                  </a:cubicBezTo>
                  <a:cubicBezTo>
                    <a:pt x="30" y="52"/>
                    <a:pt x="30" y="52"/>
                    <a:pt x="31" y="52"/>
                  </a:cubicBezTo>
                  <a:cubicBezTo>
                    <a:pt x="32" y="52"/>
                    <a:pt x="37" y="52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50"/>
                    <a:pt x="37" y="49"/>
                  </a:cubicBezTo>
                  <a:cubicBezTo>
                    <a:pt x="37" y="48"/>
                    <a:pt x="36" y="47"/>
                    <a:pt x="36" y="46"/>
                  </a:cubicBezTo>
                  <a:cubicBezTo>
                    <a:pt x="35" y="46"/>
                    <a:pt x="35" y="46"/>
                    <a:pt x="35" y="45"/>
                  </a:cubicBezTo>
                  <a:cubicBezTo>
                    <a:pt x="35" y="44"/>
                    <a:pt x="35" y="44"/>
                    <a:pt x="34" y="43"/>
                  </a:cubicBezTo>
                  <a:cubicBezTo>
                    <a:pt x="34" y="42"/>
                    <a:pt x="34" y="42"/>
                    <a:pt x="35" y="41"/>
                  </a:cubicBezTo>
                  <a:cubicBezTo>
                    <a:pt x="34" y="41"/>
                    <a:pt x="34" y="40"/>
                    <a:pt x="34" y="39"/>
                  </a:cubicBezTo>
                  <a:cubicBezTo>
                    <a:pt x="35" y="39"/>
                    <a:pt x="35" y="38"/>
                    <a:pt x="35" y="37"/>
                  </a:cubicBezTo>
                  <a:cubicBezTo>
                    <a:pt x="35" y="36"/>
                    <a:pt x="35" y="32"/>
                    <a:pt x="37" y="32"/>
                  </a:cubicBezTo>
                  <a:cubicBezTo>
                    <a:pt x="38" y="33"/>
                    <a:pt x="39" y="33"/>
                    <a:pt x="39" y="34"/>
                  </a:cubicBezTo>
                  <a:cubicBezTo>
                    <a:pt x="40" y="34"/>
                    <a:pt x="40" y="35"/>
                    <a:pt x="41" y="36"/>
                  </a:cubicBezTo>
                  <a:cubicBezTo>
                    <a:pt x="41" y="36"/>
                    <a:pt x="41" y="37"/>
                    <a:pt x="42" y="37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4" y="40"/>
                    <a:pt x="45" y="42"/>
                    <a:pt x="46" y="44"/>
                  </a:cubicBezTo>
                  <a:cubicBezTo>
                    <a:pt x="47" y="44"/>
                    <a:pt x="47" y="45"/>
                    <a:pt x="48" y="46"/>
                  </a:cubicBezTo>
                  <a:cubicBezTo>
                    <a:pt x="48" y="46"/>
                    <a:pt x="48" y="46"/>
                    <a:pt x="49" y="47"/>
                  </a:cubicBezTo>
                  <a:cubicBezTo>
                    <a:pt x="49" y="48"/>
                    <a:pt x="50" y="49"/>
                    <a:pt x="51" y="51"/>
                  </a:cubicBezTo>
                  <a:cubicBezTo>
                    <a:pt x="52" y="51"/>
                    <a:pt x="52" y="51"/>
                    <a:pt x="52" y="52"/>
                  </a:cubicBezTo>
                  <a:cubicBezTo>
                    <a:pt x="53" y="52"/>
                    <a:pt x="53" y="53"/>
                    <a:pt x="54" y="54"/>
                  </a:cubicBezTo>
                  <a:cubicBezTo>
                    <a:pt x="54" y="55"/>
                    <a:pt x="54" y="56"/>
                    <a:pt x="55" y="56"/>
                  </a:cubicBezTo>
                  <a:cubicBezTo>
                    <a:pt x="55" y="57"/>
                    <a:pt x="56" y="57"/>
                    <a:pt x="56" y="58"/>
                  </a:cubicBezTo>
                  <a:cubicBezTo>
                    <a:pt x="56" y="58"/>
                    <a:pt x="56" y="59"/>
                    <a:pt x="57" y="60"/>
                  </a:cubicBezTo>
                  <a:cubicBezTo>
                    <a:pt x="57" y="61"/>
                    <a:pt x="58" y="62"/>
                    <a:pt x="58" y="62"/>
                  </a:cubicBezTo>
                  <a:cubicBezTo>
                    <a:pt x="58" y="63"/>
                    <a:pt x="59" y="63"/>
                    <a:pt x="59" y="63"/>
                  </a:cubicBezTo>
                  <a:cubicBezTo>
                    <a:pt x="59" y="64"/>
                    <a:pt x="59" y="64"/>
                    <a:pt x="60" y="64"/>
                  </a:cubicBezTo>
                  <a:cubicBezTo>
                    <a:pt x="60" y="65"/>
                    <a:pt x="60" y="65"/>
                    <a:pt x="60" y="66"/>
                  </a:cubicBezTo>
                  <a:cubicBezTo>
                    <a:pt x="61" y="67"/>
                    <a:pt x="61" y="67"/>
                    <a:pt x="62" y="68"/>
                  </a:cubicBezTo>
                  <a:cubicBezTo>
                    <a:pt x="62" y="68"/>
                    <a:pt x="63" y="69"/>
                    <a:pt x="63" y="69"/>
                  </a:cubicBezTo>
                  <a:cubicBezTo>
                    <a:pt x="63" y="69"/>
                    <a:pt x="63" y="70"/>
                    <a:pt x="63" y="70"/>
                  </a:cubicBezTo>
                  <a:cubicBezTo>
                    <a:pt x="63" y="70"/>
                    <a:pt x="64" y="71"/>
                    <a:pt x="64" y="71"/>
                  </a:cubicBezTo>
                  <a:cubicBezTo>
                    <a:pt x="64" y="71"/>
                    <a:pt x="65" y="72"/>
                    <a:pt x="65" y="72"/>
                  </a:cubicBezTo>
                  <a:cubicBezTo>
                    <a:pt x="65" y="72"/>
                    <a:pt x="65" y="72"/>
                    <a:pt x="65" y="72"/>
                  </a:cubicBezTo>
                  <a:cubicBezTo>
                    <a:pt x="65" y="73"/>
                    <a:pt x="66" y="74"/>
                    <a:pt x="66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82" y="65"/>
                  </a:moveTo>
                  <a:cubicBezTo>
                    <a:pt x="82" y="66"/>
                    <a:pt x="82" y="67"/>
                    <a:pt x="81" y="67"/>
                  </a:cubicBezTo>
                  <a:cubicBezTo>
                    <a:pt x="81" y="68"/>
                    <a:pt x="80" y="68"/>
                    <a:pt x="80" y="68"/>
                  </a:cubicBezTo>
                  <a:cubicBezTo>
                    <a:pt x="80" y="69"/>
                    <a:pt x="78" y="70"/>
                    <a:pt x="76" y="70"/>
                  </a:cubicBezTo>
                  <a:cubicBezTo>
                    <a:pt x="75" y="70"/>
                    <a:pt x="74" y="69"/>
                    <a:pt x="74" y="68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2" y="66"/>
                    <a:pt x="72" y="66"/>
                    <a:pt x="71" y="65"/>
                  </a:cubicBezTo>
                  <a:cubicBezTo>
                    <a:pt x="70" y="64"/>
                    <a:pt x="69" y="63"/>
                    <a:pt x="68" y="62"/>
                  </a:cubicBezTo>
                  <a:cubicBezTo>
                    <a:pt x="67" y="61"/>
                    <a:pt x="66" y="61"/>
                    <a:pt x="66" y="60"/>
                  </a:cubicBezTo>
                  <a:cubicBezTo>
                    <a:pt x="65" y="59"/>
                    <a:pt x="65" y="58"/>
                    <a:pt x="64" y="58"/>
                  </a:cubicBezTo>
                  <a:cubicBezTo>
                    <a:pt x="63" y="57"/>
                    <a:pt x="63" y="56"/>
                    <a:pt x="63" y="56"/>
                  </a:cubicBezTo>
                  <a:cubicBezTo>
                    <a:pt x="62" y="55"/>
                    <a:pt x="61" y="54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2" y="53"/>
                    <a:pt x="62" y="53"/>
                    <a:pt x="63" y="53"/>
                  </a:cubicBezTo>
                  <a:cubicBezTo>
                    <a:pt x="63" y="54"/>
                    <a:pt x="64" y="54"/>
                    <a:pt x="64" y="54"/>
                  </a:cubicBezTo>
                  <a:cubicBezTo>
                    <a:pt x="65" y="55"/>
                    <a:pt x="65" y="55"/>
                    <a:pt x="65" y="56"/>
                  </a:cubicBezTo>
                  <a:cubicBezTo>
                    <a:pt x="66" y="56"/>
                    <a:pt x="66" y="56"/>
                    <a:pt x="67" y="56"/>
                  </a:cubicBezTo>
                  <a:cubicBezTo>
                    <a:pt x="68" y="57"/>
                    <a:pt x="70" y="58"/>
                    <a:pt x="71" y="59"/>
                  </a:cubicBezTo>
                  <a:cubicBezTo>
                    <a:pt x="72" y="59"/>
                    <a:pt x="73" y="60"/>
                    <a:pt x="74" y="60"/>
                  </a:cubicBezTo>
                  <a:cubicBezTo>
                    <a:pt x="74" y="60"/>
                    <a:pt x="76" y="61"/>
                    <a:pt x="76" y="60"/>
                  </a:cubicBezTo>
                  <a:cubicBezTo>
                    <a:pt x="76" y="59"/>
                    <a:pt x="69" y="51"/>
                    <a:pt x="67" y="49"/>
                  </a:cubicBezTo>
                  <a:cubicBezTo>
                    <a:pt x="66" y="48"/>
                    <a:pt x="66" y="47"/>
                    <a:pt x="65" y="46"/>
                  </a:cubicBezTo>
                  <a:cubicBezTo>
                    <a:pt x="64" y="46"/>
                    <a:pt x="64" y="45"/>
                    <a:pt x="63" y="45"/>
                  </a:cubicBezTo>
                  <a:cubicBezTo>
                    <a:pt x="62" y="44"/>
                    <a:pt x="62" y="42"/>
                    <a:pt x="61" y="41"/>
                  </a:cubicBezTo>
                  <a:cubicBezTo>
                    <a:pt x="60" y="41"/>
                    <a:pt x="59" y="40"/>
                    <a:pt x="58" y="39"/>
                  </a:cubicBezTo>
                  <a:cubicBezTo>
                    <a:pt x="58" y="38"/>
                    <a:pt x="57" y="38"/>
                    <a:pt x="57" y="37"/>
                  </a:cubicBezTo>
                  <a:cubicBezTo>
                    <a:pt x="56" y="37"/>
                    <a:pt x="56" y="37"/>
                    <a:pt x="55" y="36"/>
                  </a:cubicBezTo>
                  <a:cubicBezTo>
                    <a:pt x="55" y="35"/>
                    <a:pt x="54" y="35"/>
                    <a:pt x="54" y="34"/>
                  </a:cubicBezTo>
                  <a:cubicBezTo>
                    <a:pt x="53" y="34"/>
                    <a:pt x="53" y="33"/>
                    <a:pt x="53" y="33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1" y="32"/>
                    <a:pt x="51" y="31"/>
                    <a:pt x="51" y="31"/>
                  </a:cubicBezTo>
                  <a:cubicBezTo>
                    <a:pt x="50" y="30"/>
                    <a:pt x="49" y="30"/>
                    <a:pt x="49" y="29"/>
                  </a:cubicBezTo>
                  <a:cubicBezTo>
                    <a:pt x="48" y="29"/>
                    <a:pt x="48" y="28"/>
                    <a:pt x="47" y="28"/>
                  </a:cubicBezTo>
                  <a:cubicBezTo>
                    <a:pt x="47" y="28"/>
                    <a:pt x="47" y="27"/>
                    <a:pt x="46" y="27"/>
                  </a:cubicBezTo>
                  <a:cubicBezTo>
                    <a:pt x="44" y="25"/>
                    <a:pt x="42" y="23"/>
                    <a:pt x="39" y="21"/>
                  </a:cubicBezTo>
                  <a:cubicBezTo>
                    <a:pt x="39" y="20"/>
                    <a:pt x="38" y="20"/>
                    <a:pt x="38" y="19"/>
                  </a:cubicBezTo>
                  <a:cubicBezTo>
                    <a:pt x="37" y="18"/>
                    <a:pt x="36" y="17"/>
                    <a:pt x="35" y="16"/>
                  </a:cubicBezTo>
                  <a:cubicBezTo>
                    <a:pt x="35" y="15"/>
                    <a:pt x="35" y="15"/>
                    <a:pt x="34" y="14"/>
                  </a:cubicBezTo>
                  <a:cubicBezTo>
                    <a:pt x="34" y="14"/>
                    <a:pt x="34" y="13"/>
                    <a:pt x="34" y="12"/>
                  </a:cubicBezTo>
                  <a:cubicBezTo>
                    <a:pt x="34" y="12"/>
                    <a:pt x="33" y="11"/>
                    <a:pt x="33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8"/>
                    <a:pt x="32" y="7"/>
                    <a:pt x="32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4" y="2"/>
                    <a:pt x="35" y="2"/>
                  </a:cubicBezTo>
                  <a:cubicBezTo>
                    <a:pt x="36" y="1"/>
                    <a:pt x="38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2"/>
                    <a:pt x="39" y="2"/>
                    <a:pt x="39" y="3"/>
                  </a:cubicBezTo>
                  <a:cubicBezTo>
                    <a:pt x="40" y="4"/>
                    <a:pt x="40" y="4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7"/>
                    <a:pt x="42" y="7"/>
                    <a:pt x="42" y="8"/>
                  </a:cubicBezTo>
                  <a:cubicBezTo>
                    <a:pt x="42" y="8"/>
                    <a:pt x="43" y="8"/>
                    <a:pt x="43" y="9"/>
                  </a:cubicBezTo>
                  <a:cubicBezTo>
                    <a:pt x="43" y="9"/>
                    <a:pt x="43" y="10"/>
                    <a:pt x="44" y="10"/>
                  </a:cubicBezTo>
                  <a:cubicBezTo>
                    <a:pt x="44" y="10"/>
                    <a:pt x="44" y="11"/>
                    <a:pt x="44" y="11"/>
                  </a:cubicBezTo>
                  <a:cubicBezTo>
                    <a:pt x="45" y="11"/>
                    <a:pt x="45" y="12"/>
                    <a:pt x="45" y="13"/>
                  </a:cubicBezTo>
                  <a:cubicBezTo>
                    <a:pt x="46" y="13"/>
                    <a:pt x="46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8"/>
                    <a:pt x="50" y="19"/>
                    <a:pt x="50" y="19"/>
                  </a:cubicBezTo>
                  <a:cubicBezTo>
                    <a:pt x="51" y="20"/>
                    <a:pt x="51" y="20"/>
                    <a:pt x="52" y="21"/>
                  </a:cubicBezTo>
                  <a:cubicBezTo>
                    <a:pt x="52" y="21"/>
                    <a:pt x="52" y="22"/>
                    <a:pt x="53" y="22"/>
                  </a:cubicBezTo>
                  <a:cubicBezTo>
                    <a:pt x="53" y="22"/>
                    <a:pt x="53" y="23"/>
                    <a:pt x="54" y="23"/>
                  </a:cubicBezTo>
                  <a:cubicBezTo>
                    <a:pt x="54" y="23"/>
                    <a:pt x="54" y="24"/>
                    <a:pt x="54" y="24"/>
                  </a:cubicBezTo>
                  <a:cubicBezTo>
                    <a:pt x="55" y="24"/>
                    <a:pt x="55" y="25"/>
                    <a:pt x="55" y="25"/>
                  </a:cubicBezTo>
                  <a:cubicBezTo>
                    <a:pt x="56" y="26"/>
                    <a:pt x="58" y="28"/>
                    <a:pt x="59" y="30"/>
                  </a:cubicBezTo>
                  <a:cubicBezTo>
                    <a:pt x="59" y="30"/>
                    <a:pt x="60" y="30"/>
                    <a:pt x="60" y="31"/>
                  </a:cubicBezTo>
                  <a:cubicBezTo>
                    <a:pt x="61" y="32"/>
                    <a:pt x="62" y="33"/>
                    <a:pt x="63" y="34"/>
                  </a:cubicBezTo>
                  <a:cubicBezTo>
                    <a:pt x="63" y="35"/>
                    <a:pt x="65" y="36"/>
                    <a:pt x="65" y="37"/>
                  </a:cubicBezTo>
                  <a:cubicBezTo>
                    <a:pt x="66" y="38"/>
                    <a:pt x="66" y="39"/>
                    <a:pt x="67" y="40"/>
                  </a:cubicBezTo>
                  <a:cubicBezTo>
                    <a:pt x="67" y="40"/>
                    <a:pt x="68" y="41"/>
                    <a:pt x="68" y="41"/>
                  </a:cubicBezTo>
                  <a:cubicBezTo>
                    <a:pt x="69" y="42"/>
                    <a:pt x="70" y="43"/>
                    <a:pt x="70" y="44"/>
                  </a:cubicBezTo>
                  <a:cubicBezTo>
                    <a:pt x="72" y="46"/>
                    <a:pt x="73" y="48"/>
                    <a:pt x="74" y="50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2"/>
                    <a:pt x="76" y="53"/>
                    <a:pt x="76" y="53"/>
                  </a:cubicBezTo>
                  <a:cubicBezTo>
                    <a:pt x="77" y="54"/>
                    <a:pt x="77" y="55"/>
                    <a:pt x="78" y="55"/>
                  </a:cubicBezTo>
                  <a:cubicBezTo>
                    <a:pt x="78" y="56"/>
                    <a:pt x="78" y="56"/>
                    <a:pt x="78" y="57"/>
                  </a:cubicBezTo>
                  <a:cubicBezTo>
                    <a:pt x="79" y="57"/>
                    <a:pt x="79" y="57"/>
                    <a:pt x="79" y="58"/>
                  </a:cubicBezTo>
                  <a:cubicBezTo>
                    <a:pt x="80" y="59"/>
                    <a:pt x="80" y="60"/>
                    <a:pt x="80" y="60"/>
                  </a:cubicBezTo>
                  <a:cubicBezTo>
                    <a:pt x="81" y="62"/>
                    <a:pt x="82" y="62"/>
                    <a:pt x="82" y="64"/>
                  </a:cubicBezTo>
                  <a:cubicBezTo>
                    <a:pt x="82" y="64"/>
                    <a:pt x="82" y="65"/>
                    <a:pt x="82" y="65"/>
                  </a:cubicBezTo>
                  <a:close/>
                  <a:moveTo>
                    <a:pt x="135" y="56"/>
                  </a:moveTo>
                  <a:cubicBezTo>
                    <a:pt x="135" y="57"/>
                    <a:pt x="135" y="57"/>
                    <a:pt x="134" y="58"/>
                  </a:cubicBezTo>
                  <a:cubicBezTo>
                    <a:pt x="133" y="58"/>
                    <a:pt x="132" y="59"/>
                    <a:pt x="131" y="59"/>
                  </a:cubicBezTo>
                  <a:cubicBezTo>
                    <a:pt x="130" y="60"/>
                    <a:pt x="128" y="59"/>
                    <a:pt x="127" y="58"/>
                  </a:cubicBezTo>
                  <a:cubicBezTo>
                    <a:pt x="124" y="57"/>
                    <a:pt x="120" y="55"/>
                    <a:pt x="117" y="53"/>
                  </a:cubicBezTo>
                  <a:cubicBezTo>
                    <a:pt x="117" y="53"/>
                    <a:pt x="112" y="51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51"/>
                    <a:pt x="111" y="52"/>
                    <a:pt x="111" y="53"/>
                  </a:cubicBezTo>
                  <a:cubicBezTo>
                    <a:pt x="111" y="54"/>
                    <a:pt x="110" y="55"/>
                    <a:pt x="109" y="55"/>
                  </a:cubicBezTo>
                  <a:cubicBezTo>
                    <a:pt x="108" y="56"/>
                    <a:pt x="108" y="55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9" y="57"/>
                    <a:pt x="109" y="58"/>
                    <a:pt x="110" y="59"/>
                  </a:cubicBezTo>
                  <a:cubicBezTo>
                    <a:pt x="111" y="59"/>
                    <a:pt x="111" y="60"/>
                    <a:pt x="112" y="61"/>
                  </a:cubicBezTo>
                  <a:cubicBezTo>
                    <a:pt x="112" y="61"/>
                    <a:pt x="113" y="62"/>
                    <a:pt x="113" y="63"/>
                  </a:cubicBezTo>
                  <a:cubicBezTo>
                    <a:pt x="114" y="63"/>
                    <a:pt x="114" y="64"/>
                    <a:pt x="114" y="64"/>
                  </a:cubicBezTo>
                  <a:cubicBezTo>
                    <a:pt x="115" y="65"/>
                    <a:pt x="115" y="65"/>
                    <a:pt x="115" y="66"/>
                  </a:cubicBezTo>
                  <a:cubicBezTo>
                    <a:pt x="116" y="66"/>
                    <a:pt x="116" y="67"/>
                    <a:pt x="116" y="67"/>
                  </a:cubicBezTo>
                  <a:cubicBezTo>
                    <a:pt x="117" y="68"/>
                    <a:pt x="118" y="69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1"/>
                    <a:pt x="118" y="71"/>
                    <a:pt x="119" y="71"/>
                  </a:cubicBezTo>
                  <a:cubicBezTo>
                    <a:pt x="119" y="72"/>
                    <a:pt x="120" y="76"/>
                    <a:pt x="119" y="77"/>
                  </a:cubicBezTo>
                  <a:cubicBezTo>
                    <a:pt x="119" y="77"/>
                    <a:pt x="118" y="77"/>
                    <a:pt x="118" y="77"/>
                  </a:cubicBezTo>
                  <a:cubicBezTo>
                    <a:pt x="118" y="77"/>
                    <a:pt x="118" y="77"/>
                    <a:pt x="118" y="78"/>
                  </a:cubicBezTo>
                  <a:cubicBezTo>
                    <a:pt x="117" y="78"/>
                    <a:pt x="116" y="78"/>
                    <a:pt x="115" y="78"/>
                  </a:cubicBezTo>
                  <a:cubicBezTo>
                    <a:pt x="114" y="78"/>
                    <a:pt x="113" y="78"/>
                    <a:pt x="113" y="77"/>
                  </a:cubicBezTo>
                  <a:cubicBezTo>
                    <a:pt x="112" y="77"/>
                    <a:pt x="111" y="77"/>
                    <a:pt x="111" y="77"/>
                  </a:cubicBezTo>
                  <a:cubicBezTo>
                    <a:pt x="108" y="76"/>
                    <a:pt x="106" y="75"/>
                    <a:pt x="104" y="74"/>
                  </a:cubicBezTo>
                  <a:cubicBezTo>
                    <a:pt x="102" y="73"/>
                    <a:pt x="101" y="73"/>
                    <a:pt x="100" y="72"/>
                  </a:cubicBezTo>
                  <a:cubicBezTo>
                    <a:pt x="99" y="72"/>
                    <a:pt x="98" y="72"/>
                    <a:pt x="97" y="71"/>
                  </a:cubicBezTo>
                  <a:cubicBezTo>
                    <a:pt x="96" y="71"/>
                    <a:pt x="96" y="70"/>
                    <a:pt x="95" y="70"/>
                  </a:cubicBezTo>
                  <a:cubicBezTo>
                    <a:pt x="94" y="69"/>
                    <a:pt x="93" y="69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ubicBezTo>
                    <a:pt x="90" y="67"/>
                    <a:pt x="89" y="67"/>
                    <a:pt x="88" y="67"/>
                  </a:cubicBezTo>
                  <a:cubicBezTo>
                    <a:pt x="86" y="65"/>
                    <a:pt x="84" y="62"/>
                    <a:pt x="83" y="59"/>
                  </a:cubicBezTo>
                  <a:cubicBezTo>
                    <a:pt x="83" y="59"/>
                    <a:pt x="83" y="58"/>
                    <a:pt x="83" y="57"/>
                  </a:cubicBezTo>
                  <a:cubicBezTo>
                    <a:pt x="83" y="54"/>
                    <a:pt x="86" y="58"/>
                    <a:pt x="87" y="59"/>
                  </a:cubicBezTo>
                  <a:cubicBezTo>
                    <a:pt x="87" y="59"/>
                    <a:pt x="88" y="60"/>
                    <a:pt x="88" y="60"/>
                  </a:cubicBezTo>
                  <a:cubicBezTo>
                    <a:pt x="89" y="60"/>
                    <a:pt x="91" y="60"/>
                    <a:pt x="92" y="60"/>
                  </a:cubicBezTo>
                  <a:cubicBezTo>
                    <a:pt x="93" y="61"/>
                    <a:pt x="92" y="61"/>
                    <a:pt x="92" y="62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5" y="62"/>
                    <a:pt x="95" y="62"/>
                  </a:cubicBezTo>
                  <a:cubicBezTo>
                    <a:pt x="96" y="62"/>
                    <a:pt x="97" y="62"/>
                    <a:pt x="98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3"/>
                    <a:pt x="99" y="64"/>
                    <a:pt x="99" y="65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6"/>
                    <a:pt x="103" y="67"/>
                    <a:pt x="103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4" y="67"/>
                    <a:pt x="105" y="69"/>
                    <a:pt x="106" y="69"/>
                  </a:cubicBezTo>
                  <a:cubicBezTo>
                    <a:pt x="108" y="70"/>
                    <a:pt x="109" y="70"/>
                    <a:pt x="110" y="70"/>
                  </a:cubicBezTo>
                  <a:cubicBezTo>
                    <a:pt x="110" y="70"/>
                    <a:pt x="111" y="71"/>
                    <a:pt x="111" y="71"/>
                  </a:cubicBezTo>
                  <a:cubicBezTo>
                    <a:pt x="112" y="71"/>
                    <a:pt x="112" y="71"/>
                    <a:pt x="113" y="72"/>
                  </a:cubicBezTo>
                  <a:cubicBezTo>
                    <a:pt x="113" y="72"/>
                    <a:pt x="114" y="72"/>
                    <a:pt x="114" y="72"/>
                  </a:cubicBezTo>
                  <a:cubicBezTo>
                    <a:pt x="114" y="72"/>
                    <a:pt x="115" y="72"/>
                    <a:pt x="115" y="72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5" y="69"/>
                    <a:pt x="114" y="68"/>
                    <a:pt x="114" y="68"/>
                  </a:cubicBezTo>
                  <a:cubicBezTo>
                    <a:pt x="113" y="66"/>
                    <a:pt x="112" y="65"/>
                    <a:pt x="111" y="63"/>
                  </a:cubicBezTo>
                  <a:cubicBezTo>
                    <a:pt x="110" y="63"/>
                    <a:pt x="110" y="62"/>
                    <a:pt x="109" y="62"/>
                  </a:cubicBezTo>
                  <a:cubicBezTo>
                    <a:pt x="109" y="61"/>
                    <a:pt x="109" y="61"/>
                    <a:pt x="109" y="60"/>
                  </a:cubicBezTo>
                  <a:cubicBezTo>
                    <a:pt x="108" y="60"/>
                    <a:pt x="108" y="60"/>
                    <a:pt x="108" y="59"/>
                  </a:cubicBezTo>
                  <a:cubicBezTo>
                    <a:pt x="107" y="59"/>
                    <a:pt x="107" y="59"/>
                    <a:pt x="107" y="58"/>
                  </a:cubicBezTo>
                  <a:cubicBezTo>
                    <a:pt x="106" y="58"/>
                    <a:pt x="106" y="57"/>
                    <a:pt x="106" y="57"/>
                  </a:cubicBezTo>
                  <a:cubicBezTo>
                    <a:pt x="105" y="56"/>
                    <a:pt x="104" y="55"/>
                    <a:pt x="104" y="55"/>
                  </a:cubicBezTo>
                  <a:cubicBezTo>
                    <a:pt x="103" y="54"/>
                    <a:pt x="103" y="54"/>
                    <a:pt x="102" y="54"/>
                  </a:cubicBezTo>
                  <a:cubicBezTo>
                    <a:pt x="102" y="54"/>
                    <a:pt x="101" y="53"/>
                    <a:pt x="101" y="53"/>
                  </a:cubicBezTo>
                  <a:cubicBezTo>
                    <a:pt x="101" y="53"/>
                    <a:pt x="100" y="53"/>
                    <a:pt x="100" y="53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8" y="52"/>
                    <a:pt x="97" y="51"/>
                    <a:pt x="96" y="51"/>
                  </a:cubicBezTo>
                  <a:cubicBezTo>
                    <a:pt x="96" y="51"/>
                    <a:pt x="95" y="50"/>
                    <a:pt x="95" y="50"/>
                  </a:cubicBezTo>
                  <a:cubicBezTo>
                    <a:pt x="94" y="50"/>
                    <a:pt x="94" y="50"/>
                    <a:pt x="93" y="49"/>
                  </a:cubicBezTo>
                  <a:cubicBezTo>
                    <a:pt x="92" y="49"/>
                    <a:pt x="91" y="48"/>
                    <a:pt x="89" y="48"/>
                  </a:cubicBezTo>
                  <a:cubicBezTo>
                    <a:pt x="89" y="48"/>
                    <a:pt x="88" y="48"/>
                    <a:pt x="88" y="48"/>
                  </a:cubicBezTo>
                  <a:cubicBezTo>
                    <a:pt x="88" y="48"/>
                    <a:pt x="87" y="49"/>
                    <a:pt x="87" y="50"/>
                  </a:cubicBezTo>
                  <a:cubicBezTo>
                    <a:pt x="86" y="52"/>
                    <a:pt x="83" y="56"/>
                    <a:pt x="81" y="54"/>
                  </a:cubicBezTo>
                  <a:cubicBezTo>
                    <a:pt x="80" y="53"/>
                    <a:pt x="79" y="52"/>
                    <a:pt x="80" y="51"/>
                  </a:cubicBezTo>
                  <a:cubicBezTo>
                    <a:pt x="80" y="50"/>
                    <a:pt x="81" y="50"/>
                    <a:pt x="81" y="49"/>
                  </a:cubicBezTo>
                  <a:cubicBezTo>
                    <a:pt x="81" y="48"/>
                    <a:pt x="82" y="48"/>
                    <a:pt x="82" y="47"/>
                  </a:cubicBezTo>
                  <a:cubicBezTo>
                    <a:pt x="83" y="46"/>
                    <a:pt x="83" y="45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2" y="44"/>
                    <a:pt x="82" y="44"/>
                    <a:pt x="82" y="43"/>
                  </a:cubicBezTo>
                  <a:cubicBezTo>
                    <a:pt x="82" y="43"/>
                    <a:pt x="81" y="43"/>
                    <a:pt x="81" y="43"/>
                  </a:cubicBezTo>
                  <a:cubicBezTo>
                    <a:pt x="80" y="43"/>
                    <a:pt x="80" y="42"/>
                    <a:pt x="80" y="42"/>
                  </a:cubicBezTo>
                  <a:cubicBezTo>
                    <a:pt x="79" y="42"/>
                    <a:pt x="79" y="42"/>
                    <a:pt x="78" y="41"/>
                  </a:cubicBezTo>
                  <a:cubicBezTo>
                    <a:pt x="78" y="41"/>
                    <a:pt x="77" y="41"/>
                    <a:pt x="77" y="40"/>
                  </a:cubicBezTo>
                  <a:cubicBezTo>
                    <a:pt x="76" y="39"/>
                    <a:pt x="74" y="38"/>
                    <a:pt x="74" y="37"/>
                  </a:cubicBezTo>
                  <a:cubicBezTo>
                    <a:pt x="74" y="36"/>
                    <a:pt x="74" y="36"/>
                    <a:pt x="75" y="36"/>
                  </a:cubicBezTo>
                  <a:cubicBezTo>
                    <a:pt x="75" y="36"/>
                    <a:pt x="76" y="37"/>
                    <a:pt x="77" y="37"/>
                  </a:cubicBezTo>
                  <a:cubicBezTo>
                    <a:pt x="77" y="37"/>
                    <a:pt x="79" y="38"/>
                    <a:pt x="79" y="38"/>
                  </a:cubicBezTo>
                  <a:cubicBezTo>
                    <a:pt x="80" y="39"/>
                    <a:pt x="80" y="39"/>
                    <a:pt x="81" y="39"/>
                  </a:cubicBezTo>
                  <a:cubicBezTo>
                    <a:pt x="81" y="40"/>
                    <a:pt x="82" y="40"/>
                    <a:pt x="82" y="40"/>
                  </a:cubicBezTo>
                  <a:cubicBezTo>
                    <a:pt x="83" y="40"/>
                    <a:pt x="84" y="40"/>
                    <a:pt x="84" y="41"/>
                  </a:cubicBezTo>
                  <a:cubicBezTo>
                    <a:pt x="85" y="41"/>
                    <a:pt x="85" y="41"/>
                    <a:pt x="85" y="42"/>
                  </a:cubicBezTo>
                  <a:cubicBezTo>
                    <a:pt x="85" y="42"/>
                    <a:pt x="85" y="42"/>
                    <a:pt x="85" y="41"/>
                  </a:cubicBezTo>
                  <a:cubicBezTo>
                    <a:pt x="86" y="41"/>
                    <a:pt x="87" y="40"/>
                    <a:pt x="87" y="39"/>
                  </a:cubicBezTo>
                  <a:cubicBezTo>
                    <a:pt x="86" y="39"/>
                    <a:pt x="86" y="38"/>
                    <a:pt x="85" y="38"/>
                  </a:cubicBezTo>
                  <a:cubicBezTo>
                    <a:pt x="85" y="37"/>
                    <a:pt x="84" y="37"/>
                    <a:pt x="84" y="36"/>
                  </a:cubicBezTo>
                  <a:cubicBezTo>
                    <a:pt x="84" y="36"/>
                    <a:pt x="83" y="36"/>
                    <a:pt x="83" y="36"/>
                  </a:cubicBezTo>
                  <a:cubicBezTo>
                    <a:pt x="82" y="35"/>
                    <a:pt x="82" y="34"/>
                    <a:pt x="81" y="34"/>
                  </a:cubicBezTo>
                  <a:cubicBezTo>
                    <a:pt x="81" y="33"/>
                    <a:pt x="79" y="32"/>
                    <a:pt x="79" y="31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7" y="30"/>
                    <a:pt x="76" y="30"/>
                    <a:pt x="76" y="29"/>
                  </a:cubicBezTo>
                  <a:cubicBezTo>
                    <a:pt x="75" y="29"/>
                    <a:pt x="74" y="28"/>
                    <a:pt x="74" y="28"/>
                  </a:cubicBezTo>
                  <a:cubicBezTo>
                    <a:pt x="73" y="28"/>
                    <a:pt x="73" y="27"/>
                    <a:pt x="73" y="27"/>
                  </a:cubicBezTo>
                  <a:cubicBezTo>
                    <a:pt x="72" y="26"/>
                    <a:pt x="70" y="27"/>
                    <a:pt x="70" y="26"/>
                  </a:cubicBezTo>
                  <a:cubicBezTo>
                    <a:pt x="69" y="25"/>
                    <a:pt x="69" y="24"/>
                    <a:pt x="69" y="23"/>
                  </a:cubicBezTo>
                  <a:cubicBezTo>
                    <a:pt x="69" y="23"/>
                    <a:pt x="69" y="22"/>
                    <a:pt x="69" y="22"/>
                  </a:cubicBezTo>
                  <a:cubicBezTo>
                    <a:pt x="70" y="22"/>
                    <a:pt x="70" y="21"/>
                    <a:pt x="71" y="21"/>
                  </a:cubicBezTo>
                  <a:cubicBezTo>
                    <a:pt x="71" y="21"/>
                    <a:pt x="72" y="20"/>
                    <a:pt x="72" y="20"/>
                  </a:cubicBezTo>
                  <a:cubicBezTo>
                    <a:pt x="73" y="20"/>
                    <a:pt x="74" y="20"/>
                    <a:pt x="75" y="20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7" y="19"/>
                    <a:pt x="78" y="19"/>
                    <a:pt x="78" y="19"/>
                  </a:cubicBezTo>
                  <a:cubicBezTo>
                    <a:pt x="79" y="19"/>
                    <a:pt x="80" y="19"/>
                    <a:pt x="81" y="18"/>
                  </a:cubicBezTo>
                  <a:cubicBezTo>
                    <a:pt x="82" y="18"/>
                    <a:pt x="83" y="17"/>
                    <a:pt x="84" y="17"/>
                  </a:cubicBezTo>
                  <a:cubicBezTo>
                    <a:pt x="84" y="17"/>
                    <a:pt x="85" y="17"/>
                    <a:pt x="85" y="17"/>
                  </a:cubicBezTo>
                  <a:cubicBezTo>
                    <a:pt x="85" y="18"/>
                    <a:pt x="84" y="20"/>
                    <a:pt x="83" y="21"/>
                  </a:cubicBezTo>
                  <a:cubicBezTo>
                    <a:pt x="83" y="21"/>
                    <a:pt x="82" y="21"/>
                    <a:pt x="82" y="22"/>
                  </a:cubicBezTo>
                  <a:cubicBezTo>
                    <a:pt x="82" y="22"/>
                    <a:pt x="81" y="22"/>
                    <a:pt x="81" y="23"/>
                  </a:cubicBezTo>
                  <a:cubicBezTo>
                    <a:pt x="81" y="23"/>
                    <a:pt x="80" y="23"/>
                    <a:pt x="80" y="24"/>
                  </a:cubicBezTo>
                  <a:cubicBezTo>
                    <a:pt x="79" y="24"/>
                    <a:pt x="78" y="24"/>
                    <a:pt x="78" y="25"/>
                  </a:cubicBezTo>
                  <a:cubicBezTo>
                    <a:pt x="78" y="26"/>
                    <a:pt x="79" y="26"/>
                    <a:pt x="79" y="27"/>
                  </a:cubicBezTo>
                  <a:cubicBezTo>
                    <a:pt x="80" y="27"/>
                    <a:pt x="80" y="28"/>
                    <a:pt x="80" y="28"/>
                  </a:cubicBezTo>
                  <a:cubicBezTo>
                    <a:pt x="81" y="29"/>
                    <a:pt x="81" y="29"/>
                    <a:pt x="82" y="29"/>
                  </a:cubicBezTo>
                  <a:cubicBezTo>
                    <a:pt x="82" y="30"/>
                    <a:pt x="84" y="32"/>
                    <a:pt x="85" y="32"/>
                  </a:cubicBezTo>
                  <a:cubicBezTo>
                    <a:pt x="86" y="32"/>
                    <a:pt x="86" y="28"/>
                    <a:pt x="87" y="28"/>
                  </a:cubicBezTo>
                  <a:cubicBezTo>
                    <a:pt x="87" y="27"/>
                    <a:pt x="88" y="28"/>
                    <a:pt x="88" y="28"/>
                  </a:cubicBezTo>
                  <a:cubicBezTo>
                    <a:pt x="89" y="28"/>
                    <a:pt x="90" y="28"/>
                    <a:pt x="90" y="28"/>
                  </a:cubicBezTo>
                  <a:cubicBezTo>
                    <a:pt x="91" y="28"/>
                    <a:pt x="92" y="28"/>
                    <a:pt x="92" y="27"/>
                  </a:cubicBezTo>
                  <a:cubicBezTo>
                    <a:pt x="94" y="27"/>
                    <a:pt x="95" y="26"/>
                    <a:pt x="96" y="25"/>
                  </a:cubicBezTo>
                  <a:cubicBezTo>
                    <a:pt x="97" y="25"/>
                    <a:pt x="97" y="24"/>
                    <a:pt x="98" y="24"/>
                  </a:cubicBezTo>
                  <a:cubicBezTo>
                    <a:pt x="98" y="24"/>
                    <a:pt x="99" y="24"/>
                    <a:pt x="100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9" y="26"/>
                    <a:pt x="99" y="27"/>
                  </a:cubicBezTo>
                  <a:cubicBezTo>
                    <a:pt x="98" y="27"/>
                    <a:pt x="98" y="28"/>
                    <a:pt x="98" y="28"/>
                  </a:cubicBezTo>
                  <a:cubicBezTo>
                    <a:pt x="96" y="30"/>
                    <a:pt x="95" y="32"/>
                    <a:pt x="94" y="33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1" y="36"/>
                    <a:pt x="90" y="36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37"/>
                    <a:pt x="90" y="38"/>
                    <a:pt x="90" y="38"/>
                  </a:cubicBezTo>
                  <a:cubicBezTo>
                    <a:pt x="91" y="39"/>
                    <a:pt x="92" y="40"/>
                    <a:pt x="93" y="41"/>
                  </a:cubicBezTo>
                  <a:cubicBezTo>
                    <a:pt x="94" y="42"/>
                    <a:pt x="94" y="42"/>
                    <a:pt x="95" y="43"/>
                  </a:cubicBezTo>
                  <a:cubicBezTo>
                    <a:pt x="96" y="43"/>
                    <a:pt x="96" y="44"/>
                    <a:pt x="96" y="45"/>
                  </a:cubicBezTo>
                  <a:cubicBezTo>
                    <a:pt x="97" y="45"/>
                    <a:pt x="99" y="46"/>
                    <a:pt x="100" y="46"/>
                  </a:cubicBezTo>
                  <a:cubicBezTo>
                    <a:pt x="100" y="46"/>
                    <a:pt x="101" y="47"/>
                    <a:pt x="101" y="47"/>
                  </a:cubicBezTo>
                  <a:cubicBezTo>
                    <a:pt x="102" y="47"/>
                    <a:pt x="103" y="47"/>
                    <a:pt x="104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7"/>
                    <a:pt x="105" y="47"/>
                    <a:pt x="105" y="46"/>
                  </a:cubicBezTo>
                  <a:cubicBezTo>
                    <a:pt x="104" y="46"/>
                    <a:pt x="104" y="45"/>
                    <a:pt x="103" y="44"/>
                  </a:cubicBezTo>
                  <a:cubicBezTo>
                    <a:pt x="103" y="44"/>
                    <a:pt x="102" y="43"/>
                    <a:pt x="101" y="43"/>
                  </a:cubicBezTo>
                  <a:cubicBezTo>
                    <a:pt x="101" y="43"/>
                    <a:pt x="101" y="42"/>
                    <a:pt x="100" y="42"/>
                  </a:cubicBezTo>
                  <a:cubicBezTo>
                    <a:pt x="100" y="41"/>
                    <a:pt x="99" y="41"/>
                    <a:pt x="99" y="41"/>
                  </a:cubicBezTo>
                  <a:cubicBezTo>
                    <a:pt x="98" y="40"/>
                    <a:pt x="98" y="39"/>
                    <a:pt x="97" y="39"/>
                  </a:cubicBezTo>
                  <a:cubicBezTo>
                    <a:pt x="97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8" y="37"/>
                    <a:pt x="102" y="42"/>
                    <a:pt x="103" y="41"/>
                  </a:cubicBezTo>
                  <a:cubicBezTo>
                    <a:pt x="104" y="41"/>
                    <a:pt x="104" y="35"/>
                    <a:pt x="104" y="34"/>
                  </a:cubicBezTo>
                  <a:cubicBezTo>
                    <a:pt x="105" y="34"/>
                    <a:pt x="105" y="33"/>
                    <a:pt x="105" y="34"/>
                  </a:cubicBezTo>
                  <a:cubicBezTo>
                    <a:pt x="106" y="34"/>
                    <a:pt x="106" y="35"/>
                    <a:pt x="106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7" y="37"/>
                    <a:pt x="107" y="37"/>
                    <a:pt x="107" y="38"/>
                  </a:cubicBezTo>
                  <a:cubicBezTo>
                    <a:pt x="107" y="38"/>
                    <a:pt x="108" y="39"/>
                    <a:pt x="108" y="39"/>
                  </a:cubicBezTo>
                  <a:cubicBezTo>
                    <a:pt x="108" y="40"/>
                    <a:pt x="108" y="41"/>
                    <a:pt x="109" y="41"/>
                  </a:cubicBezTo>
                  <a:cubicBezTo>
                    <a:pt x="109" y="42"/>
                    <a:pt x="109" y="43"/>
                    <a:pt x="109" y="43"/>
                  </a:cubicBezTo>
                  <a:cubicBezTo>
                    <a:pt x="110" y="44"/>
                    <a:pt x="110" y="44"/>
                    <a:pt x="110" y="45"/>
                  </a:cubicBezTo>
                  <a:cubicBezTo>
                    <a:pt x="110" y="45"/>
                    <a:pt x="111" y="45"/>
                    <a:pt x="111" y="46"/>
                  </a:cubicBezTo>
                  <a:cubicBezTo>
                    <a:pt x="112" y="46"/>
                    <a:pt x="112" y="46"/>
                    <a:pt x="113" y="46"/>
                  </a:cubicBezTo>
                  <a:cubicBezTo>
                    <a:pt x="114" y="47"/>
                    <a:pt x="114" y="47"/>
                    <a:pt x="115" y="47"/>
                  </a:cubicBezTo>
                  <a:cubicBezTo>
                    <a:pt x="116" y="47"/>
                    <a:pt x="117" y="48"/>
                    <a:pt x="118" y="49"/>
                  </a:cubicBezTo>
                  <a:cubicBezTo>
                    <a:pt x="118" y="49"/>
                    <a:pt x="119" y="49"/>
                    <a:pt x="119" y="4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20" y="49"/>
                    <a:pt x="121" y="50"/>
                    <a:pt x="121" y="50"/>
                  </a:cubicBezTo>
                  <a:cubicBezTo>
                    <a:pt x="122" y="50"/>
                    <a:pt x="123" y="51"/>
                    <a:pt x="124" y="51"/>
                  </a:cubicBezTo>
                  <a:cubicBezTo>
                    <a:pt x="125" y="52"/>
                    <a:pt x="127" y="53"/>
                    <a:pt x="128" y="53"/>
                  </a:cubicBezTo>
                  <a:cubicBezTo>
                    <a:pt x="129" y="54"/>
                    <a:pt x="132" y="55"/>
                    <a:pt x="134" y="55"/>
                  </a:cubicBezTo>
                  <a:cubicBezTo>
                    <a:pt x="134" y="55"/>
                    <a:pt x="134" y="55"/>
                    <a:pt x="134" y="55"/>
                  </a:cubicBezTo>
                  <a:cubicBezTo>
                    <a:pt x="135" y="55"/>
                    <a:pt x="135" y="56"/>
                    <a:pt x="135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Freeform 13"/>
            <p:cNvSpPr>
              <a:spLocks noEditPoints="1"/>
            </p:cNvSpPr>
            <p:nvPr/>
          </p:nvSpPr>
          <p:spPr bwMode="auto">
            <a:xfrm>
              <a:off x="6164263" y="2185988"/>
              <a:ext cx="274638" cy="327025"/>
            </a:xfrm>
            <a:custGeom>
              <a:avLst/>
              <a:gdLst>
                <a:gd name="T0" fmla="*/ 69 w 101"/>
                <a:gd name="T1" fmla="*/ 53 h 120"/>
                <a:gd name="T2" fmla="*/ 47 w 101"/>
                <a:gd name="T3" fmla="*/ 25 h 120"/>
                <a:gd name="T4" fmla="*/ 48 w 101"/>
                <a:gd name="T5" fmla="*/ 34 h 120"/>
                <a:gd name="T6" fmla="*/ 40 w 101"/>
                <a:gd name="T7" fmla="*/ 37 h 120"/>
                <a:gd name="T8" fmla="*/ 36 w 101"/>
                <a:gd name="T9" fmla="*/ 41 h 120"/>
                <a:gd name="T10" fmla="*/ 31 w 101"/>
                <a:gd name="T11" fmla="*/ 56 h 120"/>
                <a:gd name="T12" fmla="*/ 28 w 101"/>
                <a:gd name="T13" fmla="*/ 67 h 120"/>
                <a:gd name="T14" fmla="*/ 23 w 101"/>
                <a:gd name="T15" fmla="*/ 86 h 120"/>
                <a:gd name="T16" fmla="*/ 21 w 101"/>
                <a:gd name="T17" fmla="*/ 98 h 120"/>
                <a:gd name="T18" fmla="*/ 15 w 101"/>
                <a:gd name="T19" fmla="*/ 94 h 120"/>
                <a:gd name="T20" fmla="*/ 19 w 101"/>
                <a:gd name="T21" fmla="*/ 76 h 120"/>
                <a:gd name="T22" fmla="*/ 23 w 101"/>
                <a:gd name="T23" fmla="*/ 61 h 120"/>
                <a:gd name="T24" fmla="*/ 20 w 101"/>
                <a:gd name="T25" fmla="*/ 60 h 120"/>
                <a:gd name="T26" fmla="*/ 15 w 101"/>
                <a:gd name="T27" fmla="*/ 71 h 120"/>
                <a:gd name="T28" fmla="*/ 5 w 101"/>
                <a:gd name="T29" fmla="*/ 80 h 120"/>
                <a:gd name="T30" fmla="*/ 0 w 101"/>
                <a:gd name="T31" fmla="*/ 68 h 120"/>
                <a:gd name="T32" fmla="*/ 12 w 101"/>
                <a:gd name="T33" fmla="*/ 62 h 120"/>
                <a:gd name="T34" fmla="*/ 22 w 101"/>
                <a:gd name="T35" fmla="*/ 56 h 120"/>
                <a:gd name="T36" fmla="*/ 28 w 101"/>
                <a:gd name="T37" fmla="*/ 45 h 120"/>
                <a:gd name="T38" fmla="*/ 21 w 101"/>
                <a:gd name="T39" fmla="*/ 42 h 120"/>
                <a:gd name="T40" fmla="*/ 24 w 101"/>
                <a:gd name="T41" fmla="*/ 35 h 120"/>
                <a:gd name="T42" fmla="*/ 35 w 101"/>
                <a:gd name="T43" fmla="*/ 30 h 120"/>
                <a:gd name="T44" fmla="*/ 87 w 101"/>
                <a:gd name="T45" fmla="*/ 9 h 120"/>
                <a:gd name="T46" fmla="*/ 88 w 101"/>
                <a:gd name="T47" fmla="*/ 22 h 120"/>
                <a:gd name="T48" fmla="*/ 84 w 101"/>
                <a:gd name="T49" fmla="*/ 36 h 120"/>
                <a:gd name="T50" fmla="*/ 91 w 101"/>
                <a:gd name="T51" fmla="*/ 39 h 120"/>
                <a:gd name="T52" fmla="*/ 94 w 101"/>
                <a:gd name="T53" fmla="*/ 27 h 120"/>
                <a:gd name="T54" fmla="*/ 99 w 101"/>
                <a:gd name="T55" fmla="*/ 27 h 120"/>
                <a:gd name="T56" fmla="*/ 97 w 101"/>
                <a:gd name="T57" fmla="*/ 43 h 120"/>
                <a:gd name="T58" fmla="*/ 92 w 101"/>
                <a:gd name="T59" fmla="*/ 47 h 120"/>
                <a:gd name="T60" fmla="*/ 83 w 101"/>
                <a:gd name="T61" fmla="*/ 52 h 120"/>
                <a:gd name="T62" fmla="*/ 76 w 101"/>
                <a:gd name="T63" fmla="*/ 65 h 120"/>
                <a:gd name="T64" fmla="*/ 77 w 101"/>
                <a:gd name="T65" fmla="*/ 76 h 120"/>
                <a:gd name="T66" fmla="*/ 75 w 101"/>
                <a:gd name="T67" fmla="*/ 87 h 120"/>
                <a:gd name="T68" fmla="*/ 73 w 101"/>
                <a:gd name="T69" fmla="*/ 94 h 120"/>
                <a:gd name="T70" fmla="*/ 72 w 101"/>
                <a:gd name="T71" fmla="*/ 101 h 120"/>
                <a:gd name="T72" fmla="*/ 72 w 101"/>
                <a:gd name="T73" fmla="*/ 113 h 120"/>
                <a:gd name="T74" fmla="*/ 64 w 101"/>
                <a:gd name="T75" fmla="*/ 120 h 120"/>
                <a:gd name="T76" fmla="*/ 59 w 101"/>
                <a:gd name="T77" fmla="*/ 114 h 120"/>
                <a:gd name="T78" fmla="*/ 62 w 101"/>
                <a:gd name="T79" fmla="*/ 97 h 120"/>
                <a:gd name="T80" fmla="*/ 64 w 101"/>
                <a:gd name="T81" fmla="*/ 88 h 120"/>
                <a:gd name="T82" fmla="*/ 67 w 101"/>
                <a:gd name="T83" fmla="*/ 75 h 120"/>
                <a:gd name="T84" fmla="*/ 69 w 101"/>
                <a:gd name="T85" fmla="*/ 60 h 120"/>
                <a:gd name="T86" fmla="*/ 57 w 101"/>
                <a:gd name="T87" fmla="*/ 68 h 120"/>
                <a:gd name="T88" fmla="*/ 53 w 101"/>
                <a:gd name="T89" fmla="*/ 64 h 120"/>
                <a:gd name="T90" fmla="*/ 65 w 101"/>
                <a:gd name="T91" fmla="*/ 55 h 120"/>
                <a:gd name="T92" fmla="*/ 57 w 101"/>
                <a:gd name="T93" fmla="*/ 45 h 120"/>
                <a:gd name="T94" fmla="*/ 58 w 101"/>
                <a:gd name="T95" fmla="*/ 33 h 120"/>
                <a:gd name="T96" fmla="*/ 64 w 101"/>
                <a:gd name="T97" fmla="*/ 25 h 120"/>
                <a:gd name="T98" fmla="*/ 61 w 101"/>
                <a:gd name="T99" fmla="*/ 38 h 120"/>
                <a:gd name="T100" fmla="*/ 73 w 101"/>
                <a:gd name="T101" fmla="*/ 41 h 120"/>
                <a:gd name="T102" fmla="*/ 79 w 101"/>
                <a:gd name="T103" fmla="*/ 24 h 120"/>
                <a:gd name="T104" fmla="*/ 81 w 101"/>
                <a:gd name="T105" fmla="*/ 15 h 120"/>
                <a:gd name="T106" fmla="*/ 56 w 101"/>
                <a:gd name="T107" fmla="*/ 0 h 120"/>
                <a:gd name="T108" fmla="*/ 55 w 101"/>
                <a:gd name="T109" fmla="*/ 11 h 120"/>
                <a:gd name="T110" fmla="*/ 46 w 101"/>
                <a:gd name="T111" fmla="*/ 18 h 120"/>
                <a:gd name="T112" fmla="*/ 36 w 101"/>
                <a:gd name="T113" fmla="*/ 22 h 120"/>
                <a:gd name="T114" fmla="*/ 27 w 101"/>
                <a:gd name="T115" fmla="*/ 27 h 120"/>
                <a:gd name="T116" fmla="*/ 25 w 101"/>
                <a:gd name="T117" fmla="*/ 26 h 120"/>
                <a:gd name="T118" fmla="*/ 36 w 101"/>
                <a:gd name="T119" fmla="*/ 15 h 120"/>
                <a:gd name="T120" fmla="*/ 46 w 101"/>
                <a:gd name="T121" fmla="*/ 8 h 120"/>
                <a:gd name="T122" fmla="*/ 54 w 101"/>
                <a:gd name="T123" fmla="*/ 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" h="120">
                  <a:moveTo>
                    <a:pt x="70" y="50"/>
                  </a:moveTo>
                  <a:cubicBezTo>
                    <a:pt x="70" y="50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3"/>
                    <a:pt x="67" y="54"/>
                    <a:pt x="67" y="54"/>
                  </a:cubicBezTo>
                  <a:cubicBezTo>
                    <a:pt x="67" y="54"/>
                    <a:pt x="67" y="53"/>
                    <a:pt x="67" y="53"/>
                  </a:cubicBezTo>
                  <a:cubicBezTo>
                    <a:pt x="68" y="53"/>
                    <a:pt x="69" y="53"/>
                    <a:pt x="69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52"/>
                    <a:pt x="71" y="51"/>
                    <a:pt x="71" y="50"/>
                  </a:cubicBezTo>
                  <a:cubicBezTo>
                    <a:pt x="71" y="50"/>
                    <a:pt x="71" y="50"/>
                    <a:pt x="71" y="50"/>
                  </a:cubicBezTo>
                  <a:cubicBezTo>
                    <a:pt x="71" y="50"/>
                    <a:pt x="70" y="50"/>
                    <a:pt x="70" y="50"/>
                  </a:cubicBezTo>
                  <a:close/>
                  <a:moveTo>
                    <a:pt x="47" y="25"/>
                  </a:moveTo>
                  <a:cubicBezTo>
                    <a:pt x="47" y="25"/>
                    <a:pt x="48" y="26"/>
                    <a:pt x="48" y="26"/>
                  </a:cubicBezTo>
                  <a:cubicBezTo>
                    <a:pt x="49" y="26"/>
                    <a:pt x="49" y="27"/>
                    <a:pt x="49" y="27"/>
                  </a:cubicBezTo>
                  <a:cubicBezTo>
                    <a:pt x="49" y="27"/>
                    <a:pt x="50" y="28"/>
                    <a:pt x="50" y="28"/>
                  </a:cubicBezTo>
                  <a:cubicBezTo>
                    <a:pt x="50" y="28"/>
                    <a:pt x="50" y="29"/>
                    <a:pt x="50" y="29"/>
                  </a:cubicBezTo>
                  <a:cubicBezTo>
                    <a:pt x="50" y="29"/>
                    <a:pt x="50" y="30"/>
                    <a:pt x="50" y="31"/>
                  </a:cubicBezTo>
                  <a:cubicBezTo>
                    <a:pt x="50" y="33"/>
                    <a:pt x="49" y="33"/>
                    <a:pt x="48" y="34"/>
                  </a:cubicBezTo>
                  <a:cubicBezTo>
                    <a:pt x="48" y="35"/>
                    <a:pt x="47" y="35"/>
                    <a:pt x="47" y="35"/>
                  </a:cubicBezTo>
                  <a:cubicBezTo>
                    <a:pt x="46" y="35"/>
                    <a:pt x="46" y="35"/>
                    <a:pt x="45" y="35"/>
                  </a:cubicBezTo>
                  <a:cubicBezTo>
                    <a:pt x="45" y="36"/>
                    <a:pt x="45" y="36"/>
                    <a:pt x="44" y="36"/>
                  </a:cubicBezTo>
                  <a:cubicBezTo>
                    <a:pt x="44" y="36"/>
                    <a:pt x="43" y="36"/>
                    <a:pt x="42" y="36"/>
                  </a:cubicBezTo>
                  <a:cubicBezTo>
                    <a:pt x="42" y="36"/>
                    <a:pt x="42" y="36"/>
                    <a:pt x="41" y="36"/>
                  </a:cubicBezTo>
                  <a:cubicBezTo>
                    <a:pt x="41" y="36"/>
                    <a:pt x="40" y="37"/>
                    <a:pt x="40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8" y="38"/>
                    <a:pt x="38" y="38"/>
                  </a:cubicBezTo>
                  <a:cubicBezTo>
                    <a:pt x="38" y="38"/>
                    <a:pt x="38" y="38"/>
                    <a:pt x="37" y="39"/>
                  </a:cubicBezTo>
                  <a:cubicBezTo>
                    <a:pt x="37" y="39"/>
                    <a:pt x="37" y="39"/>
                    <a:pt x="37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1"/>
                    <a:pt x="36" y="41"/>
                  </a:cubicBezTo>
                  <a:cubicBezTo>
                    <a:pt x="35" y="42"/>
                    <a:pt x="35" y="42"/>
                    <a:pt x="35" y="43"/>
                  </a:cubicBezTo>
                  <a:cubicBezTo>
                    <a:pt x="34" y="44"/>
                    <a:pt x="34" y="45"/>
                    <a:pt x="34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1" y="53"/>
                    <a:pt x="31" y="54"/>
                    <a:pt x="31" y="56"/>
                  </a:cubicBezTo>
                  <a:cubicBezTo>
                    <a:pt x="31" y="56"/>
                    <a:pt x="31" y="57"/>
                    <a:pt x="30" y="57"/>
                  </a:cubicBezTo>
                  <a:cubicBezTo>
                    <a:pt x="30" y="57"/>
                    <a:pt x="30" y="58"/>
                    <a:pt x="30" y="57"/>
                  </a:cubicBezTo>
                  <a:cubicBezTo>
                    <a:pt x="30" y="59"/>
                    <a:pt x="29" y="59"/>
                    <a:pt x="29" y="60"/>
                  </a:cubicBezTo>
                  <a:cubicBezTo>
                    <a:pt x="29" y="60"/>
                    <a:pt x="29" y="61"/>
                    <a:pt x="29" y="61"/>
                  </a:cubicBezTo>
                  <a:cubicBezTo>
                    <a:pt x="29" y="63"/>
                    <a:pt x="29" y="65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7" y="69"/>
                    <a:pt x="27" y="69"/>
                  </a:cubicBezTo>
                  <a:cubicBezTo>
                    <a:pt x="27" y="69"/>
                    <a:pt x="27" y="70"/>
                    <a:pt x="27" y="70"/>
                  </a:cubicBezTo>
                  <a:cubicBezTo>
                    <a:pt x="27" y="72"/>
                    <a:pt x="27" y="74"/>
                    <a:pt x="26" y="77"/>
                  </a:cubicBezTo>
                  <a:cubicBezTo>
                    <a:pt x="26" y="78"/>
                    <a:pt x="25" y="79"/>
                    <a:pt x="25" y="79"/>
                  </a:cubicBezTo>
                  <a:cubicBezTo>
                    <a:pt x="24" y="82"/>
                    <a:pt x="24" y="84"/>
                    <a:pt x="23" y="86"/>
                  </a:cubicBezTo>
                  <a:cubicBezTo>
                    <a:pt x="23" y="87"/>
                    <a:pt x="23" y="88"/>
                    <a:pt x="23" y="89"/>
                  </a:cubicBezTo>
                  <a:cubicBezTo>
                    <a:pt x="23" y="90"/>
                    <a:pt x="22" y="91"/>
                    <a:pt x="22" y="92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2" y="93"/>
                    <a:pt x="23" y="94"/>
                    <a:pt x="23" y="94"/>
                  </a:cubicBezTo>
                  <a:cubicBezTo>
                    <a:pt x="22" y="95"/>
                    <a:pt x="21" y="96"/>
                    <a:pt x="21" y="96"/>
                  </a:cubicBezTo>
                  <a:cubicBezTo>
                    <a:pt x="21" y="97"/>
                    <a:pt x="21" y="97"/>
                    <a:pt x="21" y="98"/>
                  </a:cubicBezTo>
                  <a:cubicBezTo>
                    <a:pt x="20" y="98"/>
                    <a:pt x="19" y="99"/>
                    <a:pt x="18" y="99"/>
                  </a:cubicBezTo>
                  <a:cubicBezTo>
                    <a:pt x="18" y="99"/>
                    <a:pt x="17" y="99"/>
                    <a:pt x="16" y="99"/>
                  </a:cubicBezTo>
                  <a:cubicBezTo>
                    <a:pt x="15" y="98"/>
                    <a:pt x="14" y="99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8"/>
                    <a:pt x="13" y="97"/>
                    <a:pt x="13" y="97"/>
                  </a:cubicBezTo>
                  <a:cubicBezTo>
                    <a:pt x="13" y="96"/>
                    <a:pt x="14" y="95"/>
                    <a:pt x="15" y="94"/>
                  </a:cubicBezTo>
                  <a:cubicBezTo>
                    <a:pt x="15" y="93"/>
                    <a:pt x="15" y="92"/>
                    <a:pt x="15" y="91"/>
                  </a:cubicBezTo>
                  <a:cubicBezTo>
                    <a:pt x="15" y="90"/>
                    <a:pt x="16" y="90"/>
                    <a:pt x="16" y="89"/>
                  </a:cubicBezTo>
                  <a:cubicBezTo>
                    <a:pt x="16" y="87"/>
                    <a:pt x="17" y="85"/>
                    <a:pt x="17" y="83"/>
                  </a:cubicBezTo>
                  <a:cubicBezTo>
                    <a:pt x="17" y="83"/>
                    <a:pt x="17" y="81"/>
                    <a:pt x="18" y="81"/>
                  </a:cubicBezTo>
                  <a:cubicBezTo>
                    <a:pt x="17" y="80"/>
                    <a:pt x="18" y="78"/>
                    <a:pt x="18" y="77"/>
                  </a:cubicBezTo>
                  <a:cubicBezTo>
                    <a:pt x="19" y="77"/>
                    <a:pt x="19" y="76"/>
                    <a:pt x="19" y="76"/>
                  </a:cubicBezTo>
                  <a:cubicBezTo>
                    <a:pt x="20" y="74"/>
                    <a:pt x="20" y="71"/>
                    <a:pt x="21" y="69"/>
                  </a:cubicBezTo>
                  <a:cubicBezTo>
                    <a:pt x="21" y="69"/>
                    <a:pt x="21" y="68"/>
                    <a:pt x="21" y="68"/>
                  </a:cubicBezTo>
                  <a:cubicBezTo>
                    <a:pt x="21" y="67"/>
                    <a:pt x="21" y="67"/>
                    <a:pt x="21" y="66"/>
                  </a:cubicBezTo>
                  <a:cubicBezTo>
                    <a:pt x="22" y="65"/>
                    <a:pt x="22" y="65"/>
                    <a:pt x="23" y="64"/>
                  </a:cubicBezTo>
                  <a:cubicBezTo>
                    <a:pt x="23" y="64"/>
                    <a:pt x="23" y="63"/>
                    <a:pt x="23" y="63"/>
                  </a:cubicBezTo>
                  <a:cubicBezTo>
                    <a:pt x="23" y="62"/>
                    <a:pt x="23" y="62"/>
                    <a:pt x="23" y="61"/>
                  </a:cubicBezTo>
                  <a:cubicBezTo>
                    <a:pt x="23" y="61"/>
                    <a:pt x="23" y="60"/>
                    <a:pt x="23" y="60"/>
                  </a:cubicBezTo>
                  <a:cubicBezTo>
                    <a:pt x="24" y="60"/>
                    <a:pt x="24" y="59"/>
                    <a:pt x="24" y="58"/>
                  </a:cubicBezTo>
                  <a:cubicBezTo>
                    <a:pt x="24" y="58"/>
                    <a:pt x="24" y="58"/>
                    <a:pt x="24" y="57"/>
                  </a:cubicBezTo>
                  <a:cubicBezTo>
                    <a:pt x="24" y="56"/>
                    <a:pt x="24" y="57"/>
                    <a:pt x="23" y="57"/>
                  </a:cubicBezTo>
                  <a:cubicBezTo>
                    <a:pt x="22" y="57"/>
                    <a:pt x="21" y="59"/>
                    <a:pt x="20" y="59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1"/>
                    <a:pt x="19" y="61"/>
                    <a:pt x="19" y="61"/>
                  </a:cubicBezTo>
                  <a:cubicBezTo>
                    <a:pt x="19" y="62"/>
                    <a:pt x="19" y="62"/>
                    <a:pt x="19" y="63"/>
                  </a:cubicBezTo>
                  <a:cubicBezTo>
                    <a:pt x="19" y="63"/>
                    <a:pt x="18" y="64"/>
                    <a:pt x="18" y="64"/>
                  </a:cubicBezTo>
                  <a:cubicBezTo>
                    <a:pt x="18" y="65"/>
                    <a:pt x="17" y="65"/>
                    <a:pt x="17" y="66"/>
                  </a:cubicBezTo>
                  <a:cubicBezTo>
                    <a:pt x="17" y="66"/>
                    <a:pt x="17" y="68"/>
                    <a:pt x="17" y="68"/>
                  </a:cubicBezTo>
                  <a:cubicBezTo>
                    <a:pt x="16" y="69"/>
                    <a:pt x="16" y="70"/>
                    <a:pt x="15" y="71"/>
                  </a:cubicBezTo>
                  <a:cubicBezTo>
                    <a:pt x="15" y="72"/>
                    <a:pt x="15" y="74"/>
                    <a:pt x="15" y="75"/>
                  </a:cubicBezTo>
                  <a:cubicBezTo>
                    <a:pt x="14" y="76"/>
                    <a:pt x="15" y="76"/>
                    <a:pt x="14" y="76"/>
                  </a:cubicBezTo>
                  <a:cubicBezTo>
                    <a:pt x="14" y="76"/>
                    <a:pt x="14" y="76"/>
                    <a:pt x="13" y="77"/>
                  </a:cubicBezTo>
                  <a:cubicBezTo>
                    <a:pt x="13" y="77"/>
                    <a:pt x="12" y="78"/>
                    <a:pt x="11" y="78"/>
                  </a:cubicBezTo>
                  <a:cubicBezTo>
                    <a:pt x="10" y="79"/>
                    <a:pt x="9" y="80"/>
                    <a:pt x="8" y="80"/>
                  </a:cubicBezTo>
                  <a:cubicBezTo>
                    <a:pt x="7" y="80"/>
                    <a:pt x="5" y="80"/>
                    <a:pt x="5" y="80"/>
                  </a:cubicBezTo>
                  <a:cubicBezTo>
                    <a:pt x="4" y="79"/>
                    <a:pt x="3" y="78"/>
                    <a:pt x="3" y="77"/>
                  </a:cubicBezTo>
                  <a:cubicBezTo>
                    <a:pt x="2" y="76"/>
                    <a:pt x="1" y="75"/>
                    <a:pt x="1" y="74"/>
                  </a:cubicBezTo>
                  <a:cubicBezTo>
                    <a:pt x="0" y="73"/>
                    <a:pt x="0" y="72"/>
                    <a:pt x="0" y="72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" y="67"/>
                    <a:pt x="3" y="65"/>
                    <a:pt x="4" y="65"/>
                  </a:cubicBezTo>
                  <a:cubicBezTo>
                    <a:pt x="4" y="65"/>
                    <a:pt x="5" y="65"/>
                    <a:pt x="5" y="65"/>
                  </a:cubicBezTo>
                  <a:cubicBezTo>
                    <a:pt x="6" y="65"/>
                    <a:pt x="6" y="64"/>
                    <a:pt x="6" y="64"/>
                  </a:cubicBezTo>
                  <a:cubicBezTo>
                    <a:pt x="8" y="64"/>
                    <a:pt x="9" y="64"/>
                    <a:pt x="10" y="63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2" y="61"/>
                    <a:pt x="13" y="61"/>
                    <a:pt x="14" y="61"/>
                  </a:cubicBezTo>
                  <a:cubicBezTo>
                    <a:pt x="14" y="60"/>
                    <a:pt x="15" y="60"/>
                    <a:pt x="15" y="60"/>
                  </a:cubicBezTo>
                  <a:cubicBezTo>
                    <a:pt x="16" y="59"/>
                    <a:pt x="17" y="59"/>
                    <a:pt x="17" y="58"/>
                  </a:cubicBezTo>
                  <a:cubicBezTo>
                    <a:pt x="19" y="57"/>
                    <a:pt x="20" y="56"/>
                    <a:pt x="21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5"/>
                    <a:pt x="23" y="55"/>
                    <a:pt x="23" y="54"/>
                  </a:cubicBezTo>
                  <a:cubicBezTo>
                    <a:pt x="24" y="54"/>
                    <a:pt x="25" y="53"/>
                    <a:pt x="25" y="52"/>
                  </a:cubicBezTo>
                  <a:cubicBezTo>
                    <a:pt x="26" y="52"/>
                    <a:pt x="26" y="51"/>
                    <a:pt x="27" y="51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7" y="49"/>
                    <a:pt x="28" y="48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29" y="43"/>
                    <a:pt x="30" y="40"/>
                    <a:pt x="30" y="40"/>
                  </a:cubicBezTo>
                  <a:cubicBezTo>
                    <a:pt x="30" y="40"/>
                    <a:pt x="29" y="40"/>
                    <a:pt x="29" y="40"/>
                  </a:cubicBezTo>
                  <a:cubicBezTo>
                    <a:pt x="28" y="40"/>
                    <a:pt x="27" y="41"/>
                    <a:pt x="25" y="41"/>
                  </a:cubicBezTo>
                  <a:cubicBezTo>
                    <a:pt x="25" y="41"/>
                    <a:pt x="24" y="40"/>
                    <a:pt x="24" y="41"/>
                  </a:cubicBezTo>
                  <a:cubicBezTo>
                    <a:pt x="24" y="41"/>
                    <a:pt x="22" y="42"/>
                    <a:pt x="21" y="42"/>
                  </a:cubicBezTo>
                  <a:cubicBezTo>
                    <a:pt x="20" y="42"/>
                    <a:pt x="20" y="41"/>
                    <a:pt x="19" y="41"/>
                  </a:cubicBezTo>
                  <a:cubicBezTo>
                    <a:pt x="19" y="40"/>
                    <a:pt x="18" y="39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6"/>
                    <a:pt x="21" y="36"/>
                    <a:pt x="21" y="36"/>
                  </a:cubicBezTo>
                  <a:cubicBezTo>
                    <a:pt x="22" y="36"/>
                    <a:pt x="23" y="35"/>
                    <a:pt x="24" y="35"/>
                  </a:cubicBezTo>
                  <a:cubicBezTo>
                    <a:pt x="24" y="35"/>
                    <a:pt x="25" y="34"/>
                    <a:pt x="25" y="34"/>
                  </a:cubicBezTo>
                  <a:cubicBezTo>
                    <a:pt x="26" y="34"/>
                    <a:pt x="27" y="34"/>
                    <a:pt x="27" y="33"/>
                  </a:cubicBezTo>
                  <a:cubicBezTo>
                    <a:pt x="28" y="33"/>
                    <a:pt x="29" y="32"/>
                    <a:pt x="29" y="32"/>
                  </a:cubicBezTo>
                  <a:cubicBezTo>
                    <a:pt x="30" y="32"/>
                    <a:pt x="31" y="32"/>
                    <a:pt x="31" y="31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3" y="31"/>
                    <a:pt x="34" y="30"/>
                    <a:pt x="35" y="30"/>
                  </a:cubicBezTo>
                  <a:cubicBezTo>
                    <a:pt x="36" y="28"/>
                    <a:pt x="36" y="26"/>
                    <a:pt x="38" y="26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1" y="28"/>
                    <a:pt x="42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26"/>
                    <a:pt x="45" y="25"/>
                    <a:pt x="47" y="25"/>
                  </a:cubicBezTo>
                  <a:close/>
                  <a:moveTo>
                    <a:pt x="87" y="9"/>
                  </a:moveTo>
                  <a:cubicBezTo>
                    <a:pt x="88" y="9"/>
                    <a:pt x="90" y="10"/>
                    <a:pt x="90" y="11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13"/>
                    <a:pt x="90" y="13"/>
                    <a:pt x="91" y="13"/>
                  </a:cubicBezTo>
                  <a:cubicBezTo>
                    <a:pt x="91" y="15"/>
                    <a:pt x="90" y="17"/>
                    <a:pt x="90" y="18"/>
                  </a:cubicBezTo>
                  <a:cubicBezTo>
                    <a:pt x="90" y="18"/>
                    <a:pt x="89" y="19"/>
                    <a:pt x="89" y="19"/>
                  </a:cubicBezTo>
                  <a:cubicBezTo>
                    <a:pt x="89" y="20"/>
                    <a:pt x="88" y="21"/>
                    <a:pt x="88" y="22"/>
                  </a:cubicBezTo>
                  <a:cubicBezTo>
                    <a:pt x="88" y="22"/>
                    <a:pt x="87" y="23"/>
                    <a:pt x="87" y="23"/>
                  </a:cubicBezTo>
                  <a:cubicBezTo>
                    <a:pt x="87" y="25"/>
                    <a:pt x="87" y="26"/>
                    <a:pt x="86" y="27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5" y="29"/>
                    <a:pt x="85" y="29"/>
                    <a:pt x="85" y="30"/>
                  </a:cubicBezTo>
                  <a:cubicBezTo>
                    <a:pt x="85" y="31"/>
                    <a:pt x="85" y="31"/>
                    <a:pt x="85" y="32"/>
                  </a:cubicBezTo>
                  <a:cubicBezTo>
                    <a:pt x="84" y="33"/>
                    <a:pt x="84" y="35"/>
                    <a:pt x="84" y="36"/>
                  </a:cubicBezTo>
                  <a:cubicBezTo>
                    <a:pt x="83" y="38"/>
                    <a:pt x="83" y="39"/>
                    <a:pt x="83" y="41"/>
                  </a:cubicBezTo>
                  <a:cubicBezTo>
                    <a:pt x="83" y="41"/>
                    <a:pt x="82" y="41"/>
                    <a:pt x="82" y="42"/>
                  </a:cubicBezTo>
                  <a:cubicBezTo>
                    <a:pt x="81" y="43"/>
                    <a:pt x="81" y="45"/>
                    <a:pt x="83" y="45"/>
                  </a:cubicBezTo>
                  <a:cubicBezTo>
                    <a:pt x="84" y="44"/>
                    <a:pt x="85" y="44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2"/>
                    <a:pt x="91" y="40"/>
                    <a:pt x="91" y="39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3" y="37"/>
                    <a:pt x="93" y="36"/>
                    <a:pt x="93" y="35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4" y="32"/>
                    <a:pt x="94" y="32"/>
                    <a:pt x="94" y="31"/>
                  </a:cubicBezTo>
                  <a:cubicBezTo>
                    <a:pt x="94" y="31"/>
                    <a:pt x="94" y="30"/>
                    <a:pt x="94" y="30"/>
                  </a:cubicBezTo>
                  <a:cubicBezTo>
                    <a:pt x="94" y="29"/>
                    <a:pt x="94" y="28"/>
                    <a:pt x="94" y="27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4" y="24"/>
                    <a:pt x="93" y="24"/>
                    <a:pt x="93" y="23"/>
                  </a:cubicBezTo>
                  <a:cubicBezTo>
                    <a:pt x="94" y="23"/>
                    <a:pt x="95" y="23"/>
                    <a:pt x="96" y="23"/>
                  </a:cubicBezTo>
                  <a:cubicBezTo>
                    <a:pt x="96" y="23"/>
                    <a:pt x="97" y="24"/>
                    <a:pt x="98" y="24"/>
                  </a:cubicBezTo>
                  <a:cubicBezTo>
                    <a:pt x="98" y="24"/>
                    <a:pt x="99" y="25"/>
                    <a:pt x="99" y="26"/>
                  </a:cubicBezTo>
                  <a:cubicBezTo>
                    <a:pt x="99" y="26"/>
                    <a:pt x="99" y="27"/>
                    <a:pt x="99" y="27"/>
                  </a:cubicBezTo>
                  <a:cubicBezTo>
                    <a:pt x="100" y="28"/>
                    <a:pt x="101" y="29"/>
                    <a:pt x="101" y="29"/>
                  </a:cubicBezTo>
                  <a:cubicBezTo>
                    <a:pt x="101" y="30"/>
                    <a:pt x="100" y="31"/>
                    <a:pt x="100" y="32"/>
                  </a:cubicBezTo>
                  <a:cubicBezTo>
                    <a:pt x="100" y="34"/>
                    <a:pt x="99" y="35"/>
                    <a:pt x="99" y="37"/>
                  </a:cubicBezTo>
                  <a:cubicBezTo>
                    <a:pt x="99" y="38"/>
                    <a:pt x="99" y="39"/>
                    <a:pt x="99" y="39"/>
                  </a:cubicBezTo>
                  <a:cubicBezTo>
                    <a:pt x="99" y="40"/>
                    <a:pt x="98" y="40"/>
                    <a:pt x="97" y="41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7" y="43"/>
                    <a:pt x="97" y="43"/>
                    <a:pt x="97" y="43"/>
                  </a:cubicBezTo>
                  <a:cubicBezTo>
                    <a:pt x="97" y="43"/>
                    <a:pt x="96" y="43"/>
                    <a:pt x="96" y="43"/>
                  </a:cubicBezTo>
                  <a:cubicBezTo>
                    <a:pt x="96" y="44"/>
                    <a:pt x="96" y="44"/>
                    <a:pt x="95" y="44"/>
                  </a:cubicBezTo>
                  <a:cubicBezTo>
                    <a:pt x="95" y="44"/>
                    <a:pt x="95" y="45"/>
                    <a:pt x="94" y="45"/>
                  </a:cubicBezTo>
                  <a:cubicBezTo>
                    <a:pt x="94" y="45"/>
                    <a:pt x="94" y="45"/>
                    <a:pt x="93" y="45"/>
                  </a:cubicBezTo>
                  <a:cubicBezTo>
                    <a:pt x="93" y="46"/>
                    <a:pt x="93" y="46"/>
                    <a:pt x="92" y="47"/>
                  </a:cubicBezTo>
                  <a:cubicBezTo>
                    <a:pt x="92" y="47"/>
                    <a:pt x="91" y="47"/>
                    <a:pt x="90" y="48"/>
                  </a:cubicBezTo>
                  <a:cubicBezTo>
                    <a:pt x="90" y="48"/>
                    <a:pt x="89" y="48"/>
                    <a:pt x="89" y="49"/>
                  </a:cubicBezTo>
                  <a:cubicBezTo>
                    <a:pt x="89" y="49"/>
                    <a:pt x="89" y="49"/>
                    <a:pt x="88" y="49"/>
                  </a:cubicBezTo>
                  <a:cubicBezTo>
                    <a:pt x="88" y="49"/>
                    <a:pt x="88" y="49"/>
                    <a:pt x="87" y="49"/>
                  </a:cubicBezTo>
                  <a:cubicBezTo>
                    <a:pt x="87" y="49"/>
                    <a:pt x="87" y="50"/>
                    <a:pt x="86" y="50"/>
                  </a:cubicBezTo>
                  <a:cubicBezTo>
                    <a:pt x="85" y="50"/>
                    <a:pt x="84" y="51"/>
                    <a:pt x="83" y="52"/>
                  </a:cubicBezTo>
                  <a:cubicBezTo>
                    <a:pt x="83" y="52"/>
                    <a:pt x="82" y="52"/>
                    <a:pt x="82" y="53"/>
                  </a:cubicBezTo>
                  <a:cubicBezTo>
                    <a:pt x="81" y="53"/>
                    <a:pt x="81" y="53"/>
                    <a:pt x="81" y="54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0" y="55"/>
                    <a:pt x="79" y="56"/>
                    <a:pt x="79" y="56"/>
                  </a:cubicBezTo>
                  <a:cubicBezTo>
                    <a:pt x="78" y="58"/>
                    <a:pt x="78" y="61"/>
                    <a:pt x="78" y="63"/>
                  </a:cubicBezTo>
                  <a:cubicBezTo>
                    <a:pt x="77" y="64"/>
                    <a:pt x="76" y="64"/>
                    <a:pt x="76" y="65"/>
                  </a:cubicBezTo>
                  <a:cubicBezTo>
                    <a:pt x="76" y="66"/>
                    <a:pt x="77" y="67"/>
                    <a:pt x="77" y="67"/>
                  </a:cubicBezTo>
                  <a:cubicBezTo>
                    <a:pt x="77" y="68"/>
                    <a:pt x="76" y="69"/>
                    <a:pt x="76" y="70"/>
                  </a:cubicBezTo>
                  <a:cubicBezTo>
                    <a:pt x="77" y="70"/>
                    <a:pt x="77" y="70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74"/>
                    <a:pt x="77" y="76"/>
                    <a:pt x="77" y="76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9"/>
                    <a:pt x="75" y="79"/>
                    <a:pt x="74" y="80"/>
                  </a:cubicBezTo>
                  <a:cubicBezTo>
                    <a:pt x="73" y="81"/>
                    <a:pt x="73" y="82"/>
                    <a:pt x="74" y="83"/>
                  </a:cubicBezTo>
                  <a:cubicBezTo>
                    <a:pt x="74" y="83"/>
                    <a:pt x="74" y="83"/>
                    <a:pt x="74" y="84"/>
                  </a:cubicBezTo>
                  <a:cubicBezTo>
                    <a:pt x="73" y="84"/>
                    <a:pt x="73" y="85"/>
                    <a:pt x="73" y="85"/>
                  </a:cubicBezTo>
                  <a:cubicBezTo>
                    <a:pt x="73" y="87"/>
                    <a:pt x="75" y="86"/>
                    <a:pt x="75" y="87"/>
                  </a:cubicBezTo>
                  <a:cubicBezTo>
                    <a:pt x="75" y="88"/>
                    <a:pt x="75" y="88"/>
                    <a:pt x="75" y="89"/>
                  </a:cubicBezTo>
                  <a:cubicBezTo>
                    <a:pt x="75" y="89"/>
                    <a:pt x="74" y="90"/>
                    <a:pt x="74" y="90"/>
                  </a:cubicBezTo>
                  <a:cubicBezTo>
                    <a:pt x="74" y="91"/>
                    <a:pt x="73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2" y="94"/>
                    <a:pt x="72" y="94"/>
                    <a:pt x="73" y="94"/>
                  </a:cubicBezTo>
                  <a:cubicBezTo>
                    <a:pt x="73" y="93"/>
                    <a:pt x="74" y="91"/>
                    <a:pt x="75" y="92"/>
                  </a:cubicBezTo>
                  <a:cubicBezTo>
                    <a:pt x="75" y="93"/>
                    <a:pt x="75" y="93"/>
                    <a:pt x="75" y="93"/>
                  </a:cubicBezTo>
                  <a:cubicBezTo>
                    <a:pt x="75" y="93"/>
                    <a:pt x="75" y="94"/>
                    <a:pt x="74" y="94"/>
                  </a:cubicBezTo>
                  <a:cubicBezTo>
                    <a:pt x="74" y="96"/>
                    <a:pt x="74" y="97"/>
                    <a:pt x="74" y="98"/>
                  </a:cubicBezTo>
                  <a:cubicBezTo>
                    <a:pt x="73" y="99"/>
                    <a:pt x="73" y="99"/>
                    <a:pt x="73" y="100"/>
                  </a:cubicBezTo>
                  <a:cubicBezTo>
                    <a:pt x="72" y="100"/>
                    <a:pt x="72" y="101"/>
                    <a:pt x="72" y="101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2" y="104"/>
                    <a:pt x="72" y="105"/>
                  </a:cubicBezTo>
                  <a:cubicBezTo>
                    <a:pt x="72" y="105"/>
                    <a:pt x="73" y="106"/>
                    <a:pt x="73" y="107"/>
                  </a:cubicBezTo>
                  <a:cubicBezTo>
                    <a:pt x="73" y="107"/>
                    <a:pt x="73" y="108"/>
                    <a:pt x="72" y="109"/>
                  </a:cubicBezTo>
                  <a:cubicBezTo>
                    <a:pt x="72" y="110"/>
                    <a:pt x="72" y="110"/>
                    <a:pt x="72" y="111"/>
                  </a:cubicBezTo>
                  <a:cubicBezTo>
                    <a:pt x="72" y="112"/>
                    <a:pt x="72" y="113"/>
                    <a:pt x="72" y="113"/>
                  </a:cubicBezTo>
                  <a:cubicBezTo>
                    <a:pt x="72" y="114"/>
                    <a:pt x="72" y="114"/>
                    <a:pt x="72" y="115"/>
                  </a:cubicBezTo>
                  <a:cubicBezTo>
                    <a:pt x="72" y="115"/>
                    <a:pt x="72" y="115"/>
                    <a:pt x="71" y="116"/>
                  </a:cubicBezTo>
                  <a:cubicBezTo>
                    <a:pt x="71" y="116"/>
                    <a:pt x="71" y="117"/>
                    <a:pt x="70" y="117"/>
                  </a:cubicBezTo>
                  <a:cubicBezTo>
                    <a:pt x="70" y="118"/>
                    <a:pt x="69" y="118"/>
                    <a:pt x="68" y="118"/>
                  </a:cubicBezTo>
                  <a:cubicBezTo>
                    <a:pt x="68" y="118"/>
                    <a:pt x="67" y="119"/>
                    <a:pt x="67" y="119"/>
                  </a:cubicBezTo>
                  <a:cubicBezTo>
                    <a:pt x="66" y="119"/>
                    <a:pt x="65" y="120"/>
                    <a:pt x="64" y="120"/>
                  </a:cubicBezTo>
                  <a:cubicBezTo>
                    <a:pt x="64" y="120"/>
                    <a:pt x="63" y="120"/>
                    <a:pt x="62" y="120"/>
                  </a:cubicBezTo>
                  <a:cubicBezTo>
                    <a:pt x="61" y="120"/>
                    <a:pt x="59" y="119"/>
                    <a:pt x="59" y="119"/>
                  </a:cubicBezTo>
                  <a:cubicBezTo>
                    <a:pt x="58" y="118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6"/>
                  </a:cubicBezTo>
                  <a:cubicBezTo>
                    <a:pt x="59" y="116"/>
                    <a:pt x="59" y="115"/>
                    <a:pt x="59" y="114"/>
                  </a:cubicBezTo>
                  <a:cubicBezTo>
                    <a:pt x="60" y="114"/>
                    <a:pt x="60" y="113"/>
                    <a:pt x="60" y="113"/>
                  </a:cubicBezTo>
                  <a:cubicBezTo>
                    <a:pt x="60" y="112"/>
                    <a:pt x="60" y="111"/>
                    <a:pt x="60" y="110"/>
                  </a:cubicBezTo>
                  <a:cubicBezTo>
                    <a:pt x="60" y="108"/>
                    <a:pt x="61" y="105"/>
                    <a:pt x="61" y="102"/>
                  </a:cubicBezTo>
                  <a:cubicBezTo>
                    <a:pt x="62" y="102"/>
                    <a:pt x="61" y="101"/>
                    <a:pt x="61" y="101"/>
                  </a:cubicBezTo>
                  <a:cubicBezTo>
                    <a:pt x="61" y="100"/>
                    <a:pt x="61" y="99"/>
                    <a:pt x="62" y="98"/>
                  </a:cubicBezTo>
                  <a:cubicBezTo>
                    <a:pt x="62" y="98"/>
                    <a:pt x="62" y="97"/>
                    <a:pt x="62" y="97"/>
                  </a:cubicBezTo>
                  <a:cubicBezTo>
                    <a:pt x="62" y="96"/>
                    <a:pt x="63" y="96"/>
                    <a:pt x="63" y="95"/>
                  </a:cubicBezTo>
                  <a:cubicBezTo>
                    <a:pt x="63" y="95"/>
                    <a:pt x="63" y="94"/>
                    <a:pt x="63" y="94"/>
                  </a:cubicBezTo>
                  <a:cubicBezTo>
                    <a:pt x="63" y="94"/>
                    <a:pt x="63" y="93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0"/>
                    <a:pt x="63" y="90"/>
                    <a:pt x="64" y="89"/>
                  </a:cubicBezTo>
                  <a:cubicBezTo>
                    <a:pt x="64" y="89"/>
                    <a:pt x="64" y="88"/>
                    <a:pt x="64" y="88"/>
                  </a:cubicBezTo>
                  <a:cubicBezTo>
                    <a:pt x="64" y="87"/>
                    <a:pt x="64" y="87"/>
                    <a:pt x="65" y="86"/>
                  </a:cubicBezTo>
                  <a:cubicBezTo>
                    <a:pt x="65" y="86"/>
                    <a:pt x="65" y="85"/>
                    <a:pt x="65" y="84"/>
                  </a:cubicBezTo>
                  <a:cubicBezTo>
                    <a:pt x="65" y="84"/>
                    <a:pt x="65" y="84"/>
                    <a:pt x="65" y="83"/>
                  </a:cubicBezTo>
                  <a:cubicBezTo>
                    <a:pt x="66" y="82"/>
                    <a:pt x="65" y="81"/>
                    <a:pt x="66" y="80"/>
                  </a:cubicBezTo>
                  <a:cubicBezTo>
                    <a:pt x="66" y="79"/>
                    <a:pt x="66" y="79"/>
                    <a:pt x="67" y="78"/>
                  </a:cubicBezTo>
                  <a:cubicBezTo>
                    <a:pt x="67" y="77"/>
                    <a:pt x="67" y="76"/>
                    <a:pt x="67" y="75"/>
                  </a:cubicBezTo>
                  <a:cubicBezTo>
                    <a:pt x="67" y="74"/>
                    <a:pt x="68" y="74"/>
                    <a:pt x="68" y="73"/>
                  </a:cubicBezTo>
                  <a:cubicBezTo>
                    <a:pt x="68" y="72"/>
                    <a:pt x="68" y="72"/>
                    <a:pt x="67" y="71"/>
                  </a:cubicBezTo>
                  <a:cubicBezTo>
                    <a:pt x="68" y="70"/>
                    <a:pt x="68" y="68"/>
                    <a:pt x="68" y="67"/>
                  </a:cubicBezTo>
                  <a:cubicBezTo>
                    <a:pt x="69" y="66"/>
                    <a:pt x="69" y="66"/>
                    <a:pt x="69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3"/>
                    <a:pt x="70" y="62"/>
                    <a:pt x="69" y="60"/>
                  </a:cubicBezTo>
                  <a:cubicBezTo>
                    <a:pt x="68" y="59"/>
                    <a:pt x="64" y="63"/>
                    <a:pt x="63" y="63"/>
                  </a:cubicBezTo>
                  <a:cubicBezTo>
                    <a:pt x="62" y="64"/>
                    <a:pt x="62" y="64"/>
                    <a:pt x="61" y="64"/>
                  </a:cubicBezTo>
                  <a:cubicBezTo>
                    <a:pt x="61" y="65"/>
                    <a:pt x="60" y="65"/>
                    <a:pt x="60" y="66"/>
                  </a:cubicBezTo>
                  <a:cubicBezTo>
                    <a:pt x="60" y="66"/>
                    <a:pt x="59" y="66"/>
                    <a:pt x="59" y="66"/>
                  </a:cubicBezTo>
                  <a:cubicBezTo>
                    <a:pt x="59" y="66"/>
                    <a:pt x="58" y="66"/>
                    <a:pt x="58" y="66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6" y="68"/>
                    <a:pt x="55" y="68"/>
                    <a:pt x="54" y="68"/>
                  </a:cubicBezTo>
                  <a:cubicBezTo>
                    <a:pt x="53" y="69"/>
                    <a:pt x="50" y="71"/>
                    <a:pt x="48" y="69"/>
                  </a:cubicBezTo>
                  <a:cubicBezTo>
                    <a:pt x="48" y="68"/>
                    <a:pt x="48" y="67"/>
                    <a:pt x="48" y="66"/>
                  </a:cubicBezTo>
                  <a:cubicBezTo>
                    <a:pt x="49" y="65"/>
                    <a:pt x="50" y="65"/>
                    <a:pt x="51" y="65"/>
                  </a:cubicBezTo>
                  <a:cubicBezTo>
                    <a:pt x="51" y="64"/>
                    <a:pt x="51" y="64"/>
                    <a:pt x="52" y="64"/>
                  </a:cubicBezTo>
                  <a:cubicBezTo>
                    <a:pt x="52" y="64"/>
                    <a:pt x="53" y="64"/>
                    <a:pt x="53" y="64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2"/>
                    <a:pt x="56" y="62"/>
                    <a:pt x="57" y="61"/>
                  </a:cubicBezTo>
                  <a:cubicBezTo>
                    <a:pt x="57" y="60"/>
                    <a:pt x="59" y="60"/>
                    <a:pt x="59" y="60"/>
                  </a:cubicBezTo>
                  <a:cubicBezTo>
                    <a:pt x="61" y="59"/>
                    <a:pt x="62" y="58"/>
                    <a:pt x="63" y="57"/>
                  </a:cubicBezTo>
                  <a:cubicBezTo>
                    <a:pt x="63" y="57"/>
                    <a:pt x="64" y="56"/>
                    <a:pt x="65" y="56"/>
                  </a:cubicBezTo>
                  <a:cubicBezTo>
                    <a:pt x="65" y="56"/>
                    <a:pt x="65" y="55"/>
                    <a:pt x="65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2" y="54"/>
                    <a:pt x="62" y="53"/>
                  </a:cubicBezTo>
                  <a:cubicBezTo>
                    <a:pt x="62" y="53"/>
                    <a:pt x="61" y="52"/>
                    <a:pt x="61" y="52"/>
                  </a:cubicBezTo>
                  <a:cubicBezTo>
                    <a:pt x="61" y="50"/>
                    <a:pt x="63" y="49"/>
                    <a:pt x="62" y="48"/>
                  </a:cubicBezTo>
                  <a:cubicBezTo>
                    <a:pt x="61" y="47"/>
                    <a:pt x="60" y="47"/>
                    <a:pt x="59" y="47"/>
                  </a:cubicBezTo>
                  <a:cubicBezTo>
                    <a:pt x="58" y="47"/>
                    <a:pt x="58" y="46"/>
                    <a:pt x="57" y="45"/>
                  </a:cubicBezTo>
                  <a:cubicBezTo>
                    <a:pt x="56" y="44"/>
                    <a:pt x="56" y="45"/>
                    <a:pt x="55" y="43"/>
                  </a:cubicBezTo>
                  <a:cubicBezTo>
                    <a:pt x="55" y="43"/>
                    <a:pt x="55" y="43"/>
                    <a:pt x="55" y="42"/>
                  </a:cubicBezTo>
                  <a:cubicBezTo>
                    <a:pt x="55" y="42"/>
                    <a:pt x="55" y="41"/>
                    <a:pt x="55" y="41"/>
                  </a:cubicBezTo>
                  <a:cubicBezTo>
                    <a:pt x="55" y="40"/>
                    <a:pt x="56" y="39"/>
                    <a:pt x="56" y="38"/>
                  </a:cubicBezTo>
                  <a:cubicBezTo>
                    <a:pt x="56" y="37"/>
                    <a:pt x="57" y="37"/>
                    <a:pt x="57" y="35"/>
                  </a:cubicBezTo>
                  <a:cubicBezTo>
                    <a:pt x="57" y="35"/>
                    <a:pt x="58" y="34"/>
                    <a:pt x="58" y="33"/>
                  </a:cubicBezTo>
                  <a:cubicBezTo>
                    <a:pt x="57" y="32"/>
                    <a:pt x="56" y="32"/>
                    <a:pt x="56" y="31"/>
                  </a:cubicBezTo>
                  <a:cubicBezTo>
                    <a:pt x="56" y="30"/>
                    <a:pt x="57" y="29"/>
                    <a:pt x="57" y="28"/>
                  </a:cubicBezTo>
                  <a:cubicBezTo>
                    <a:pt x="57" y="28"/>
                    <a:pt x="57" y="28"/>
                    <a:pt x="58" y="28"/>
                  </a:cubicBezTo>
                  <a:cubicBezTo>
                    <a:pt x="58" y="28"/>
                    <a:pt x="58" y="27"/>
                    <a:pt x="58" y="27"/>
                  </a:cubicBezTo>
                  <a:cubicBezTo>
                    <a:pt x="59" y="26"/>
                    <a:pt x="61" y="25"/>
                    <a:pt x="62" y="25"/>
                  </a:cubicBezTo>
                  <a:cubicBezTo>
                    <a:pt x="63" y="25"/>
                    <a:pt x="63" y="24"/>
                    <a:pt x="64" y="25"/>
                  </a:cubicBezTo>
                  <a:cubicBezTo>
                    <a:pt x="67" y="24"/>
                    <a:pt x="69" y="26"/>
                    <a:pt x="70" y="29"/>
                  </a:cubicBezTo>
                  <a:cubicBezTo>
                    <a:pt x="70" y="29"/>
                    <a:pt x="71" y="30"/>
                    <a:pt x="70" y="30"/>
                  </a:cubicBezTo>
                  <a:cubicBezTo>
                    <a:pt x="70" y="30"/>
                    <a:pt x="69" y="31"/>
                    <a:pt x="69" y="31"/>
                  </a:cubicBezTo>
                  <a:cubicBezTo>
                    <a:pt x="69" y="32"/>
                    <a:pt x="69" y="33"/>
                    <a:pt x="68" y="33"/>
                  </a:cubicBezTo>
                  <a:cubicBezTo>
                    <a:pt x="67" y="35"/>
                    <a:pt x="64" y="36"/>
                    <a:pt x="62" y="37"/>
                  </a:cubicBezTo>
                  <a:cubicBezTo>
                    <a:pt x="62" y="37"/>
                    <a:pt x="62" y="38"/>
                    <a:pt x="61" y="38"/>
                  </a:cubicBezTo>
                  <a:cubicBezTo>
                    <a:pt x="61" y="39"/>
                    <a:pt x="60" y="39"/>
                    <a:pt x="61" y="40"/>
                  </a:cubicBezTo>
                  <a:cubicBezTo>
                    <a:pt x="61" y="41"/>
                    <a:pt x="62" y="41"/>
                    <a:pt x="63" y="41"/>
                  </a:cubicBezTo>
                  <a:cubicBezTo>
                    <a:pt x="64" y="41"/>
                    <a:pt x="64" y="41"/>
                    <a:pt x="65" y="41"/>
                  </a:cubicBezTo>
                  <a:cubicBezTo>
                    <a:pt x="65" y="41"/>
                    <a:pt x="66" y="41"/>
                    <a:pt x="66" y="41"/>
                  </a:cubicBezTo>
                  <a:cubicBezTo>
                    <a:pt x="67" y="40"/>
                    <a:pt x="68" y="40"/>
                    <a:pt x="69" y="40"/>
                  </a:cubicBezTo>
                  <a:cubicBezTo>
                    <a:pt x="70" y="40"/>
                    <a:pt x="72" y="41"/>
                    <a:pt x="73" y="41"/>
                  </a:cubicBezTo>
                  <a:cubicBezTo>
                    <a:pt x="75" y="39"/>
                    <a:pt x="75" y="35"/>
                    <a:pt x="76" y="3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8" y="29"/>
                    <a:pt x="78" y="27"/>
                    <a:pt x="78" y="26"/>
                  </a:cubicBezTo>
                  <a:cubicBezTo>
                    <a:pt x="78" y="26"/>
                    <a:pt x="78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3"/>
                    <a:pt x="79" y="22"/>
                    <a:pt x="79" y="22"/>
                  </a:cubicBezTo>
                  <a:cubicBezTo>
                    <a:pt x="79" y="22"/>
                    <a:pt x="80" y="21"/>
                    <a:pt x="80" y="21"/>
                  </a:cubicBezTo>
                  <a:cubicBezTo>
                    <a:pt x="80" y="21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8"/>
                    <a:pt x="81" y="16"/>
                    <a:pt x="81" y="15"/>
                  </a:cubicBezTo>
                  <a:cubicBezTo>
                    <a:pt x="81" y="15"/>
                    <a:pt x="81" y="13"/>
                    <a:pt x="81" y="13"/>
                  </a:cubicBezTo>
                  <a:cubicBezTo>
                    <a:pt x="81" y="12"/>
                    <a:pt x="82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3" y="10"/>
                    <a:pt x="84" y="10"/>
                    <a:pt x="85" y="9"/>
                  </a:cubicBezTo>
                  <a:cubicBezTo>
                    <a:pt x="85" y="9"/>
                    <a:pt x="86" y="9"/>
                    <a:pt x="87" y="9"/>
                  </a:cubicBezTo>
                  <a:close/>
                  <a:moveTo>
                    <a:pt x="56" y="0"/>
                  </a:moveTo>
                  <a:cubicBezTo>
                    <a:pt x="57" y="1"/>
                    <a:pt x="58" y="3"/>
                    <a:pt x="59" y="4"/>
                  </a:cubicBezTo>
                  <a:cubicBezTo>
                    <a:pt x="59" y="5"/>
                    <a:pt x="59" y="6"/>
                    <a:pt x="58" y="7"/>
                  </a:cubicBezTo>
                  <a:cubicBezTo>
                    <a:pt x="58" y="7"/>
                    <a:pt x="58" y="7"/>
                    <a:pt x="57" y="8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7" y="9"/>
                    <a:pt x="56" y="10"/>
                    <a:pt x="56" y="10"/>
                  </a:cubicBezTo>
                  <a:cubicBezTo>
                    <a:pt x="56" y="10"/>
                    <a:pt x="56" y="11"/>
                    <a:pt x="55" y="11"/>
                  </a:cubicBezTo>
                  <a:cubicBezTo>
                    <a:pt x="55" y="11"/>
                    <a:pt x="55" y="12"/>
                    <a:pt x="55" y="12"/>
                  </a:cubicBezTo>
                  <a:cubicBezTo>
                    <a:pt x="55" y="12"/>
                    <a:pt x="55" y="13"/>
                    <a:pt x="54" y="13"/>
                  </a:cubicBezTo>
                  <a:cubicBezTo>
                    <a:pt x="54" y="13"/>
                    <a:pt x="53" y="14"/>
                    <a:pt x="53" y="14"/>
                  </a:cubicBezTo>
                  <a:cubicBezTo>
                    <a:pt x="52" y="15"/>
                    <a:pt x="52" y="15"/>
                    <a:pt x="51" y="16"/>
                  </a:cubicBezTo>
                  <a:cubicBezTo>
                    <a:pt x="50" y="16"/>
                    <a:pt x="50" y="16"/>
                    <a:pt x="49" y="16"/>
                  </a:cubicBezTo>
                  <a:cubicBezTo>
                    <a:pt x="48" y="17"/>
                    <a:pt x="47" y="18"/>
                    <a:pt x="46" y="18"/>
                  </a:cubicBezTo>
                  <a:cubicBezTo>
                    <a:pt x="44" y="19"/>
                    <a:pt x="43" y="19"/>
                    <a:pt x="42" y="20"/>
                  </a:cubicBezTo>
                  <a:cubicBezTo>
                    <a:pt x="42" y="20"/>
                    <a:pt x="41" y="20"/>
                    <a:pt x="4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7" y="22"/>
                    <a:pt x="37" y="22"/>
                  </a:cubicBezTo>
                  <a:cubicBezTo>
                    <a:pt x="37" y="22"/>
                    <a:pt x="36" y="22"/>
                    <a:pt x="36" y="22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4" y="23"/>
                    <a:pt x="33" y="24"/>
                    <a:pt x="32" y="24"/>
                  </a:cubicBezTo>
                  <a:cubicBezTo>
                    <a:pt x="32" y="25"/>
                    <a:pt x="31" y="25"/>
                    <a:pt x="31" y="25"/>
                  </a:cubicBezTo>
                  <a:cubicBezTo>
                    <a:pt x="30" y="26"/>
                    <a:pt x="29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8"/>
                    <a:pt x="22" y="32"/>
                    <a:pt x="21" y="31"/>
                  </a:cubicBezTo>
                  <a:cubicBezTo>
                    <a:pt x="21" y="31"/>
                    <a:pt x="21" y="31"/>
                    <a:pt x="21" y="30"/>
                  </a:cubicBezTo>
                  <a:cubicBezTo>
                    <a:pt x="21" y="29"/>
                    <a:pt x="22" y="29"/>
                    <a:pt x="23" y="29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6"/>
                    <a:pt x="25" y="26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8" y="23"/>
                    <a:pt x="29" y="22"/>
                    <a:pt x="30" y="21"/>
                  </a:cubicBezTo>
                  <a:cubicBezTo>
                    <a:pt x="31" y="20"/>
                    <a:pt x="33" y="19"/>
                    <a:pt x="34" y="18"/>
                  </a:cubicBezTo>
                  <a:cubicBezTo>
                    <a:pt x="34" y="17"/>
                    <a:pt x="35" y="17"/>
                    <a:pt x="35" y="16"/>
                  </a:cubicBezTo>
                  <a:cubicBezTo>
                    <a:pt x="35" y="16"/>
                    <a:pt x="36" y="16"/>
                    <a:pt x="36" y="15"/>
                  </a:cubicBezTo>
                  <a:cubicBezTo>
                    <a:pt x="37" y="14"/>
                    <a:pt x="39" y="14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2" y="10"/>
                    <a:pt x="43" y="10"/>
                  </a:cubicBezTo>
                  <a:cubicBezTo>
                    <a:pt x="43" y="10"/>
                    <a:pt x="44" y="9"/>
                    <a:pt x="44" y="9"/>
                  </a:cubicBezTo>
                  <a:cubicBezTo>
                    <a:pt x="44" y="9"/>
                    <a:pt x="44" y="9"/>
                    <a:pt x="45" y="8"/>
                  </a:cubicBezTo>
                  <a:cubicBezTo>
                    <a:pt x="45" y="8"/>
                    <a:pt x="46" y="8"/>
                    <a:pt x="46" y="8"/>
                  </a:cubicBezTo>
                  <a:cubicBezTo>
                    <a:pt x="46" y="7"/>
                    <a:pt x="46" y="7"/>
                    <a:pt x="47" y="7"/>
                  </a:cubicBezTo>
                  <a:cubicBezTo>
                    <a:pt x="48" y="6"/>
                    <a:pt x="49" y="6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1" y="3"/>
                    <a:pt x="51" y="3"/>
                    <a:pt x="52" y="2"/>
                  </a:cubicBezTo>
                  <a:cubicBezTo>
                    <a:pt x="53" y="2"/>
                    <a:pt x="54" y="1"/>
                    <a:pt x="54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Freeform 14"/>
            <p:cNvSpPr>
              <a:spLocks/>
            </p:cNvSpPr>
            <p:nvPr/>
          </p:nvSpPr>
          <p:spPr bwMode="auto">
            <a:xfrm>
              <a:off x="5761038" y="2216150"/>
              <a:ext cx="174625" cy="239713"/>
            </a:xfrm>
            <a:custGeom>
              <a:avLst/>
              <a:gdLst>
                <a:gd name="T0" fmla="*/ 59 w 64"/>
                <a:gd name="T1" fmla="*/ 0 h 88"/>
                <a:gd name="T2" fmla="*/ 58 w 64"/>
                <a:gd name="T3" fmla="*/ 11 h 88"/>
                <a:gd name="T4" fmla="*/ 50 w 64"/>
                <a:gd name="T5" fmla="*/ 19 h 88"/>
                <a:gd name="T6" fmla="*/ 46 w 64"/>
                <a:gd name="T7" fmla="*/ 21 h 88"/>
                <a:gd name="T8" fmla="*/ 42 w 64"/>
                <a:gd name="T9" fmla="*/ 25 h 88"/>
                <a:gd name="T10" fmla="*/ 37 w 64"/>
                <a:gd name="T11" fmla="*/ 30 h 88"/>
                <a:gd name="T12" fmla="*/ 38 w 64"/>
                <a:gd name="T13" fmla="*/ 45 h 88"/>
                <a:gd name="T14" fmla="*/ 41 w 64"/>
                <a:gd name="T15" fmla="*/ 48 h 88"/>
                <a:gd name="T16" fmla="*/ 52 w 64"/>
                <a:gd name="T17" fmla="*/ 44 h 88"/>
                <a:gd name="T18" fmla="*/ 56 w 64"/>
                <a:gd name="T19" fmla="*/ 42 h 88"/>
                <a:gd name="T20" fmla="*/ 59 w 64"/>
                <a:gd name="T21" fmla="*/ 42 h 88"/>
                <a:gd name="T22" fmla="*/ 61 w 64"/>
                <a:gd name="T23" fmla="*/ 51 h 88"/>
                <a:gd name="T24" fmla="*/ 57 w 64"/>
                <a:gd name="T25" fmla="*/ 54 h 88"/>
                <a:gd name="T26" fmla="*/ 58 w 64"/>
                <a:gd name="T27" fmla="*/ 48 h 88"/>
                <a:gd name="T28" fmla="*/ 53 w 64"/>
                <a:gd name="T29" fmla="*/ 50 h 88"/>
                <a:gd name="T30" fmla="*/ 50 w 64"/>
                <a:gd name="T31" fmla="*/ 52 h 88"/>
                <a:gd name="T32" fmla="*/ 40 w 64"/>
                <a:gd name="T33" fmla="*/ 58 h 88"/>
                <a:gd name="T34" fmla="*/ 41 w 64"/>
                <a:gd name="T35" fmla="*/ 66 h 88"/>
                <a:gd name="T36" fmla="*/ 42 w 64"/>
                <a:gd name="T37" fmla="*/ 73 h 88"/>
                <a:gd name="T38" fmla="*/ 44 w 64"/>
                <a:gd name="T39" fmla="*/ 80 h 88"/>
                <a:gd name="T40" fmla="*/ 42 w 64"/>
                <a:gd name="T41" fmla="*/ 86 h 88"/>
                <a:gd name="T42" fmla="*/ 33 w 64"/>
                <a:gd name="T43" fmla="*/ 87 h 88"/>
                <a:gd name="T44" fmla="*/ 27 w 64"/>
                <a:gd name="T45" fmla="*/ 85 h 88"/>
                <a:gd name="T46" fmla="*/ 32 w 64"/>
                <a:gd name="T47" fmla="*/ 81 h 88"/>
                <a:gd name="T48" fmla="*/ 35 w 64"/>
                <a:gd name="T49" fmla="*/ 79 h 88"/>
                <a:gd name="T50" fmla="*/ 34 w 64"/>
                <a:gd name="T51" fmla="*/ 66 h 88"/>
                <a:gd name="T52" fmla="*/ 31 w 64"/>
                <a:gd name="T53" fmla="*/ 61 h 88"/>
                <a:gd name="T54" fmla="*/ 32 w 64"/>
                <a:gd name="T55" fmla="*/ 62 h 88"/>
                <a:gd name="T56" fmla="*/ 23 w 64"/>
                <a:gd name="T57" fmla="*/ 68 h 88"/>
                <a:gd name="T58" fmla="*/ 17 w 64"/>
                <a:gd name="T59" fmla="*/ 71 h 88"/>
                <a:gd name="T60" fmla="*/ 14 w 64"/>
                <a:gd name="T61" fmla="*/ 73 h 88"/>
                <a:gd name="T62" fmla="*/ 13 w 64"/>
                <a:gd name="T63" fmla="*/ 63 h 88"/>
                <a:gd name="T64" fmla="*/ 18 w 64"/>
                <a:gd name="T65" fmla="*/ 60 h 88"/>
                <a:gd name="T66" fmla="*/ 26 w 64"/>
                <a:gd name="T67" fmla="*/ 56 h 88"/>
                <a:gd name="T68" fmla="*/ 28 w 64"/>
                <a:gd name="T69" fmla="*/ 55 h 88"/>
                <a:gd name="T70" fmla="*/ 32 w 64"/>
                <a:gd name="T71" fmla="*/ 51 h 88"/>
                <a:gd name="T72" fmla="*/ 31 w 64"/>
                <a:gd name="T73" fmla="*/ 46 h 88"/>
                <a:gd name="T74" fmla="*/ 32 w 64"/>
                <a:gd name="T75" fmla="*/ 39 h 88"/>
                <a:gd name="T76" fmla="*/ 32 w 64"/>
                <a:gd name="T77" fmla="*/ 32 h 88"/>
                <a:gd name="T78" fmla="*/ 33 w 64"/>
                <a:gd name="T79" fmla="*/ 28 h 88"/>
                <a:gd name="T80" fmla="*/ 40 w 64"/>
                <a:gd name="T81" fmla="*/ 19 h 88"/>
                <a:gd name="T82" fmla="*/ 50 w 64"/>
                <a:gd name="T83" fmla="*/ 8 h 88"/>
                <a:gd name="T84" fmla="*/ 49 w 64"/>
                <a:gd name="T85" fmla="*/ 6 h 88"/>
                <a:gd name="T86" fmla="*/ 44 w 64"/>
                <a:gd name="T87" fmla="*/ 6 h 88"/>
                <a:gd name="T88" fmla="*/ 41 w 64"/>
                <a:gd name="T89" fmla="*/ 9 h 88"/>
                <a:gd name="T90" fmla="*/ 36 w 64"/>
                <a:gd name="T91" fmla="*/ 12 h 88"/>
                <a:gd name="T92" fmla="*/ 29 w 64"/>
                <a:gd name="T93" fmla="*/ 16 h 88"/>
                <a:gd name="T94" fmla="*/ 21 w 64"/>
                <a:gd name="T95" fmla="*/ 22 h 88"/>
                <a:gd name="T96" fmla="*/ 13 w 64"/>
                <a:gd name="T97" fmla="*/ 27 h 88"/>
                <a:gd name="T98" fmla="*/ 9 w 64"/>
                <a:gd name="T99" fmla="*/ 28 h 88"/>
                <a:gd name="T100" fmla="*/ 1 w 64"/>
                <a:gd name="T101" fmla="*/ 26 h 88"/>
                <a:gd name="T102" fmla="*/ 5 w 64"/>
                <a:gd name="T103" fmla="*/ 20 h 88"/>
                <a:gd name="T104" fmla="*/ 12 w 64"/>
                <a:gd name="T105" fmla="*/ 17 h 88"/>
                <a:gd name="T106" fmla="*/ 19 w 64"/>
                <a:gd name="T107" fmla="*/ 14 h 88"/>
                <a:gd name="T108" fmla="*/ 27 w 64"/>
                <a:gd name="T109" fmla="*/ 10 h 88"/>
                <a:gd name="T110" fmla="*/ 34 w 64"/>
                <a:gd name="T111" fmla="*/ 7 h 88"/>
                <a:gd name="T112" fmla="*/ 45 w 64"/>
                <a:gd name="T113" fmla="*/ 3 h 88"/>
                <a:gd name="T114" fmla="*/ 51 w 64"/>
                <a:gd name="T115" fmla="*/ 1 h 88"/>
                <a:gd name="T116" fmla="*/ 53 w 64"/>
                <a:gd name="T1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" h="88">
                  <a:moveTo>
                    <a:pt x="53" y="0"/>
                  </a:moveTo>
                  <a:cubicBezTo>
                    <a:pt x="54" y="0"/>
                    <a:pt x="55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61" y="0"/>
                    <a:pt x="62" y="3"/>
                    <a:pt x="62" y="5"/>
                  </a:cubicBezTo>
                  <a:cubicBezTo>
                    <a:pt x="62" y="6"/>
                    <a:pt x="62" y="6"/>
                    <a:pt x="61" y="7"/>
                  </a:cubicBezTo>
                  <a:cubicBezTo>
                    <a:pt x="61" y="9"/>
                    <a:pt x="59" y="9"/>
                    <a:pt x="58" y="11"/>
                  </a:cubicBezTo>
                  <a:cubicBezTo>
                    <a:pt x="57" y="12"/>
                    <a:pt x="56" y="14"/>
                    <a:pt x="55" y="15"/>
                  </a:cubicBezTo>
                  <a:cubicBezTo>
                    <a:pt x="54" y="16"/>
                    <a:pt x="54" y="16"/>
                    <a:pt x="53" y="17"/>
                  </a:cubicBezTo>
                  <a:cubicBezTo>
                    <a:pt x="52" y="18"/>
                    <a:pt x="51" y="19"/>
                    <a:pt x="50" y="19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0"/>
                    <a:pt x="47" y="21"/>
                  </a:cubicBezTo>
                  <a:cubicBezTo>
                    <a:pt x="47" y="21"/>
                    <a:pt x="47" y="21"/>
                    <a:pt x="46" y="21"/>
                  </a:cubicBezTo>
                  <a:cubicBezTo>
                    <a:pt x="46" y="22"/>
                    <a:pt x="45" y="22"/>
                    <a:pt x="44" y="23"/>
                  </a:cubicBezTo>
                  <a:cubicBezTo>
                    <a:pt x="44" y="23"/>
                    <a:pt x="43" y="23"/>
                    <a:pt x="43" y="24"/>
                  </a:cubicBezTo>
                  <a:cubicBezTo>
                    <a:pt x="43" y="24"/>
                    <a:pt x="42" y="24"/>
                    <a:pt x="42" y="25"/>
                  </a:cubicBezTo>
                  <a:cubicBezTo>
                    <a:pt x="41" y="25"/>
                    <a:pt x="41" y="26"/>
                    <a:pt x="40" y="26"/>
                  </a:cubicBezTo>
                  <a:cubicBezTo>
                    <a:pt x="40" y="27"/>
                    <a:pt x="38" y="27"/>
                    <a:pt x="38" y="28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7" y="31"/>
                    <a:pt x="37" y="32"/>
                    <a:pt x="37" y="32"/>
                  </a:cubicBezTo>
                  <a:cubicBezTo>
                    <a:pt x="37" y="33"/>
                    <a:pt x="37" y="35"/>
                    <a:pt x="37" y="36"/>
                  </a:cubicBezTo>
                  <a:cubicBezTo>
                    <a:pt x="37" y="39"/>
                    <a:pt x="37" y="42"/>
                    <a:pt x="38" y="45"/>
                  </a:cubicBezTo>
                  <a:cubicBezTo>
                    <a:pt x="38" y="46"/>
                    <a:pt x="37" y="47"/>
                    <a:pt x="38" y="48"/>
                  </a:cubicBezTo>
                  <a:cubicBezTo>
                    <a:pt x="38" y="49"/>
                    <a:pt x="39" y="49"/>
                    <a:pt x="39" y="49"/>
                  </a:cubicBezTo>
                  <a:cubicBezTo>
                    <a:pt x="40" y="49"/>
                    <a:pt x="40" y="48"/>
                    <a:pt x="41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7"/>
                    <a:pt x="46" y="46"/>
                    <a:pt x="48" y="45"/>
                  </a:cubicBezTo>
                  <a:cubicBezTo>
                    <a:pt x="49" y="45"/>
                    <a:pt x="50" y="44"/>
                    <a:pt x="52" y="44"/>
                  </a:cubicBezTo>
                  <a:cubicBezTo>
                    <a:pt x="52" y="43"/>
                    <a:pt x="54" y="43"/>
                    <a:pt x="54" y="43"/>
                  </a:cubicBezTo>
                  <a:cubicBezTo>
                    <a:pt x="55" y="43"/>
                    <a:pt x="55" y="43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7" y="42"/>
                    <a:pt x="57" y="42"/>
                  </a:cubicBezTo>
                  <a:cubicBezTo>
                    <a:pt x="57" y="42"/>
                    <a:pt x="57" y="42"/>
                    <a:pt x="58" y="42"/>
                  </a:cubicBezTo>
                  <a:cubicBezTo>
                    <a:pt x="58" y="42"/>
                    <a:pt x="59" y="42"/>
                    <a:pt x="59" y="42"/>
                  </a:cubicBezTo>
                  <a:cubicBezTo>
                    <a:pt x="62" y="40"/>
                    <a:pt x="64" y="45"/>
                    <a:pt x="64" y="47"/>
                  </a:cubicBezTo>
                  <a:cubicBezTo>
                    <a:pt x="63" y="48"/>
                    <a:pt x="63" y="48"/>
                    <a:pt x="62" y="49"/>
                  </a:cubicBezTo>
                  <a:cubicBezTo>
                    <a:pt x="62" y="50"/>
                    <a:pt x="62" y="50"/>
                    <a:pt x="61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4"/>
                    <a:pt x="57" y="55"/>
                    <a:pt x="57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53"/>
                    <a:pt x="56" y="53"/>
                    <a:pt x="56" y="52"/>
                  </a:cubicBezTo>
                  <a:cubicBezTo>
                    <a:pt x="57" y="51"/>
                    <a:pt x="61" y="49"/>
                    <a:pt x="58" y="48"/>
                  </a:cubicBezTo>
                  <a:cubicBezTo>
                    <a:pt x="58" y="47"/>
                    <a:pt x="57" y="48"/>
                    <a:pt x="57" y="48"/>
                  </a:cubicBezTo>
                  <a:cubicBezTo>
                    <a:pt x="56" y="48"/>
                    <a:pt x="56" y="49"/>
                    <a:pt x="55" y="49"/>
                  </a:cubicBezTo>
                  <a:cubicBezTo>
                    <a:pt x="55" y="49"/>
                    <a:pt x="54" y="50"/>
                    <a:pt x="53" y="50"/>
                  </a:cubicBezTo>
                  <a:cubicBezTo>
                    <a:pt x="53" y="50"/>
                    <a:pt x="52" y="50"/>
                    <a:pt x="52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9" y="52"/>
                    <a:pt x="48" y="53"/>
                    <a:pt x="48" y="53"/>
                  </a:cubicBezTo>
                  <a:cubicBezTo>
                    <a:pt x="47" y="53"/>
                    <a:pt x="47" y="54"/>
                    <a:pt x="47" y="54"/>
                  </a:cubicBezTo>
                  <a:cubicBezTo>
                    <a:pt x="45" y="55"/>
                    <a:pt x="41" y="56"/>
                    <a:pt x="40" y="58"/>
                  </a:cubicBezTo>
                  <a:cubicBezTo>
                    <a:pt x="40" y="59"/>
                    <a:pt x="40" y="59"/>
                    <a:pt x="40" y="60"/>
                  </a:cubicBezTo>
                  <a:cubicBezTo>
                    <a:pt x="40" y="61"/>
                    <a:pt x="40" y="62"/>
                    <a:pt x="40" y="63"/>
                  </a:cubicBezTo>
                  <a:cubicBezTo>
                    <a:pt x="41" y="64"/>
                    <a:pt x="41" y="65"/>
                    <a:pt x="41" y="66"/>
                  </a:cubicBezTo>
                  <a:cubicBezTo>
                    <a:pt x="42" y="67"/>
                    <a:pt x="42" y="68"/>
                    <a:pt x="42" y="69"/>
                  </a:cubicBezTo>
                  <a:cubicBezTo>
                    <a:pt x="42" y="69"/>
                    <a:pt x="42" y="70"/>
                    <a:pt x="42" y="71"/>
                  </a:cubicBezTo>
                  <a:cubicBezTo>
                    <a:pt x="42" y="72"/>
                    <a:pt x="42" y="72"/>
                    <a:pt x="42" y="73"/>
                  </a:cubicBezTo>
                  <a:cubicBezTo>
                    <a:pt x="43" y="74"/>
                    <a:pt x="43" y="76"/>
                    <a:pt x="43" y="77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44" y="78"/>
                    <a:pt x="44" y="79"/>
                    <a:pt x="44" y="80"/>
                  </a:cubicBezTo>
                  <a:cubicBezTo>
                    <a:pt x="44" y="81"/>
                    <a:pt x="43" y="82"/>
                    <a:pt x="43" y="82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43" y="84"/>
                    <a:pt x="43" y="85"/>
                    <a:pt x="42" y="86"/>
                  </a:cubicBezTo>
                  <a:cubicBezTo>
                    <a:pt x="41" y="86"/>
                    <a:pt x="40" y="87"/>
                    <a:pt x="39" y="87"/>
                  </a:cubicBezTo>
                  <a:cubicBezTo>
                    <a:pt x="38" y="87"/>
                    <a:pt x="38" y="87"/>
                    <a:pt x="37" y="87"/>
                  </a:cubicBezTo>
                  <a:cubicBezTo>
                    <a:pt x="36" y="87"/>
                    <a:pt x="34" y="88"/>
                    <a:pt x="33" y="87"/>
                  </a:cubicBezTo>
                  <a:cubicBezTo>
                    <a:pt x="32" y="87"/>
                    <a:pt x="31" y="86"/>
                    <a:pt x="30" y="86"/>
                  </a:cubicBezTo>
                  <a:cubicBezTo>
                    <a:pt x="29" y="86"/>
                    <a:pt x="29" y="86"/>
                    <a:pt x="28" y="86"/>
                  </a:cubicBezTo>
                  <a:cubicBezTo>
                    <a:pt x="28" y="86"/>
                    <a:pt x="27" y="86"/>
                    <a:pt x="27" y="85"/>
                  </a:cubicBezTo>
                  <a:cubicBezTo>
                    <a:pt x="27" y="85"/>
                    <a:pt x="26" y="85"/>
                    <a:pt x="26" y="85"/>
                  </a:cubicBezTo>
                  <a:cubicBezTo>
                    <a:pt x="26" y="85"/>
                    <a:pt x="26" y="84"/>
                    <a:pt x="26" y="84"/>
                  </a:cubicBezTo>
                  <a:cubicBezTo>
                    <a:pt x="27" y="83"/>
                    <a:pt x="31" y="81"/>
                    <a:pt x="32" y="81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3" y="80"/>
                    <a:pt x="34" y="80"/>
                  </a:cubicBezTo>
                  <a:cubicBezTo>
                    <a:pt x="34" y="80"/>
                    <a:pt x="34" y="79"/>
                    <a:pt x="35" y="79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77"/>
                    <a:pt x="35" y="76"/>
                    <a:pt x="35" y="76"/>
                  </a:cubicBezTo>
                  <a:cubicBezTo>
                    <a:pt x="35" y="73"/>
                    <a:pt x="34" y="69"/>
                    <a:pt x="34" y="66"/>
                  </a:cubicBezTo>
                  <a:cubicBezTo>
                    <a:pt x="34" y="65"/>
                    <a:pt x="34" y="65"/>
                    <a:pt x="33" y="64"/>
                  </a:cubicBezTo>
                  <a:cubicBezTo>
                    <a:pt x="33" y="64"/>
                    <a:pt x="33" y="63"/>
                    <a:pt x="32" y="63"/>
                  </a:cubicBezTo>
                  <a:cubicBezTo>
                    <a:pt x="32" y="62"/>
                    <a:pt x="32" y="61"/>
                    <a:pt x="3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1" y="61"/>
                    <a:pt x="31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0" y="64"/>
                    <a:pt x="29" y="65"/>
                    <a:pt x="27" y="66"/>
                  </a:cubicBezTo>
                  <a:cubicBezTo>
                    <a:pt x="26" y="66"/>
                    <a:pt x="26" y="67"/>
                    <a:pt x="26" y="67"/>
                  </a:cubicBezTo>
                  <a:cubicBezTo>
                    <a:pt x="25" y="68"/>
                    <a:pt x="24" y="68"/>
                    <a:pt x="23" y="68"/>
                  </a:cubicBezTo>
                  <a:cubicBezTo>
                    <a:pt x="23" y="68"/>
                    <a:pt x="22" y="69"/>
                    <a:pt x="22" y="69"/>
                  </a:cubicBezTo>
                  <a:cubicBezTo>
                    <a:pt x="21" y="70"/>
                    <a:pt x="20" y="70"/>
                    <a:pt x="19" y="70"/>
                  </a:cubicBezTo>
                  <a:cubicBezTo>
                    <a:pt x="19" y="71"/>
                    <a:pt x="18" y="71"/>
                    <a:pt x="17" y="71"/>
                  </a:cubicBezTo>
                  <a:cubicBezTo>
                    <a:pt x="17" y="71"/>
                    <a:pt x="17" y="71"/>
                    <a:pt x="16" y="72"/>
                  </a:cubicBezTo>
                  <a:cubicBezTo>
                    <a:pt x="15" y="72"/>
                    <a:pt x="15" y="72"/>
                    <a:pt x="14" y="72"/>
                  </a:cubicBezTo>
                  <a:cubicBezTo>
                    <a:pt x="14" y="72"/>
                    <a:pt x="14" y="72"/>
                    <a:pt x="14" y="73"/>
                  </a:cubicBezTo>
                  <a:cubicBezTo>
                    <a:pt x="13" y="72"/>
                    <a:pt x="13" y="71"/>
                    <a:pt x="12" y="71"/>
                  </a:cubicBezTo>
                  <a:cubicBezTo>
                    <a:pt x="11" y="70"/>
                    <a:pt x="9" y="72"/>
                    <a:pt x="8" y="70"/>
                  </a:cubicBezTo>
                  <a:cubicBezTo>
                    <a:pt x="6" y="68"/>
                    <a:pt x="11" y="64"/>
                    <a:pt x="13" y="63"/>
                  </a:cubicBezTo>
                  <a:cubicBezTo>
                    <a:pt x="13" y="63"/>
                    <a:pt x="13" y="63"/>
                    <a:pt x="14" y="63"/>
                  </a:cubicBezTo>
                  <a:cubicBezTo>
                    <a:pt x="15" y="62"/>
                    <a:pt x="16" y="61"/>
                    <a:pt x="17" y="61"/>
                  </a:cubicBezTo>
                  <a:cubicBezTo>
                    <a:pt x="17" y="61"/>
                    <a:pt x="18" y="60"/>
                    <a:pt x="18" y="60"/>
                  </a:cubicBezTo>
                  <a:cubicBezTo>
                    <a:pt x="19" y="59"/>
                    <a:pt x="20" y="59"/>
                    <a:pt x="21" y="59"/>
                  </a:cubicBezTo>
                  <a:cubicBezTo>
                    <a:pt x="21" y="58"/>
                    <a:pt x="22" y="58"/>
                    <a:pt x="23" y="57"/>
                  </a:cubicBezTo>
                  <a:cubicBezTo>
                    <a:pt x="24" y="57"/>
                    <a:pt x="25" y="56"/>
                    <a:pt x="26" y="56"/>
                  </a:cubicBezTo>
                  <a:cubicBezTo>
                    <a:pt x="26" y="56"/>
                    <a:pt x="27" y="56"/>
                    <a:pt x="28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55"/>
                    <a:pt x="30" y="54"/>
                    <a:pt x="31" y="54"/>
                  </a:cubicBezTo>
                  <a:cubicBezTo>
                    <a:pt x="31" y="53"/>
                    <a:pt x="31" y="52"/>
                    <a:pt x="32" y="51"/>
                  </a:cubicBezTo>
                  <a:cubicBezTo>
                    <a:pt x="31" y="50"/>
                    <a:pt x="31" y="50"/>
                    <a:pt x="31" y="49"/>
                  </a:cubicBezTo>
                  <a:cubicBezTo>
                    <a:pt x="31" y="49"/>
                    <a:pt x="32" y="48"/>
                    <a:pt x="32" y="48"/>
                  </a:cubicBezTo>
                  <a:cubicBezTo>
                    <a:pt x="32" y="47"/>
                    <a:pt x="31" y="46"/>
                    <a:pt x="31" y="46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2"/>
                    <a:pt x="31" y="41"/>
                    <a:pt x="32" y="41"/>
                  </a:cubicBezTo>
                  <a:cubicBezTo>
                    <a:pt x="32" y="40"/>
                    <a:pt x="32" y="40"/>
                    <a:pt x="32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2" y="36"/>
                    <a:pt x="32" y="35"/>
                    <a:pt x="32" y="33"/>
                  </a:cubicBezTo>
                  <a:cubicBezTo>
                    <a:pt x="32" y="33"/>
                    <a:pt x="32" y="32"/>
                    <a:pt x="32" y="32"/>
                  </a:cubicBezTo>
                  <a:cubicBezTo>
                    <a:pt x="32" y="32"/>
                    <a:pt x="32" y="31"/>
                    <a:pt x="33" y="31"/>
                  </a:cubicBezTo>
                  <a:cubicBezTo>
                    <a:pt x="33" y="30"/>
                    <a:pt x="33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6"/>
                    <a:pt x="35" y="25"/>
                  </a:cubicBezTo>
                  <a:cubicBezTo>
                    <a:pt x="35" y="23"/>
                    <a:pt x="37" y="22"/>
                    <a:pt x="38" y="21"/>
                  </a:cubicBezTo>
                  <a:cubicBezTo>
                    <a:pt x="39" y="20"/>
                    <a:pt x="39" y="20"/>
                    <a:pt x="40" y="19"/>
                  </a:cubicBezTo>
                  <a:cubicBezTo>
                    <a:pt x="41" y="18"/>
                    <a:pt x="42" y="16"/>
                    <a:pt x="43" y="15"/>
                  </a:cubicBezTo>
                  <a:cubicBezTo>
                    <a:pt x="44" y="14"/>
                    <a:pt x="44" y="13"/>
                    <a:pt x="45" y="13"/>
                  </a:cubicBezTo>
                  <a:cubicBezTo>
                    <a:pt x="47" y="11"/>
                    <a:pt x="49" y="10"/>
                    <a:pt x="50" y="8"/>
                  </a:cubicBezTo>
                  <a:cubicBezTo>
                    <a:pt x="50" y="8"/>
                    <a:pt x="51" y="5"/>
                    <a:pt x="51" y="5"/>
                  </a:cubicBezTo>
                  <a:cubicBezTo>
                    <a:pt x="51" y="3"/>
                    <a:pt x="48" y="4"/>
                    <a:pt x="48" y="4"/>
                  </a:cubicBezTo>
                  <a:cubicBezTo>
                    <a:pt x="48" y="5"/>
                    <a:pt x="49" y="5"/>
                    <a:pt x="49" y="6"/>
                  </a:cubicBezTo>
                  <a:cubicBezTo>
                    <a:pt x="50" y="6"/>
                    <a:pt x="50" y="6"/>
                    <a:pt x="49" y="7"/>
                  </a:cubicBezTo>
                  <a:cubicBezTo>
                    <a:pt x="48" y="7"/>
                    <a:pt x="45" y="6"/>
                    <a:pt x="45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10"/>
                    <a:pt x="39" y="11"/>
                    <a:pt x="38" y="11"/>
                  </a:cubicBezTo>
                  <a:cubicBezTo>
                    <a:pt x="38" y="11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5" y="13"/>
                    <a:pt x="35" y="13"/>
                    <a:pt x="34" y="13"/>
                  </a:cubicBezTo>
                  <a:cubicBezTo>
                    <a:pt x="33" y="13"/>
                    <a:pt x="33" y="14"/>
                    <a:pt x="32" y="15"/>
                  </a:cubicBezTo>
                  <a:cubicBezTo>
                    <a:pt x="31" y="15"/>
                    <a:pt x="30" y="16"/>
                    <a:pt x="29" y="16"/>
                  </a:cubicBezTo>
                  <a:cubicBezTo>
                    <a:pt x="29" y="17"/>
                    <a:pt x="28" y="17"/>
                    <a:pt x="28" y="17"/>
                  </a:cubicBezTo>
                  <a:cubicBezTo>
                    <a:pt x="27" y="18"/>
                    <a:pt x="26" y="18"/>
                    <a:pt x="25" y="19"/>
                  </a:cubicBezTo>
                  <a:cubicBezTo>
                    <a:pt x="23" y="20"/>
                    <a:pt x="23" y="21"/>
                    <a:pt x="21" y="22"/>
                  </a:cubicBezTo>
                  <a:cubicBezTo>
                    <a:pt x="21" y="23"/>
                    <a:pt x="20" y="23"/>
                    <a:pt x="20" y="24"/>
                  </a:cubicBezTo>
                  <a:cubicBezTo>
                    <a:pt x="19" y="25"/>
                    <a:pt x="18" y="25"/>
                    <a:pt x="17" y="26"/>
                  </a:cubicBezTo>
                  <a:cubicBezTo>
                    <a:pt x="16" y="26"/>
                    <a:pt x="15" y="27"/>
                    <a:pt x="13" y="27"/>
                  </a:cubicBezTo>
                  <a:cubicBezTo>
                    <a:pt x="13" y="27"/>
                    <a:pt x="12" y="27"/>
                    <a:pt x="12" y="28"/>
                  </a:cubicBezTo>
                  <a:cubicBezTo>
                    <a:pt x="11" y="28"/>
                    <a:pt x="11" y="28"/>
                    <a:pt x="10" y="28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8" y="28"/>
                    <a:pt x="6" y="28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2" y="27"/>
                    <a:pt x="1" y="26"/>
                    <a:pt x="1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2"/>
                    <a:pt x="1" y="21"/>
                    <a:pt x="3" y="20"/>
                  </a:cubicBezTo>
                  <a:cubicBezTo>
                    <a:pt x="4" y="20"/>
                    <a:pt x="4" y="20"/>
                    <a:pt x="5" y="20"/>
                  </a:cubicBezTo>
                  <a:cubicBezTo>
                    <a:pt x="6" y="20"/>
                    <a:pt x="6" y="19"/>
                    <a:pt x="8" y="19"/>
                  </a:cubicBezTo>
                  <a:cubicBezTo>
                    <a:pt x="8" y="19"/>
                    <a:pt x="8" y="18"/>
                    <a:pt x="8" y="18"/>
                  </a:cubicBezTo>
                  <a:cubicBezTo>
                    <a:pt x="9" y="18"/>
                    <a:pt x="10" y="17"/>
                    <a:pt x="12" y="17"/>
                  </a:cubicBezTo>
                  <a:cubicBezTo>
                    <a:pt x="12" y="17"/>
                    <a:pt x="13" y="16"/>
                    <a:pt x="14" y="16"/>
                  </a:cubicBezTo>
                  <a:cubicBezTo>
                    <a:pt x="15" y="16"/>
                    <a:pt x="15" y="15"/>
                    <a:pt x="16" y="15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1" y="12"/>
                    <a:pt x="22" y="12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1"/>
                    <a:pt x="26" y="10"/>
                    <a:pt x="27" y="10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30" y="9"/>
                    <a:pt x="31" y="8"/>
                    <a:pt x="32" y="8"/>
                  </a:cubicBezTo>
                  <a:cubicBezTo>
                    <a:pt x="33" y="7"/>
                    <a:pt x="33" y="7"/>
                    <a:pt x="34" y="7"/>
                  </a:cubicBezTo>
                  <a:cubicBezTo>
                    <a:pt x="34" y="7"/>
                    <a:pt x="35" y="7"/>
                    <a:pt x="35" y="6"/>
                  </a:cubicBezTo>
                  <a:cubicBezTo>
                    <a:pt x="37" y="6"/>
                    <a:pt x="38" y="5"/>
                    <a:pt x="40" y="4"/>
                  </a:cubicBezTo>
                  <a:cubicBezTo>
                    <a:pt x="41" y="3"/>
                    <a:pt x="43" y="3"/>
                    <a:pt x="45" y="3"/>
                  </a:cubicBezTo>
                  <a:cubicBezTo>
                    <a:pt x="45" y="2"/>
                    <a:pt x="47" y="2"/>
                    <a:pt x="48" y="2"/>
                  </a:cubicBezTo>
                  <a:cubicBezTo>
                    <a:pt x="48" y="2"/>
                    <a:pt x="49" y="2"/>
                    <a:pt x="49" y="1"/>
                  </a:cubicBezTo>
                  <a:cubicBezTo>
                    <a:pt x="50" y="1"/>
                    <a:pt x="51" y="1"/>
                    <a:pt x="51" y="1"/>
                  </a:cubicBezTo>
                  <a:cubicBezTo>
                    <a:pt x="52" y="1"/>
                    <a:pt x="52" y="1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Freeform 15"/>
            <p:cNvSpPr>
              <a:spLocks noEditPoints="1"/>
            </p:cNvSpPr>
            <p:nvPr/>
          </p:nvSpPr>
          <p:spPr bwMode="auto">
            <a:xfrm>
              <a:off x="4862513" y="3144838"/>
              <a:ext cx="236538" cy="306388"/>
            </a:xfrm>
            <a:custGeom>
              <a:avLst/>
              <a:gdLst>
                <a:gd name="T0" fmla="*/ 32 w 87"/>
                <a:gd name="T1" fmla="*/ 24 h 112"/>
                <a:gd name="T2" fmla="*/ 38 w 87"/>
                <a:gd name="T3" fmla="*/ 36 h 112"/>
                <a:gd name="T4" fmla="*/ 46 w 87"/>
                <a:gd name="T5" fmla="*/ 46 h 112"/>
                <a:gd name="T6" fmla="*/ 56 w 87"/>
                <a:gd name="T7" fmla="*/ 56 h 112"/>
                <a:gd name="T8" fmla="*/ 63 w 87"/>
                <a:gd name="T9" fmla="*/ 65 h 112"/>
                <a:gd name="T10" fmla="*/ 69 w 87"/>
                <a:gd name="T11" fmla="*/ 68 h 112"/>
                <a:gd name="T12" fmla="*/ 74 w 87"/>
                <a:gd name="T13" fmla="*/ 56 h 112"/>
                <a:gd name="T14" fmla="*/ 80 w 87"/>
                <a:gd name="T15" fmla="*/ 56 h 112"/>
                <a:gd name="T16" fmla="*/ 73 w 87"/>
                <a:gd name="T17" fmla="*/ 48 h 112"/>
                <a:gd name="T18" fmla="*/ 64 w 87"/>
                <a:gd name="T19" fmla="*/ 41 h 112"/>
                <a:gd name="T20" fmla="*/ 51 w 87"/>
                <a:gd name="T21" fmla="*/ 29 h 112"/>
                <a:gd name="T22" fmla="*/ 41 w 87"/>
                <a:gd name="T23" fmla="*/ 19 h 112"/>
                <a:gd name="T24" fmla="*/ 14 w 87"/>
                <a:gd name="T25" fmla="*/ 49 h 112"/>
                <a:gd name="T26" fmla="*/ 18 w 87"/>
                <a:gd name="T27" fmla="*/ 65 h 112"/>
                <a:gd name="T28" fmla="*/ 29 w 87"/>
                <a:gd name="T29" fmla="*/ 68 h 112"/>
                <a:gd name="T30" fmla="*/ 30 w 87"/>
                <a:gd name="T31" fmla="*/ 62 h 112"/>
                <a:gd name="T32" fmla="*/ 30 w 87"/>
                <a:gd name="T33" fmla="*/ 51 h 112"/>
                <a:gd name="T34" fmla="*/ 28 w 87"/>
                <a:gd name="T35" fmla="*/ 37 h 112"/>
                <a:gd name="T36" fmla="*/ 21 w 87"/>
                <a:gd name="T37" fmla="*/ 40 h 112"/>
                <a:gd name="T38" fmla="*/ 22 w 87"/>
                <a:gd name="T39" fmla="*/ 55 h 112"/>
                <a:gd name="T40" fmla="*/ 16 w 87"/>
                <a:gd name="T41" fmla="*/ 46 h 112"/>
                <a:gd name="T42" fmla="*/ 13 w 87"/>
                <a:gd name="T43" fmla="*/ 42 h 112"/>
                <a:gd name="T44" fmla="*/ 4 w 87"/>
                <a:gd name="T45" fmla="*/ 6 h 112"/>
                <a:gd name="T46" fmla="*/ 13 w 87"/>
                <a:gd name="T47" fmla="*/ 7 h 112"/>
                <a:gd name="T48" fmla="*/ 11 w 87"/>
                <a:gd name="T49" fmla="*/ 23 h 112"/>
                <a:gd name="T50" fmla="*/ 15 w 87"/>
                <a:gd name="T51" fmla="*/ 27 h 112"/>
                <a:gd name="T52" fmla="*/ 24 w 87"/>
                <a:gd name="T53" fmla="*/ 25 h 112"/>
                <a:gd name="T54" fmla="*/ 30 w 87"/>
                <a:gd name="T55" fmla="*/ 18 h 112"/>
                <a:gd name="T56" fmla="*/ 40 w 87"/>
                <a:gd name="T57" fmla="*/ 12 h 112"/>
                <a:gd name="T58" fmla="*/ 51 w 87"/>
                <a:gd name="T59" fmla="*/ 22 h 112"/>
                <a:gd name="T60" fmla="*/ 66 w 87"/>
                <a:gd name="T61" fmla="*/ 33 h 112"/>
                <a:gd name="T62" fmla="*/ 80 w 87"/>
                <a:gd name="T63" fmla="*/ 44 h 112"/>
                <a:gd name="T64" fmla="*/ 87 w 87"/>
                <a:gd name="T65" fmla="*/ 56 h 112"/>
                <a:gd name="T66" fmla="*/ 78 w 87"/>
                <a:gd name="T67" fmla="*/ 70 h 112"/>
                <a:gd name="T68" fmla="*/ 81 w 87"/>
                <a:gd name="T69" fmla="*/ 87 h 112"/>
                <a:gd name="T70" fmla="*/ 71 w 87"/>
                <a:gd name="T71" fmla="*/ 93 h 112"/>
                <a:gd name="T72" fmla="*/ 62 w 87"/>
                <a:gd name="T73" fmla="*/ 77 h 112"/>
                <a:gd name="T74" fmla="*/ 55 w 87"/>
                <a:gd name="T75" fmla="*/ 68 h 112"/>
                <a:gd name="T76" fmla="*/ 44 w 87"/>
                <a:gd name="T77" fmla="*/ 54 h 112"/>
                <a:gd name="T78" fmla="*/ 37 w 87"/>
                <a:gd name="T79" fmla="*/ 46 h 112"/>
                <a:gd name="T80" fmla="*/ 40 w 87"/>
                <a:gd name="T81" fmla="*/ 59 h 112"/>
                <a:gd name="T82" fmla="*/ 48 w 87"/>
                <a:gd name="T83" fmla="*/ 73 h 112"/>
                <a:gd name="T84" fmla="*/ 52 w 87"/>
                <a:gd name="T85" fmla="*/ 85 h 112"/>
                <a:gd name="T86" fmla="*/ 52 w 87"/>
                <a:gd name="T87" fmla="*/ 94 h 112"/>
                <a:gd name="T88" fmla="*/ 62 w 87"/>
                <a:gd name="T89" fmla="*/ 100 h 112"/>
                <a:gd name="T90" fmla="*/ 64 w 87"/>
                <a:gd name="T91" fmla="*/ 109 h 112"/>
                <a:gd name="T92" fmla="*/ 49 w 87"/>
                <a:gd name="T93" fmla="*/ 112 h 112"/>
                <a:gd name="T94" fmla="*/ 38 w 87"/>
                <a:gd name="T95" fmla="*/ 106 h 112"/>
                <a:gd name="T96" fmla="*/ 42 w 87"/>
                <a:gd name="T97" fmla="*/ 95 h 112"/>
                <a:gd name="T98" fmla="*/ 29 w 87"/>
                <a:gd name="T99" fmla="*/ 78 h 112"/>
                <a:gd name="T100" fmla="*/ 13 w 87"/>
                <a:gd name="T101" fmla="*/ 71 h 112"/>
                <a:gd name="T102" fmla="*/ 3 w 87"/>
                <a:gd name="T103" fmla="*/ 76 h 112"/>
                <a:gd name="T104" fmla="*/ 1 w 87"/>
                <a:gd name="T105" fmla="*/ 61 h 112"/>
                <a:gd name="T106" fmla="*/ 0 w 87"/>
                <a:gd name="T107" fmla="*/ 53 h 112"/>
                <a:gd name="T108" fmla="*/ 0 w 87"/>
                <a:gd name="T109" fmla="*/ 43 h 112"/>
                <a:gd name="T110" fmla="*/ 0 w 87"/>
                <a:gd name="T111" fmla="*/ 31 h 112"/>
                <a:gd name="T112" fmla="*/ 2 w 87"/>
                <a:gd name="T113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7" h="112">
                  <a:moveTo>
                    <a:pt x="33" y="15"/>
                  </a:moveTo>
                  <a:cubicBezTo>
                    <a:pt x="33" y="16"/>
                    <a:pt x="33" y="16"/>
                    <a:pt x="33" y="17"/>
                  </a:cubicBezTo>
                  <a:cubicBezTo>
                    <a:pt x="33" y="17"/>
                    <a:pt x="33" y="17"/>
                    <a:pt x="33" y="18"/>
                  </a:cubicBezTo>
                  <a:cubicBezTo>
                    <a:pt x="32" y="18"/>
                    <a:pt x="32" y="19"/>
                    <a:pt x="32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3"/>
                    <a:pt x="32" y="23"/>
                    <a:pt x="32" y="24"/>
                  </a:cubicBezTo>
                  <a:cubicBezTo>
                    <a:pt x="32" y="24"/>
                    <a:pt x="32" y="25"/>
                    <a:pt x="32" y="25"/>
                  </a:cubicBezTo>
                  <a:cubicBezTo>
                    <a:pt x="32" y="26"/>
                    <a:pt x="32" y="27"/>
                    <a:pt x="32" y="27"/>
                  </a:cubicBezTo>
                  <a:cubicBezTo>
                    <a:pt x="32" y="28"/>
                    <a:pt x="33" y="28"/>
                    <a:pt x="33" y="29"/>
                  </a:cubicBezTo>
                  <a:cubicBezTo>
                    <a:pt x="33" y="29"/>
                    <a:pt x="33" y="30"/>
                    <a:pt x="33" y="31"/>
                  </a:cubicBezTo>
                  <a:cubicBezTo>
                    <a:pt x="33" y="32"/>
                    <a:pt x="34" y="33"/>
                    <a:pt x="34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6" y="35"/>
                    <a:pt x="36" y="36"/>
                    <a:pt x="37" y="36"/>
                  </a:cubicBezTo>
                  <a:cubicBezTo>
                    <a:pt x="37" y="36"/>
                    <a:pt x="37" y="36"/>
                    <a:pt x="38" y="36"/>
                  </a:cubicBezTo>
                  <a:cubicBezTo>
                    <a:pt x="38" y="37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9"/>
                    <a:pt x="40" y="40"/>
                    <a:pt x="41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42"/>
                    <a:pt x="43" y="42"/>
                    <a:pt x="43" y="43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4"/>
                    <a:pt x="45" y="44"/>
                    <a:pt x="45" y="45"/>
                  </a:cubicBezTo>
                  <a:cubicBezTo>
                    <a:pt x="46" y="45"/>
                    <a:pt x="46" y="45"/>
                    <a:pt x="46" y="46"/>
                  </a:cubicBezTo>
                  <a:cubicBezTo>
                    <a:pt x="46" y="46"/>
                    <a:pt x="47" y="46"/>
                    <a:pt x="47" y="46"/>
                  </a:cubicBezTo>
                  <a:cubicBezTo>
                    <a:pt x="48" y="47"/>
                    <a:pt x="47" y="48"/>
                    <a:pt x="49" y="48"/>
                  </a:cubicBezTo>
                  <a:cubicBezTo>
                    <a:pt x="49" y="49"/>
                    <a:pt x="50" y="51"/>
                    <a:pt x="51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3"/>
                    <a:pt x="53" y="53"/>
                    <a:pt x="54" y="54"/>
                  </a:cubicBezTo>
                  <a:cubicBezTo>
                    <a:pt x="54" y="54"/>
                    <a:pt x="54" y="55"/>
                    <a:pt x="54" y="55"/>
                  </a:cubicBezTo>
                  <a:cubicBezTo>
                    <a:pt x="55" y="56"/>
                    <a:pt x="55" y="56"/>
                    <a:pt x="56" y="56"/>
                  </a:cubicBezTo>
                  <a:cubicBezTo>
                    <a:pt x="56" y="57"/>
                    <a:pt x="56" y="57"/>
                    <a:pt x="57" y="57"/>
                  </a:cubicBezTo>
                  <a:cubicBezTo>
                    <a:pt x="57" y="58"/>
                    <a:pt x="57" y="58"/>
                    <a:pt x="58" y="58"/>
                  </a:cubicBezTo>
                  <a:cubicBezTo>
                    <a:pt x="58" y="59"/>
                    <a:pt x="58" y="59"/>
                    <a:pt x="59" y="59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0" y="60"/>
                    <a:pt x="60" y="61"/>
                    <a:pt x="60" y="61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1" y="63"/>
                    <a:pt x="62" y="63"/>
                    <a:pt x="62" y="63"/>
                  </a:cubicBezTo>
                  <a:cubicBezTo>
                    <a:pt x="62" y="64"/>
                    <a:pt x="62" y="64"/>
                    <a:pt x="63" y="65"/>
                  </a:cubicBezTo>
                  <a:cubicBezTo>
                    <a:pt x="63" y="65"/>
                    <a:pt x="63" y="65"/>
                    <a:pt x="64" y="66"/>
                  </a:cubicBezTo>
                  <a:cubicBezTo>
                    <a:pt x="64" y="66"/>
                    <a:pt x="64" y="66"/>
                    <a:pt x="65" y="67"/>
                  </a:cubicBezTo>
                  <a:cubicBezTo>
                    <a:pt x="65" y="67"/>
                    <a:pt x="66" y="68"/>
                    <a:pt x="66" y="68"/>
                  </a:cubicBezTo>
                  <a:cubicBezTo>
                    <a:pt x="66" y="69"/>
                    <a:pt x="66" y="70"/>
                    <a:pt x="67" y="70"/>
                  </a:cubicBezTo>
                  <a:cubicBezTo>
                    <a:pt x="67" y="70"/>
                    <a:pt x="67" y="70"/>
                    <a:pt x="67" y="70"/>
                  </a:cubicBezTo>
                  <a:cubicBezTo>
                    <a:pt x="67" y="70"/>
                    <a:pt x="68" y="70"/>
                    <a:pt x="68" y="70"/>
                  </a:cubicBezTo>
                  <a:cubicBezTo>
                    <a:pt x="68" y="70"/>
                    <a:pt x="68" y="70"/>
                    <a:pt x="68" y="69"/>
                  </a:cubicBezTo>
                  <a:cubicBezTo>
                    <a:pt x="68" y="69"/>
                    <a:pt x="69" y="68"/>
                    <a:pt x="69" y="68"/>
                  </a:cubicBezTo>
                  <a:cubicBezTo>
                    <a:pt x="69" y="67"/>
                    <a:pt x="68" y="67"/>
                    <a:pt x="68" y="66"/>
                  </a:cubicBezTo>
                  <a:cubicBezTo>
                    <a:pt x="68" y="66"/>
                    <a:pt x="68" y="66"/>
                    <a:pt x="68" y="65"/>
                  </a:cubicBezTo>
                  <a:cubicBezTo>
                    <a:pt x="68" y="65"/>
                    <a:pt x="68" y="64"/>
                    <a:pt x="68" y="63"/>
                  </a:cubicBezTo>
                  <a:cubicBezTo>
                    <a:pt x="67" y="62"/>
                    <a:pt x="67" y="61"/>
                    <a:pt x="67" y="60"/>
                  </a:cubicBezTo>
                  <a:cubicBezTo>
                    <a:pt x="68" y="60"/>
                    <a:pt x="69" y="59"/>
                    <a:pt x="70" y="58"/>
                  </a:cubicBezTo>
                  <a:cubicBezTo>
                    <a:pt x="70" y="57"/>
                    <a:pt x="71" y="56"/>
                    <a:pt x="72" y="56"/>
                  </a:cubicBezTo>
                  <a:cubicBezTo>
                    <a:pt x="72" y="56"/>
                    <a:pt x="72" y="56"/>
                    <a:pt x="73" y="56"/>
                  </a:cubicBezTo>
                  <a:cubicBezTo>
                    <a:pt x="73" y="56"/>
                    <a:pt x="74" y="55"/>
                    <a:pt x="74" y="56"/>
                  </a:cubicBezTo>
                  <a:cubicBezTo>
                    <a:pt x="75" y="56"/>
                    <a:pt x="75" y="57"/>
                    <a:pt x="75" y="57"/>
                  </a:cubicBezTo>
                  <a:cubicBezTo>
                    <a:pt x="76" y="58"/>
                    <a:pt x="76" y="59"/>
                    <a:pt x="76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7" y="60"/>
                    <a:pt x="78" y="60"/>
                    <a:pt x="78" y="59"/>
                  </a:cubicBezTo>
                  <a:cubicBezTo>
                    <a:pt x="79" y="59"/>
                    <a:pt x="79" y="58"/>
                    <a:pt x="79" y="58"/>
                  </a:cubicBezTo>
                  <a:cubicBezTo>
                    <a:pt x="79" y="58"/>
                    <a:pt x="79" y="57"/>
                    <a:pt x="79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7"/>
                    <a:pt x="80" y="56"/>
                  </a:cubicBezTo>
                  <a:cubicBezTo>
                    <a:pt x="79" y="56"/>
                    <a:pt x="80" y="56"/>
                    <a:pt x="80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79" y="54"/>
                    <a:pt x="79" y="53"/>
                  </a:cubicBezTo>
                  <a:cubicBezTo>
                    <a:pt x="78" y="53"/>
                    <a:pt x="78" y="52"/>
                    <a:pt x="78" y="52"/>
                  </a:cubicBezTo>
                  <a:cubicBezTo>
                    <a:pt x="78" y="52"/>
                    <a:pt x="77" y="51"/>
                    <a:pt x="77" y="51"/>
                  </a:cubicBezTo>
                  <a:cubicBezTo>
                    <a:pt x="77" y="51"/>
                    <a:pt x="76" y="50"/>
                    <a:pt x="76" y="50"/>
                  </a:cubicBezTo>
                  <a:cubicBezTo>
                    <a:pt x="76" y="50"/>
                    <a:pt x="75" y="50"/>
                    <a:pt x="75" y="50"/>
                  </a:cubicBezTo>
                  <a:cubicBezTo>
                    <a:pt x="75" y="49"/>
                    <a:pt x="74" y="49"/>
                    <a:pt x="73" y="48"/>
                  </a:cubicBezTo>
                  <a:cubicBezTo>
                    <a:pt x="73" y="48"/>
                    <a:pt x="73" y="47"/>
                    <a:pt x="72" y="47"/>
                  </a:cubicBezTo>
                  <a:cubicBezTo>
                    <a:pt x="72" y="47"/>
                    <a:pt x="71" y="47"/>
                    <a:pt x="71" y="46"/>
                  </a:cubicBezTo>
                  <a:cubicBezTo>
                    <a:pt x="70" y="46"/>
                    <a:pt x="70" y="45"/>
                    <a:pt x="70" y="45"/>
                  </a:cubicBezTo>
                  <a:cubicBezTo>
                    <a:pt x="70" y="45"/>
                    <a:pt x="70" y="45"/>
                    <a:pt x="70" y="44"/>
                  </a:cubicBezTo>
                  <a:cubicBezTo>
                    <a:pt x="69" y="44"/>
                    <a:pt x="69" y="44"/>
                    <a:pt x="68" y="43"/>
                  </a:cubicBezTo>
                  <a:cubicBezTo>
                    <a:pt x="68" y="43"/>
                    <a:pt x="67" y="43"/>
                    <a:pt x="66" y="43"/>
                  </a:cubicBezTo>
                  <a:cubicBezTo>
                    <a:pt x="66" y="42"/>
                    <a:pt x="65" y="42"/>
                    <a:pt x="65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3" y="40"/>
                    <a:pt x="62" y="39"/>
                    <a:pt x="61" y="38"/>
                  </a:cubicBezTo>
                  <a:cubicBezTo>
                    <a:pt x="61" y="38"/>
                    <a:pt x="60" y="37"/>
                    <a:pt x="60" y="37"/>
                  </a:cubicBezTo>
                  <a:cubicBezTo>
                    <a:pt x="59" y="36"/>
                    <a:pt x="57" y="36"/>
                    <a:pt x="57" y="35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3"/>
                    <a:pt x="55" y="33"/>
                    <a:pt x="54" y="32"/>
                  </a:cubicBezTo>
                  <a:cubicBezTo>
                    <a:pt x="54" y="32"/>
                    <a:pt x="53" y="32"/>
                    <a:pt x="53" y="32"/>
                  </a:cubicBezTo>
                  <a:cubicBezTo>
                    <a:pt x="53" y="31"/>
                    <a:pt x="53" y="31"/>
                    <a:pt x="52" y="31"/>
                  </a:cubicBezTo>
                  <a:cubicBezTo>
                    <a:pt x="52" y="30"/>
                    <a:pt x="51" y="30"/>
                    <a:pt x="51" y="29"/>
                  </a:cubicBezTo>
                  <a:cubicBezTo>
                    <a:pt x="50" y="29"/>
                    <a:pt x="49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3"/>
                    <a:pt x="43" y="22"/>
                    <a:pt x="42" y="21"/>
                  </a:cubicBezTo>
                  <a:cubicBezTo>
                    <a:pt x="42" y="21"/>
                    <a:pt x="42" y="21"/>
                    <a:pt x="42" y="20"/>
                  </a:cubicBezTo>
                  <a:cubicBezTo>
                    <a:pt x="41" y="20"/>
                    <a:pt x="41" y="20"/>
                    <a:pt x="41" y="19"/>
                  </a:cubicBezTo>
                  <a:cubicBezTo>
                    <a:pt x="41" y="19"/>
                    <a:pt x="41" y="19"/>
                    <a:pt x="40" y="19"/>
                  </a:cubicBezTo>
                  <a:cubicBezTo>
                    <a:pt x="40" y="19"/>
                    <a:pt x="37" y="16"/>
                    <a:pt x="36" y="15"/>
                  </a:cubicBezTo>
                  <a:cubicBezTo>
                    <a:pt x="36" y="15"/>
                    <a:pt x="35" y="15"/>
                    <a:pt x="34" y="15"/>
                  </a:cubicBezTo>
                  <a:cubicBezTo>
                    <a:pt x="34" y="15"/>
                    <a:pt x="33" y="15"/>
                    <a:pt x="33" y="15"/>
                  </a:cubicBezTo>
                  <a:close/>
                  <a:moveTo>
                    <a:pt x="13" y="45"/>
                  </a:moveTo>
                  <a:cubicBezTo>
                    <a:pt x="13" y="46"/>
                    <a:pt x="13" y="46"/>
                    <a:pt x="13" y="47"/>
                  </a:cubicBezTo>
                  <a:cubicBezTo>
                    <a:pt x="13" y="47"/>
                    <a:pt x="13" y="47"/>
                    <a:pt x="13" y="48"/>
                  </a:cubicBezTo>
                  <a:cubicBezTo>
                    <a:pt x="14" y="48"/>
                    <a:pt x="14" y="49"/>
                    <a:pt x="14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2"/>
                    <a:pt x="14" y="52"/>
                  </a:cubicBezTo>
                  <a:cubicBezTo>
                    <a:pt x="14" y="54"/>
                    <a:pt x="14" y="55"/>
                    <a:pt x="13" y="57"/>
                  </a:cubicBezTo>
                  <a:cubicBezTo>
                    <a:pt x="13" y="58"/>
                    <a:pt x="14" y="58"/>
                    <a:pt x="14" y="59"/>
                  </a:cubicBezTo>
                  <a:cubicBezTo>
                    <a:pt x="13" y="60"/>
                    <a:pt x="13" y="61"/>
                    <a:pt x="14" y="62"/>
                  </a:cubicBezTo>
                  <a:cubicBezTo>
                    <a:pt x="14" y="63"/>
                    <a:pt x="16" y="63"/>
                    <a:pt x="16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4"/>
                    <a:pt x="18" y="65"/>
                    <a:pt x="18" y="65"/>
                  </a:cubicBezTo>
                  <a:cubicBezTo>
                    <a:pt x="19" y="65"/>
                    <a:pt x="21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6"/>
                    <a:pt x="23" y="66"/>
                    <a:pt x="23" y="66"/>
                  </a:cubicBezTo>
                  <a:cubicBezTo>
                    <a:pt x="23" y="66"/>
                    <a:pt x="24" y="66"/>
                    <a:pt x="24" y="66"/>
                  </a:cubicBezTo>
                  <a:cubicBezTo>
                    <a:pt x="24" y="66"/>
                    <a:pt x="25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8" y="67"/>
                  </a:cubicBezTo>
                  <a:cubicBezTo>
                    <a:pt x="28" y="67"/>
                    <a:pt x="29" y="67"/>
                    <a:pt x="29" y="68"/>
                  </a:cubicBezTo>
                  <a:cubicBezTo>
                    <a:pt x="29" y="68"/>
                    <a:pt x="30" y="68"/>
                    <a:pt x="30" y="68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6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4"/>
                    <a:pt x="30" y="64"/>
                    <a:pt x="30" y="63"/>
                  </a:cubicBezTo>
                  <a:cubicBezTo>
                    <a:pt x="30" y="63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1"/>
                    <a:pt x="29" y="60"/>
                    <a:pt x="29" y="59"/>
                  </a:cubicBezTo>
                  <a:cubicBezTo>
                    <a:pt x="29" y="58"/>
                    <a:pt x="29" y="58"/>
                    <a:pt x="29" y="57"/>
                  </a:cubicBezTo>
                  <a:cubicBezTo>
                    <a:pt x="29" y="57"/>
                    <a:pt x="29" y="56"/>
                    <a:pt x="29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6"/>
                    <a:pt x="30" y="56"/>
                    <a:pt x="30" y="56"/>
                  </a:cubicBezTo>
                  <a:cubicBezTo>
                    <a:pt x="29" y="56"/>
                    <a:pt x="29" y="55"/>
                    <a:pt x="30" y="55"/>
                  </a:cubicBezTo>
                  <a:cubicBezTo>
                    <a:pt x="29" y="53"/>
                    <a:pt x="29" y="52"/>
                    <a:pt x="30" y="51"/>
                  </a:cubicBezTo>
                  <a:cubicBezTo>
                    <a:pt x="30" y="51"/>
                    <a:pt x="30" y="51"/>
                    <a:pt x="29" y="51"/>
                  </a:cubicBezTo>
                  <a:cubicBezTo>
                    <a:pt x="29" y="50"/>
                    <a:pt x="29" y="48"/>
                    <a:pt x="29" y="47"/>
                  </a:cubicBezTo>
                  <a:cubicBezTo>
                    <a:pt x="29" y="47"/>
                    <a:pt x="29" y="46"/>
                    <a:pt x="29" y="46"/>
                  </a:cubicBezTo>
                  <a:cubicBezTo>
                    <a:pt x="29" y="45"/>
                    <a:pt x="30" y="42"/>
                    <a:pt x="29" y="42"/>
                  </a:cubicBezTo>
                  <a:cubicBezTo>
                    <a:pt x="29" y="41"/>
                    <a:pt x="29" y="40"/>
                    <a:pt x="30" y="39"/>
                  </a:cubicBezTo>
                  <a:cubicBezTo>
                    <a:pt x="29" y="39"/>
                    <a:pt x="29" y="3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6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3"/>
                    <a:pt x="23" y="33"/>
                    <a:pt x="23" y="33"/>
                  </a:cubicBezTo>
                  <a:cubicBezTo>
                    <a:pt x="22" y="33"/>
                    <a:pt x="21" y="32"/>
                    <a:pt x="21" y="33"/>
                  </a:cubicBezTo>
                  <a:cubicBezTo>
                    <a:pt x="21" y="33"/>
                    <a:pt x="21" y="34"/>
                    <a:pt x="21" y="34"/>
                  </a:cubicBezTo>
                  <a:cubicBezTo>
                    <a:pt x="20" y="36"/>
                    <a:pt x="21" y="36"/>
                    <a:pt x="21" y="37"/>
                  </a:cubicBezTo>
                  <a:cubicBezTo>
                    <a:pt x="21" y="38"/>
                    <a:pt x="20" y="38"/>
                    <a:pt x="20" y="39"/>
                  </a:cubicBezTo>
                  <a:cubicBezTo>
                    <a:pt x="20" y="40"/>
                    <a:pt x="21" y="40"/>
                    <a:pt x="21" y="40"/>
                  </a:cubicBezTo>
                  <a:cubicBezTo>
                    <a:pt x="21" y="41"/>
                    <a:pt x="21" y="42"/>
                    <a:pt x="21" y="42"/>
                  </a:cubicBezTo>
                  <a:cubicBezTo>
                    <a:pt x="21" y="44"/>
                    <a:pt x="21" y="45"/>
                    <a:pt x="21" y="46"/>
                  </a:cubicBezTo>
                  <a:cubicBezTo>
                    <a:pt x="21" y="47"/>
                    <a:pt x="21" y="47"/>
                    <a:pt x="22" y="48"/>
                  </a:cubicBezTo>
                  <a:cubicBezTo>
                    <a:pt x="22" y="48"/>
                    <a:pt x="22" y="49"/>
                    <a:pt x="22" y="49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2" y="51"/>
                    <a:pt x="22" y="52"/>
                    <a:pt x="22" y="52"/>
                  </a:cubicBezTo>
                  <a:cubicBezTo>
                    <a:pt x="22" y="53"/>
                    <a:pt x="22" y="53"/>
                    <a:pt x="22" y="54"/>
                  </a:cubicBezTo>
                  <a:cubicBezTo>
                    <a:pt x="22" y="54"/>
                    <a:pt x="22" y="55"/>
                    <a:pt x="22" y="55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21" y="56"/>
                    <a:pt x="21" y="56"/>
                    <a:pt x="20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3"/>
                    <a:pt x="18" y="52"/>
                    <a:pt x="18" y="52"/>
                  </a:cubicBezTo>
                  <a:cubicBezTo>
                    <a:pt x="18" y="52"/>
                    <a:pt x="17" y="50"/>
                    <a:pt x="17" y="50"/>
                  </a:cubicBezTo>
                  <a:cubicBezTo>
                    <a:pt x="17" y="50"/>
                    <a:pt x="16" y="49"/>
                    <a:pt x="16" y="49"/>
                  </a:cubicBezTo>
                  <a:cubicBezTo>
                    <a:pt x="16" y="48"/>
                    <a:pt x="16" y="47"/>
                    <a:pt x="16" y="46"/>
                  </a:cubicBezTo>
                  <a:cubicBezTo>
                    <a:pt x="15" y="46"/>
                    <a:pt x="15" y="46"/>
                    <a:pt x="15" y="45"/>
                  </a:cubicBezTo>
                  <a:cubicBezTo>
                    <a:pt x="15" y="44"/>
                    <a:pt x="15" y="44"/>
                    <a:pt x="14" y="43"/>
                  </a:cubicBezTo>
                  <a:cubicBezTo>
                    <a:pt x="14" y="43"/>
                    <a:pt x="14" y="43"/>
                    <a:pt x="14" y="44"/>
                  </a:cubicBezTo>
                  <a:cubicBezTo>
                    <a:pt x="14" y="44"/>
                    <a:pt x="14" y="44"/>
                    <a:pt x="14" y="43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39"/>
                  </a:moveTo>
                  <a:cubicBezTo>
                    <a:pt x="13" y="40"/>
                    <a:pt x="13" y="40"/>
                    <a:pt x="13" y="40"/>
                  </a:cubicBezTo>
                  <a:cubicBezTo>
                    <a:pt x="13" y="40"/>
                    <a:pt x="13" y="42"/>
                    <a:pt x="13" y="42"/>
                  </a:cubicBezTo>
                  <a:cubicBezTo>
                    <a:pt x="13" y="42"/>
                    <a:pt x="14" y="43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0"/>
                    <a:pt x="13" y="39"/>
                  </a:cubicBezTo>
                  <a:cubicBezTo>
                    <a:pt x="13" y="39"/>
                    <a:pt x="13" y="39"/>
                    <a:pt x="12" y="39"/>
                  </a:cubicBezTo>
                  <a:close/>
                  <a:moveTo>
                    <a:pt x="4" y="6"/>
                  </a:moveTo>
                  <a:cubicBezTo>
                    <a:pt x="4" y="5"/>
                    <a:pt x="4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1"/>
                    <a:pt x="8" y="1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2" y="0"/>
                    <a:pt x="13" y="1"/>
                    <a:pt x="14" y="1"/>
                  </a:cubicBezTo>
                  <a:cubicBezTo>
                    <a:pt x="14" y="2"/>
                    <a:pt x="14" y="2"/>
                    <a:pt x="14" y="3"/>
                  </a:cubicBezTo>
                  <a:cubicBezTo>
                    <a:pt x="14" y="3"/>
                    <a:pt x="14" y="6"/>
                    <a:pt x="13" y="7"/>
                  </a:cubicBezTo>
                  <a:cubicBezTo>
                    <a:pt x="13" y="7"/>
                    <a:pt x="13" y="7"/>
                    <a:pt x="12" y="8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10"/>
                    <a:pt x="12" y="11"/>
                    <a:pt x="12" y="11"/>
                  </a:cubicBezTo>
                  <a:cubicBezTo>
                    <a:pt x="11" y="12"/>
                    <a:pt x="11" y="14"/>
                    <a:pt x="11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1" y="17"/>
                    <a:pt x="11" y="18"/>
                    <a:pt x="11" y="19"/>
                  </a:cubicBezTo>
                  <a:cubicBezTo>
                    <a:pt x="11" y="20"/>
                    <a:pt x="11" y="21"/>
                    <a:pt x="11" y="22"/>
                  </a:cubicBezTo>
                  <a:cubicBezTo>
                    <a:pt x="11" y="22"/>
                    <a:pt x="11" y="23"/>
                    <a:pt x="11" y="23"/>
                  </a:cubicBezTo>
                  <a:cubicBezTo>
                    <a:pt x="11" y="24"/>
                    <a:pt x="11" y="25"/>
                    <a:pt x="11" y="25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1" y="27"/>
                    <a:pt x="11" y="28"/>
                    <a:pt x="11" y="28"/>
                  </a:cubicBezTo>
                  <a:cubicBezTo>
                    <a:pt x="11" y="30"/>
                    <a:pt x="11" y="32"/>
                    <a:pt x="11" y="33"/>
                  </a:cubicBezTo>
                  <a:cubicBezTo>
                    <a:pt x="11" y="34"/>
                    <a:pt x="12" y="34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4"/>
                    <a:pt x="12" y="32"/>
                    <a:pt x="13" y="30"/>
                  </a:cubicBezTo>
                  <a:cubicBezTo>
                    <a:pt x="13" y="29"/>
                    <a:pt x="15" y="27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5"/>
                    <a:pt x="17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3" y="24"/>
                  </a:cubicBezTo>
                  <a:cubicBezTo>
                    <a:pt x="23" y="24"/>
                    <a:pt x="24" y="25"/>
                    <a:pt x="24" y="25"/>
                  </a:cubicBezTo>
                  <a:cubicBezTo>
                    <a:pt x="25" y="26"/>
                    <a:pt x="26" y="26"/>
                    <a:pt x="26" y="26"/>
                  </a:cubicBezTo>
                  <a:cubicBezTo>
                    <a:pt x="27" y="26"/>
                    <a:pt x="27" y="27"/>
                    <a:pt x="27" y="27"/>
                  </a:cubicBezTo>
                  <a:cubicBezTo>
                    <a:pt x="27" y="27"/>
                    <a:pt x="29" y="28"/>
                    <a:pt x="29" y="28"/>
                  </a:cubicBezTo>
                  <a:cubicBezTo>
                    <a:pt x="29" y="28"/>
                    <a:pt x="30" y="28"/>
                    <a:pt x="30" y="27"/>
                  </a:cubicBezTo>
                  <a:cubicBezTo>
                    <a:pt x="30" y="26"/>
                    <a:pt x="29" y="25"/>
                    <a:pt x="30" y="24"/>
                  </a:cubicBezTo>
                  <a:cubicBezTo>
                    <a:pt x="30" y="24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8"/>
                    <a:pt x="30" y="18"/>
                  </a:cubicBezTo>
                  <a:cubicBezTo>
                    <a:pt x="30" y="17"/>
                    <a:pt x="30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1" y="14"/>
                    <a:pt x="31" y="14"/>
                    <a:pt x="31" y="13"/>
                  </a:cubicBez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32" y="11"/>
                    <a:pt x="32" y="11"/>
                  </a:cubicBezTo>
                  <a:cubicBezTo>
                    <a:pt x="33" y="10"/>
                    <a:pt x="33" y="9"/>
                    <a:pt x="34" y="9"/>
                  </a:cubicBezTo>
                  <a:cubicBezTo>
                    <a:pt x="35" y="9"/>
                    <a:pt x="35" y="9"/>
                    <a:pt x="36" y="9"/>
                  </a:cubicBezTo>
                  <a:cubicBezTo>
                    <a:pt x="38" y="10"/>
                    <a:pt x="39" y="11"/>
                    <a:pt x="40" y="12"/>
                  </a:cubicBezTo>
                  <a:cubicBezTo>
                    <a:pt x="40" y="12"/>
                    <a:pt x="41" y="13"/>
                    <a:pt x="41" y="13"/>
                  </a:cubicBezTo>
                  <a:cubicBezTo>
                    <a:pt x="42" y="13"/>
                    <a:pt x="42" y="13"/>
                    <a:pt x="42" y="14"/>
                  </a:cubicBezTo>
                  <a:cubicBezTo>
                    <a:pt x="43" y="14"/>
                    <a:pt x="44" y="15"/>
                    <a:pt x="44" y="15"/>
                  </a:cubicBezTo>
                  <a:cubicBezTo>
                    <a:pt x="45" y="16"/>
                    <a:pt x="45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8" y="20"/>
                    <a:pt x="48" y="20"/>
                  </a:cubicBezTo>
                  <a:cubicBezTo>
                    <a:pt x="49" y="20"/>
                    <a:pt x="50" y="21"/>
                    <a:pt x="51" y="22"/>
                  </a:cubicBezTo>
                  <a:cubicBezTo>
                    <a:pt x="51" y="22"/>
                    <a:pt x="52" y="22"/>
                    <a:pt x="52" y="23"/>
                  </a:cubicBezTo>
                  <a:cubicBezTo>
                    <a:pt x="53" y="23"/>
                    <a:pt x="53" y="24"/>
                    <a:pt x="54" y="24"/>
                  </a:cubicBezTo>
                  <a:cubicBezTo>
                    <a:pt x="55" y="25"/>
                    <a:pt x="56" y="26"/>
                    <a:pt x="57" y="26"/>
                  </a:cubicBezTo>
                  <a:cubicBezTo>
                    <a:pt x="58" y="27"/>
                    <a:pt x="58" y="27"/>
                    <a:pt x="59" y="27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0" y="29"/>
                    <a:pt x="61" y="30"/>
                  </a:cubicBezTo>
                  <a:cubicBezTo>
                    <a:pt x="62" y="30"/>
                    <a:pt x="63" y="31"/>
                    <a:pt x="64" y="32"/>
                  </a:cubicBezTo>
                  <a:cubicBezTo>
                    <a:pt x="65" y="33"/>
                    <a:pt x="66" y="33"/>
                    <a:pt x="66" y="33"/>
                  </a:cubicBezTo>
                  <a:cubicBezTo>
                    <a:pt x="67" y="34"/>
                    <a:pt x="68" y="35"/>
                    <a:pt x="69" y="35"/>
                  </a:cubicBezTo>
                  <a:cubicBezTo>
                    <a:pt x="70" y="36"/>
                    <a:pt x="71" y="36"/>
                    <a:pt x="72" y="37"/>
                  </a:cubicBezTo>
                  <a:cubicBezTo>
                    <a:pt x="72" y="37"/>
                    <a:pt x="72" y="38"/>
                    <a:pt x="73" y="38"/>
                  </a:cubicBezTo>
                  <a:cubicBezTo>
                    <a:pt x="73" y="39"/>
                    <a:pt x="74" y="39"/>
                    <a:pt x="75" y="39"/>
                  </a:cubicBezTo>
                  <a:cubicBezTo>
                    <a:pt x="75" y="40"/>
                    <a:pt x="76" y="40"/>
                    <a:pt x="76" y="41"/>
                  </a:cubicBezTo>
                  <a:cubicBezTo>
                    <a:pt x="77" y="41"/>
                    <a:pt x="77" y="41"/>
                    <a:pt x="78" y="41"/>
                  </a:cubicBezTo>
                  <a:cubicBezTo>
                    <a:pt x="78" y="42"/>
                    <a:pt x="79" y="43"/>
                    <a:pt x="80" y="44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1" y="44"/>
                    <a:pt x="81" y="45"/>
                    <a:pt x="81" y="45"/>
                  </a:cubicBezTo>
                  <a:cubicBezTo>
                    <a:pt x="82" y="46"/>
                    <a:pt x="82" y="46"/>
                    <a:pt x="83" y="47"/>
                  </a:cubicBezTo>
                  <a:cubicBezTo>
                    <a:pt x="83" y="47"/>
                    <a:pt x="83" y="47"/>
                    <a:pt x="83" y="48"/>
                  </a:cubicBezTo>
                  <a:cubicBezTo>
                    <a:pt x="83" y="48"/>
                    <a:pt x="84" y="48"/>
                    <a:pt x="84" y="49"/>
                  </a:cubicBezTo>
                  <a:cubicBezTo>
                    <a:pt x="84" y="49"/>
                    <a:pt x="84" y="49"/>
                    <a:pt x="84" y="50"/>
                  </a:cubicBezTo>
                  <a:cubicBezTo>
                    <a:pt x="84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3"/>
                    <a:pt x="87" y="54"/>
                    <a:pt x="87" y="56"/>
                  </a:cubicBezTo>
                  <a:cubicBezTo>
                    <a:pt x="87" y="57"/>
                    <a:pt x="87" y="58"/>
                    <a:pt x="87" y="59"/>
                  </a:cubicBezTo>
                  <a:cubicBezTo>
                    <a:pt x="87" y="62"/>
                    <a:pt x="85" y="65"/>
                    <a:pt x="82" y="66"/>
                  </a:cubicBezTo>
                  <a:cubicBezTo>
                    <a:pt x="82" y="66"/>
                    <a:pt x="81" y="66"/>
                    <a:pt x="81" y="66"/>
                  </a:cubicBezTo>
                  <a:cubicBezTo>
                    <a:pt x="80" y="66"/>
                    <a:pt x="79" y="67"/>
                    <a:pt x="79" y="67"/>
                  </a:cubicBezTo>
                  <a:cubicBezTo>
                    <a:pt x="78" y="67"/>
                    <a:pt x="78" y="68"/>
                    <a:pt x="78" y="68"/>
                  </a:cubicBezTo>
                  <a:cubicBezTo>
                    <a:pt x="78" y="68"/>
                    <a:pt x="78" y="68"/>
                    <a:pt x="78" y="69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78" y="69"/>
                    <a:pt x="78" y="70"/>
                    <a:pt x="78" y="70"/>
                  </a:cubicBezTo>
                  <a:cubicBezTo>
                    <a:pt x="78" y="72"/>
                    <a:pt x="79" y="73"/>
                    <a:pt x="79" y="74"/>
                  </a:cubicBezTo>
                  <a:cubicBezTo>
                    <a:pt x="79" y="74"/>
                    <a:pt x="79" y="75"/>
                    <a:pt x="78" y="75"/>
                  </a:cubicBezTo>
                  <a:cubicBezTo>
                    <a:pt x="79" y="76"/>
                    <a:pt x="79" y="77"/>
                    <a:pt x="79" y="77"/>
                  </a:cubicBezTo>
                  <a:cubicBezTo>
                    <a:pt x="79" y="78"/>
                    <a:pt x="79" y="78"/>
                    <a:pt x="79" y="79"/>
                  </a:cubicBezTo>
                  <a:cubicBezTo>
                    <a:pt x="79" y="80"/>
                    <a:pt x="79" y="81"/>
                    <a:pt x="79" y="81"/>
                  </a:cubicBezTo>
                  <a:cubicBezTo>
                    <a:pt x="80" y="82"/>
                    <a:pt x="80" y="83"/>
                    <a:pt x="80" y="84"/>
                  </a:cubicBezTo>
                  <a:cubicBezTo>
                    <a:pt x="80" y="84"/>
                    <a:pt x="80" y="84"/>
                    <a:pt x="80" y="85"/>
                  </a:cubicBezTo>
                  <a:cubicBezTo>
                    <a:pt x="81" y="85"/>
                    <a:pt x="81" y="86"/>
                    <a:pt x="81" y="87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8"/>
                    <a:pt x="81" y="89"/>
                    <a:pt x="81" y="89"/>
                  </a:cubicBezTo>
                  <a:cubicBezTo>
                    <a:pt x="80" y="91"/>
                    <a:pt x="79" y="92"/>
                    <a:pt x="79" y="94"/>
                  </a:cubicBezTo>
                  <a:cubicBezTo>
                    <a:pt x="79" y="95"/>
                    <a:pt x="79" y="95"/>
                    <a:pt x="78" y="96"/>
                  </a:cubicBezTo>
                  <a:cubicBezTo>
                    <a:pt x="78" y="96"/>
                    <a:pt x="76" y="96"/>
                    <a:pt x="76" y="96"/>
                  </a:cubicBezTo>
                  <a:cubicBezTo>
                    <a:pt x="75" y="96"/>
                    <a:pt x="75" y="96"/>
                    <a:pt x="74" y="96"/>
                  </a:cubicBezTo>
                  <a:cubicBezTo>
                    <a:pt x="73" y="96"/>
                    <a:pt x="73" y="94"/>
                    <a:pt x="73" y="94"/>
                  </a:cubicBezTo>
                  <a:cubicBezTo>
                    <a:pt x="72" y="93"/>
                    <a:pt x="71" y="94"/>
                    <a:pt x="71" y="93"/>
                  </a:cubicBezTo>
                  <a:cubicBezTo>
                    <a:pt x="70" y="93"/>
                    <a:pt x="69" y="91"/>
                    <a:pt x="69" y="90"/>
                  </a:cubicBezTo>
                  <a:cubicBezTo>
                    <a:pt x="69" y="89"/>
                    <a:pt x="70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0" y="87"/>
                    <a:pt x="68" y="86"/>
                    <a:pt x="67" y="84"/>
                  </a:cubicBezTo>
                  <a:cubicBezTo>
                    <a:pt x="67" y="83"/>
                    <a:pt x="66" y="83"/>
                    <a:pt x="66" y="82"/>
                  </a:cubicBezTo>
                  <a:cubicBezTo>
                    <a:pt x="66" y="82"/>
                    <a:pt x="65" y="81"/>
                    <a:pt x="65" y="81"/>
                  </a:cubicBezTo>
                  <a:cubicBezTo>
                    <a:pt x="65" y="80"/>
                    <a:pt x="64" y="79"/>
                    <a:pt x="64" y="79"/>
                  </a:cubicBezTo>
                  <a:cubicBezTo>
                    <a:pt x="63" y="78"/>
                    <a:pt x="63" y="78"/>
                    <a:pt x="62" y="77"/>
                  </a:cubicBezTo>
                  <a:cubicBezTo>
                    <a:pt x="62" y="77"/>
                    <a:pt x="62" y="77"/>
                    <a:pt x="62" y="76"/>
                  </a:cubicBezTo>
                  <a:cubicBezTo>
                    <a:pt x="62" y="76"/>
                    <a:pt x="61" y="76"/>
                    <a:pt x="61" y="75"/>
                  </a:cubicBezTo>
                  <a:cubicBezTo>
                    <a:pt x="61" y="75"/>
                    <a:pt x="60" y="74"/>
                    <a:pt x="60" y="74"/>
                  </a:cubicBezTo>
                  <a:cubicBezTo>
                    <a:pt x="60" y="74"/>
                    <a:pt x="60" y="73"/>
                    <a:pt x="59" y="73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59" y="72"/>
                    <a:pt x="58" y="72"/>
                    <a:pt x="58" y="72"/>
                  </a:cubicBezTo>
                  <a:cubicBezTo>
                    <a:pt x="58" y="71"/>
                    <a:pt x="58" y="70"/>
                    <a:pt x="57" y="70"/>
                  </a:cubicBezTo>
                  <a:cubicBezTo>
                    <a:pt x="57" y="69"/>
                    <a:pt x="56" y="69"/>
                    <a:pt x="55" y="68"/>
                  </a:cubicBezTo>
                  <a:cubicBezTo>
                    <a:pt x="54" y="67"/>
                    <a:pt x="54" y="65"/>
                    <a:pt x="53" y="64"/>
                  </a:cubicBezTo>
                  <a:cubicBezTo>
                    <a:pt x="52" y="64"/>
                    <a:pt x="52" y="63"/>
                    <a:pt x="51" y="63"/>
                  </a:cubicBezTo>
                  <a:cubicBezTo>
                    <a:pt x="51" y="63"/>
                    <a:pt x="51" y="62"/>
                    <a:pt x="50" y="62"/>
                  </a:cubicBezTo>
                  <a:cubicBezTo>
                    <a:pt x="50" y="61"/>
                    <a:pt x="49" y="60"/>
                    <a:pt x="49" y="60"/>
                  </a:cubicBezTo>
                  <a:cubicBezTo>
                    <a:pt x="48" y="59"/>
                    <a:pt x="48" y="59"/>
                    <a:pt x="47" y="58"/>
                  </a:cubicBezTo>
                  <a:cubicBezTo>
                    <a:pt x="47" y="58"/>
                    <a:pt x="46" y="56"/>
                    <a:pt x="46" y="56"/>
                  </a:cubicBezTo>
                  <a:cubicBezTo>
                    <a:pt x="46" y="56"/>
                    <a:pt x="45" y="56"/>
                    <a:pt x="45" y="56"/>
                  </a:cubicBezTo>
                  <a:cubicBezTo>
                    <a:pt x="44" y="55"/>
                    <a:pt x="44" y="55"/>
                    <a:pt x="44" y="54"/>
                  </a:cubicBezTo>
                  <a:cubicBezTo>
                    <a:pt x="43" y="54"/>
                    <a:pt x="44" y="53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1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7"/>
                    <a:pt x="38" y="46"/>
                    <a:pt x="37" y="46"/>
                  </a:cubicBezTo>
                  <a:cubicBezTo>
                    <a:pt x="37" y="46"/>
                    <a:pt x="37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7" y="48"/>
                    <a:pt x="37" y="49"/>
                    <a:pt x="38" y="51"/>
                  </a:cubicBezTo>
                  <a:cubicBezTo>
                    <a:pt x="38" y="51"/>
                    <a:pt x="38" y="52"/>
                    <a:pt x="38" y="52"/>
                  </a:cubicBezTo>
                  <a:cubicBezTo>
                    <a:pt x="38" y="52"/>
                    <a:pt x="39" y="53"/>
                    <a:pt x="39" y="53"/>
                  </a:cubicBezTo>
                  <a:cubicBezTo>
                    <a:pt x="39" y="53"/>
                    <a:pt x="39" y="54"/>
                    <a:pt x="39" y="54"/>
                  </a:cubicBezTo>
                  <a:cubicBezTo>
                    <a:pt x="39" y="55"/>
                    <a:pt x="39" y="56"/>
                    <a:pt x="39" y="57"/>
                  </a:cubicBezTo>
                  <a:cubicBezTo>
                    <a:pt x="40" y="58"/>
                    <a:pt x="40" y="59"/>
                    <a:pt x="40" y="59"/>
                  </a:cubicBezTo>
                  <a:cubicBezTo>
                    <a:pt x="41" y="60"/>
                    <a:pt x="40" y="61"/>
                    <a:pt x="40" y="61"/>
                  </a:cubicBezTo>
                  <a:cubicBezTo>
                    <a:pt x="41" y="62"/>
                    <a:pt x="41" y="64"/>
                    <a:pt x="42" y="65"/>
                  </a:cubicBezTo>
                  <a:cubicBezTo>
                    <a:pt x="42" y="66"/>
                    <a:pt x="42" y="67"/>
                    <a:pt x="42" y="68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3" y="69"/>
                    <a:pt x="42" y="69"/>
                    <a:pt x="42" y="70"/>
                  </a:cubicBezTo>
                  <a:cubicBezTo>
                    <a:pt x="43" y="71"/>
                    <a:pt x="45" y="71"/>
                    <a:pt x="45" y="71"/>
                  </a:cubicBezTo>
                  <a:cubicBezTo>
                    <a:pt x="46" y="72"/>
                    <a:pt x="46" y="72"/>
                    <a:pt x="47" y="72"/>
                  </a:cubicBezTo>
                  <a:cubicBezTo>
                    <a:pt x="47" y="72"/>
                    <a:pt x="48" y="73"/>
                    <a:pt x="48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3"/>
                    <a:pt x="50" y="73"/>
                    <a:pt x="50" y="73"/>
                  </a:cubicBezTo>
                  <a:cubicBezTo>
                    <a:pt x="52" y="73"/>
                    <a:pt x="56" y="76"/>
                    <a:pt x="56" y="78"/>
                  </a:cubicBezTo>
                  <a:cubicBezTo>
                    <a:pt x="57" y="79"/>
                    <a:pt x="56" y="79"/>
                    <a:pt x="56" y="80"/>
                  </a:cubicBezTo>
                  <a:cubicBezTo>
                    <a:pt x="56" y="81"/>
                    <a:pt x="56" y="81"/>
                    <a:pt x="56" y="82"/>
                  </a:cubicBezTo>
                  <a:cubicBezTo>
                    <a:pt x="56" y="83"/>
                    <a:pt x="55" y="83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4" y="84"/>
                    <a:pt x="53" y="85"/>
                    <a:pt x="52" y="85"/>
                  </a:cubicBezTo>
                  <a:cubicBezTo>
                    <a:pt x="52" y="85"/>
                    <a:pt x="51" y="85"/>
                    <a:pt x="51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49" y="85"/>
                    <a:pt x="49" y="85"/>
                    <a:pt x="48" y="85"/>
                  </a:cubicBezTo>
                  <a:cubicBezTo>
                    <a:pt x="48" y="85"/>
                    <a:pt x="47" y="85"/>
                    <a:pt x="48" y="85"/>
                  </a:cubicBezTo>
                  <a:cubicBezTo>
                    <a:pt x="48" y="87"/>
                    <a:pt x="49" y="88"/>
                    <a:pt x="49" y="89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90"/>
                    <a:pt x="50" y="91"/>
                    <a:pt x="50" y="92"/>
                  </a:cubicBezTo>
                  <a:cubicBezTo>
                    <a:pt x="51" y="93"/>
                    <a:pt x="51" y="94"/>
                    <a:pt x="52" y="94"/>
                  </a:cubicBezTo>
                  <a:cubicBezTo>
                    <a:pt x="52" y="94"/>
                    <a:pt x="52" y="95"/>
                    <a:pt x="53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6"/>
                    <a:pt x="54" y="96"/>
                    <a:pt x="55" y="97"/>
                  </a:cubicBezTo>
                  <a:cubicBezTo>
                    <a:pt x="55" y="97"/>
                    <a:pt x="55" y="97"/>
                    <a:pt x="56" y="97"/>
                  </a:cubicBezTo>
                  <a:cubicBezTo>
                    <a:pt x="56" y="97"/>
                    <a:pt x="56" y="98"/>
                    <a:pt x="56" y="98"/>
                  </a:cubicBezTo>
                  <a:cubicBezTo>
                    <a:pt x="57" y="98"/>
                    <a:pt x="58" y="98"/>
                    <a:pt x="59" y="99"/>
                  </a:cubicBezTo>
                  <a:cubicBezTo>
                    <a:pt x="59" y="99"/>
                    <a:pt x="60" y="100"/>
                    <a:pt x="60" y="100"/>
                  </a:cubicBezTo>
                  <a:cubicBezTo>
                    <a:pt x="61" y="100"/>
                    <a:pt x="61" y="100"/>
                    <a:pt x="62" y="100"/>
                  </a:cubicBezTo>
                  <a:cubicBezTo>
                    <a:pt x="62" y="101"/>
                    <a:pt x="62" y="101"/>
                    <a:pt x="63" y="101"/>
                  </a:cubicBezTo>
                  <a:cubicBezTo>
                    <a:pt x="63" y="101"/>
                    <a:pt x="64" y="102"/>
                    <a:pt x="64" y="102"/>
                  </a:cubicBezTo>
                  <a:cubicBezTo>
                    <a:pt x="64" y="102"/>
                    <a:pt x="66" y="102"/>
                    <a:pt x="66" y="102"/>
                  </a:cubicBezTo>
                  <a:cubicBezTo>
                    <a:pt x="67" y="102"/>
                    <a:pt x="68" y="102"/>
                    <a:pt x="69" y="102"/>
                  </a:cubicBezTo>
                  <a:cubicBezTo>
                    <a:pt x="69" y="102"/>
                    <a:pt x="70" y="104"/>
                    <a:pt x="70" y="105"/>
                  </a:cubicBezTo>
                  <a:cubicBezTo>
                    <a:pt x="70" y="106"/>
                    <a:pt x="69" y="106"/>
                    <a:pt x="68" y="107"/>
                  </a:cubicBezTo>
                  <a:cubicBezTo>
                    <a:pt x="68" y="107"/>
                    <a:pt x="67" y="107"/>
                    <a:pt x="67" y="108"/>
                  </a:cubicBezTo>
                  <a:cubicBezTo>
                    <a:pt x="66" y="108"/>
                    <a:pt x="65" y="109"/>
                    <a:pt x="64" y="109"/>
                  </a:cubicBezTo>
                  <a:cubicBezTo>
                    <a:pt x="63" y="110"/>
                    <a:pt x="63" y="110"/>
                    <a:pt x="62" y="110"/>
                  </a:cubicBezTo>
                  <a:cubicBezTo>
                    <a:pt x="61" y="110"/>
                    <a:pt x="61" y="110"/>
                    <a:pt x="60" y="110"/>
                  </a:cubicBezTo>
                  <a:cubicBezTo>
                    <a:pt x="60" y="111"/>
                    <a:pt x="59" y="111"/>
                    <a:pt x="59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57" y="111"/>
                    <a:pt x="57" y="111"/>
                    <a:pt x="56" y="111"/>
                  </a:cubicBezTo>
                  <a:cubicBezTo>
                    <a:pt x="56" y="111"/>
                    <a:pt x="55" y="111"/>
                    <a:pt x="54" y="111"/>
                  </a:cubicBezTo>
                  <a:cubicBezTo>
                    <a:pt x="53" y="111"/>
                    <a:pt x="52" y="111"/>
                    <a:pt x="50" y="111"/>
                  </a:cubicBezTo>
                  <a:cubicBezTo>
                    <a:pt x="50" y="112"/>
                    <a:pt x="50" y="112"/>
                    <a:pt x="49" y="112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6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4" y="111"/>
                    <a:pt x="44" y="110"/>
                  </a:cubicBezTo>
                  <a:cubicBezTo>
                    <a:pt x="42" y="110"/>
                    <a:pt x="41" y="109"/>
                    <a:pt x="40" y="109"/>
                  </a:cubicBezTo>
                  <a:cubicBezTo>
                    <a:pt x="40" y="108"/>
                    <a:pt x="40" y="108"/>
                    <a:pt x="39" y="108"/>
                  </a:cubicBezTo>
                  <a:cubicBezTo>
                    <a:pt x="39" y="107"/>
                    <a:pt x="38" y="107"/>
                    <a:pt x="38" y="106"/>
                  </a:cubicBezTo>
                  <a:cubicBezTo>
                    <a:pt x="37" y="105"/>
                    <a:pt x="37" y="104"/>
                    <a:pt x="37" y="102"/>
                  </a:cubicBezTo>
                  <a:cubicBezTo>
                    <a:pt x="37" y="102"/>
                    <a:pt x="38" y="101"/>
                    <a:pt x="38" y="101"/>
                  </a:cubicBezTo>
                  <a:cubicBezTo>
                    <a:pt x="38" y="99"/>
                    <a:pt x="39" y="97"/>
                    <a:pt x="41" y="98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1" y="98"/>
                    <a:pt x="42" y="98"/>
                    <a:pt x="42" y="98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4" y="98"/>
                    <a:pt x="45" y="98"/>
                    <a:pt x="45" y="98"/>
                  </a:cubicBezTo>
                  <a:cubicBezTo>
                    <a:pt x="45" y="97"/>
                    <a:pt x="42" y="95"/>
                    <a:pt x="42" y="95"/>
                  </a:cubicBezTo>
                  <a:cubicBezTo>
                    <a:pt x="41" y="94"/>
                    <a:pt x="40" y="93"/>
                    <a:pt x="39" y="92"/>
                  </a:cubicBezTo>
                  <a:cubicBezTo>
                    <a:pt x="39" y="91"/>
                    <a:pt x="38" y="90"/>
                    <a:pt x="38" y="88"/>
                  </a:cubicBezTo>
                  <a:cubicBezTo>
                    <a:pt x="37" y="88"/>
                    <a:pt x="37" y="88"/>
                    <a:pt x="37" y="87"/>
                  </a:cubicBezTo>
                  <a:cubicBezTo>
                    <a:pt x="36" y="87"/>
                    <a:pt x="36" y="86"/>
                    <a:pt x="36" y="86"/>
                  </a:cubicBezTo>
                  <a:cubicBezTo>
                    <a:pt x="36" y="86"/>
                    <a:pt x="36" y="85"/>
                    <a:pt x="36" y="85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4" y="82"/>
                    <a:pt x="34" y="81"/>
                    <a:pt x="33" y="80"/>
                  </a:cubicBezTo>
                  <a:cubicBezTo>
                    <a:pt x="32" y="79"/>
                    <a:pt x="30" y="79"/>
                    <a:pt x="29" y="78"/>
                  </a:cubicBezTo>
                  <a:cubicBezTo>
                    <a:pt x="29" y="78"/>
                    <a:pt x="28" y="78"/>
                    <a:pt x="28" y="78"/>
                  </a:cubicBezTo>
                  <a:cubicBezTo>
                    <a:pt x="27" y="77"/>
                    <a:pt x="26" y="77"/>
                    <a:pt x="26" y="77"/>
                  </a:cubicBezTo>
                  <a:cubicBezTo>
                    <a:pt x="25" y="76"/>
                    <a:pt x="24" y="76"/>
                    <a:pt x="24" y="75"/>
                  </a:cubicBezTo>
                  <a:cubicBezTo>
                    <a:pt x="23" y="75"/>
                    <a:pt x="23" y="75"/>
                    <a:pt x="22" y="75"/>
                  </a:cubicBezTo>
                  <a:cubicBezTo>
                    <a:pt x="21" y="75"/>
                    <a:pt x="19" y="74"/>
                    <a:pt x="18" y="73"/>
                  </a:cubicBezTo>
                  <a:cubicBezTo>
                    <a:pt x="17" y="73"/>
                    <a:pt x="16" y="72"/>
                    <a:pt x="15" y="72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1"/>
                    <a:pt x="13" y="72"/>
                    <a:pt x="13" y="72"/>
                  </a:cubicBezTo>
                  <a:cubicBezTo>
                    <a:pt x="13" y="74"/>
                    <a:pt x="12" y="75"/>
                    <a:pt x="11" y="76"/>
                  </a:cubicBezTo>
                  <a:cubicBezTo>
                    <a:pt x="11" y="76"/>
                    <a:pt x="10" y="77"/>
                    <a:pt x="10" y="78"/>
                  </a:cubicBezTo>
                  <a:cubicBezTo>
                    <a:pt x="9" y="78"/>
                    <a:pt x="9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79"/>
                    <a:pt x="5" y="77"/>
                    <a:pt x="3" y="77"/>
                  </a:cubicBezTo>
                  <a:cubicBezTo>
                    <a:pt x="3" y="77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5"/>
                    <a:pt x="3" y="74"/>
                  </a:cubicBezTo>
                  <a:cubicBezTo>
                    <a:pt x="2" y="74"/>
                    <a:pt x="2" y="74"/>
                    <a:pt x="2" y="73"/>
                  </a:cubicBezTo>
                  <a:cubicBezTo>
                    <a:pt x="2" y="73"/>
                    <a:pt x="2" y="73"/>
                    <a:pt x="2" y="72"/>
                  </a:cubicBezTo>
                  <a:cubicBezTo>
                    <a:pt x="2" y="71"/>
                    <a:pt x="2" y="69"/>
                    <a:pt x="2" y="68"/>
                  </a:cubicBezTo>
                  <a:cubicBezTo>
                    <a:pt x="1" y="67"/>
                    <a:pt x="1" y="66"/>
                    <a:pt x="1" y="65"/>
                  </a:cubicBezTo>
                  <a:cubicBezTo>
                    <a:pt x="1" y="65"/>
                    <a:pt x="1" y="64"/>
                    <a:pt x="1" y="64"/>
                  </a:cubicBezTo>
                  <a:cubicBezTo>
                    <a:pt x="1" y="63"/>
                    <a:pt x="1" y="62"/>
                    <a:pt x="0" y="62"/>
                  </a:cubicBezTo>
                  <a:cubicBezTo>
                    <a:pt x="0" y="61"/>
                    <a:pt x="1" y="61"/>
                    <a:pt x="1" y="61"/>
                  </a:cubicBezTo>
                  <a:cubicBezTo>
                    <a:pt x="0" y="60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3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2"/>
                    <a:pt x="0" y="52"/>
                    <a:pt x="0" y="51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49"/>
                  </a:cubicBezTo>
                  <a:cubicBezTo>
                    <a:pt x="0" y="48"/>
                    <a:pt x="0" y="48"/>
                    <a:pt x="0" y="47"/>
                  </a:cubicBezTo>
                  <a:cubicBezTo>
                    <a:pt x="0" y="46"/>
                    <a:pt x="0" y="46"/>
                    <a:pt x="0" y="45"/>
                  </a:cubicBezTo>
                  <a:cubicBezTo>
                    <a:pt x="0" y="45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0" y="35"/>
                    <a:pt x="0" y="3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31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8"/>
                    <a:pt x="1" y="28"/>
                    <a:pt x="1" y="27"/>
                  </a:cubicBezTo>
                  <a:cubicBezTo>
                    <a:pt x="1" y="26"/>
                    <a:pt x="1" y="25"/>
                    <a:pt x="2" y="24"/>
                  </a:cubicBezTo>
                  <a:cubicBezTo>
                    <a:pt x="2" y="23"/>
                    <a:pt x="2" y="22"/>
                    <a:pt x="2" y="22"/>
                  </a:cubicBezTo>
                  <a:cubicBezTo>
                    <a:pt x="2" y="21"/>
                    <a:pt x="2" y="21"/>
                    <a:pt x="2" y="20"/>
                  </a:cubicBez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2" y="18"/>
                    <a:pt x="2" y="17"/>
                  </a:cubicBezTo>
                  <a:cubicBezTo>
                    <a:pt x="2" y="17"/>
                    <a:pt x="2" y="16"/>
                    <a:pt x="2" y="16"/>
                  </a:cubicBezTo>
                  <a:cubicBezTo>
                    <a:pt x="2" y="16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4" y="7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Freeform 16"/>
            <p:cNvSpPr>
              <a:spLocks noEditPoints="1"/>
            </p:cNvSpPr>
            <p:nvPr/>
          </p:nvSpPr>
          <p:spPr bwMode="auto">
            <a:xfrm>
              <a:off x="5203825" y="2532063"/>
              <a:ext cx="1790700" cy="1793875"/>
            </a:xfrm>
            <a:custGeom>
              <a:avLst/>
              <a:gdLst>
                <a:gd name="T0" fmla="*/ 329 w 658"/>
                <a:gd name="T1" fmla="*/ 0 h 658"/>
                <a:gd name="T2" fmla="*/ 658 w 658"/>
                <a:gd name="T3" fmla="*/ 329 h 658"/>
                <a:gd name="T4" fmla="*/ 638 w 658"/>
                <a:gd name="T5" fmla="*/ 440 h 658"/>
                <a:gd name="T6" fmla="*/ 620 w 658"/>
                <a:gd name="T7" fmla="*/ 435 h 658"/>
                <a:gd name="T8" fmla="*/ 638 w 658"/>
                <a:gd name="T9" fmla="*/ 329 h 658"/>
                <a:gd name="T10" fmla="*/ 329 w 658"/>
                <a:gd name="T11" fmla="*/ 20 h 658"/>
                <a:gd name="T12" fmla="*/ 227 w 658"/>
                <a:gd name="T13" fmla="*/ 37 h 658"/>
                <a:gd name="T14" fmla="*/ 219 w 658"/>
                <a:gd name="T15" fmla="*/ 19 h 658"/>
                <a:gd name="T16" fmla="*/ 329 w 658"/>
                <a:gd name="T17" fmla="*/ 0 h 658"/>
                <a:gd name="T18" fmla="*/ 581 w 658"/>
                <a:gd name="T19" fmla="*/ 540 h 658"/>
                <a:gd name="T20" fmla="*/ 329 w 658"/>
                <a:gd name="T21" fmla="*/ 658 h 658"/>
                <a:gd name="T22" fmla="*/ 0 w 658"/>
                <a:gd name="T23" fmla="*/ 329 h 658"/>
                <a:gd name="T24" fmla="*/ 9 w 658"/>
                <a:gd name="T25" fmla="*/ 251 h 658"/>
                <a:gd name="T26" fmla="*/ 25 w 658"/>
                <a:gd name="T27" fmla="*/ 268 h 658"/>
                <a:gd name="T28" fmla="*/ 19 w 658"/>
                <a:gd name="T29" fmla="*/ 329 h 658"/>
                <a:gd name="T30" fmla="*/ 329 w 658"/>
                <a:gd name="T31" fmla="*/ 639 h 658"/>
                <a:gd name="T32" fmla="*/ 555 w 658"/>
                <a:gd name="T33" fmla="*/ 540 h 658"/>
                <a:gd name="T34" fmla="*/ 581 w 658"/>
                <a:gd name="T35" fmla="*/ 540 h 658"/>
                <a:gd name="T36" fmla="*/ 29 w 658"/>
                <a:gd name="T37" fmla="*/ 194 h 658"/>
                <a:gd name="T38" fmla="*/ 116 w 658"/>
                <a:gd name="T39" fmla="*/ 79 h 658"/>
                <a:gd name="T40" fmla="*/ 126 w 658"/>
                <a:gd name="T41" fmla="*/ 95 h 658"/>
                <a:gd name="T42" fmla="*/ 49 w 658"/>
                <a:gd name="T43" fmla="*/ 196 h 658"/>
                <a:gd name="T44" fmla="*/ 29 w 658"/>
                <a:gd name="T45" fmla="*/ 194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8" h="658">
                  <a:moveTo>
                    <a:pt x="329" y="0"/>
                  </a:moveTo>
                  <a:cubicBezTo>
                    <a:pt x="510" y="0"/>
                    <a:pt x="658" y="148"/>
                    <a:pt x="658" y="329"/>
                  </a:cubicBezTo>
                  <a:cubicBezTo>
                    <a:pt x="658" y="368"/>
                    <a:pt x="651" y="405"/>
                    <a:pt x="638" y="440"/>
                  </a:cubicBezTo>
                  <a:cubicBezTo>
                    <a:pt x="620" y="435"/>
                    <a:pt x="620" y="435"/>
                    <a:pt x="620" y="435"/>
                  </a:cubicBezTo>
                  <a:cubicBezTo>
                    <a:pt x="632" y="402"/>
                    <a:pt x="638" y="366"/>
                    <a:pt x="638" y="329"/>
                  </a:cubicBezTo>
                  <a:cubicBezTo>
                    <a:pt x="638" y="159"/>
                    <a:pt x="499" y="20"/>
                    <a:pt x="329" y="20"/>
                  </a:cubicBezTo>
                  <a:cubicBezTo>
                    <a:pt x="293" y="20"/>
                    <a:pt x="259" y="26"/>
                    <a:pt x="227" y="37"/>
                  </a:cubicBezTo>
                  <a:cubicBezTo>
                    <a:pt x="225" y="31"/>
                    <a:pt x="222" y="25"/>
                    <a:pt x="219" y="19"/>
                  </a:cubicBezTo>
                  <a:cubicBezTo>
                    <a:pt x="253" y="7"/>
                    <a:pt x="290" y="0"/>
                    <a:pt x="329" y="0"/>
                  </a:cubicBezTo>
                  <a:close/>
                  <a:moveTo>
                    <a:pt x="581" y="540"/>
                  </a:moveTo>
                  <a:cubicBezTo>
                    <a:pt x="521" y="612"/>
                    <a:pt x="430" y="658"/>
                    <a:pt x="329" y="658"/>
                  </a:cubicBezTo>
                  <a:cubicBezTo>
                    <a:pt x="148" y="658"/>
                    <a:pt x="0" y="510"/>
                    <a:pt x="0" y="329"/>
                  </a:cubicBezTo>
                  <a:cubicBezTo>
                    <a:pt x="0" y="302"/>
                    <a:pt x="3" y="276"/>
                    <a:pt x="9" y="251"/>
                  </a:cubicBezTo>
                  <a:cubicBezTo>
                    <a:pt x="25" y="268"/>
                    <a:pt x="25" y="268"/>
                    <a:pt x="25" y="268"/>
                  </a:cubicBezTo>
                  <a:cubicBezTo>
                    <a:pt x="21" y="288"/>
                    <a:pt x="19" y="308"/>
                    <a:pt x="19" y="329"/>
                  </a:cubicBezTo>
                  <a:cubicBezTo>
                    <a:pt x="19" y="500"/>
                    <a:pt x="158" y="639"/>
                    <a:pt x="329" y="639"/>
                  </a:cubicBezTo>
                  <a:cubicBezTo>
                    <a:pt x="418" y="639"/>
                    <a:pt x="499" y="601"/>
                    <a:pt x="555" y="540"/>
                  </a:cubicBezTo>
                  <a:cubicBezTo>
                    <a:pt x="581" y="540"/>
                    <a:pt x="581" y="540"/>
                    <a:pt x="581" y="540"/>
                  </a:cubicBezTo>
                  <a:close/>
                  <a:moveTo>
                    <a:pt x="29" y="194"/>
                  </a:moveTo>
                  <a:cubicBezTo>
                    <a:pt x="49" y="150"/>
                    <a:pt x="79" y="110"/>
                    <a:pt x="116" y="79"/>
                  </a:cubicBezTo>
                  <a:cubicBezTo>
                    <a:pt x="118" y="85"/>
                    <a:pt x="122" y="90"/>
                    <a:pt x="126" y="95"/>
                  </a:cubicBezTo>
                  <a:cubicBezTo>
                    <a:pt x="94" y="123"/>
                    <a:pt x="68" y="157"/>
                    <a:pt x="49" y="196"/>
                  </a:cubicBezTo>
                  <a:cubicBezTo>
                    <a:pt x="29" y="194"/>
                    <a:pt x="29" y="194"/>
                    <a:pt x="29" y="1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Freeform 17"/>
            <p:cNvSpPr>
              <a:spLocks/>
            </p:cNvSpPr>
            <p:nvPr/>
          </p:nvSpPr>
          <p:spPr bwMode="auto">
            <a:xfrm>
              <a:off x="5805488" y="4481513"/>
              <a:ext cx="165100" cy="215900"/>
            </a:xfrm>
            <a:custGeom>
              <a:avLst/>
              <a:gdLst>
                <a:gd name="T0" fmla="*/ 52 w 61"/>
                <a:gd name="T1" fmla="*/ 58 h 79"/>
                <a:gd name="T2" fmla="*/ 51 w 61"/>
                <a:gd name="T3" fmla="*/ 60 h 79"/>
                <a:gd name="T4" fmla="*/ 51 w 61"/>
                <a:gd name="T5" fmla="*/ 62 h 79"/>
                <a:gd name="T6" fmla="*/ 50 w 61"/>
                <a:gd name="T7" fmla="*/ 64 h 79"/>
                <a:gd name="T8" fmla="*/ 49 w 61"/>
                <a:gd name="T9" fmla="*/ 66 h 79"/>
                <a:gd name="T10" fmla="*/ 48 w 61"/>
                <a:gd name="T11" fmla="*/ 67 h 79"/>
                <a:gd name="T12" fmla="*/ 44 w 61"/>
                <a:gd name="T13" fmla="*/ 73 h 79"/>
                <a:gd name="T14" fmla="*/ 39 w 61"/>
                <a:gd name="T15" fmla="*/ 76 h 79"/>
                <a:gd name="T16" fmla="*/ 36 w 61"/>
                <a:gd name="T17" fmla="*/ 77 h 79"/>
                <a:gd name="T18" fmla="*/ 33 w 61"/>
                <a:gd name="T19" fmla="*/ 78 h 79"/>
                <a:gd name="T20" fmla="*/ 29 w 61"/>
                <a:gd name="T21" fmla="*/ 79 h 79"/>
                <a:gd name="T22" fmla="*/ 21 w 61"/>
                <a:gd name="T23" fmla="*/ 78 h 79"/>
                <a:gd name="T24" fmla="*/ 17 w 61"/>
                <a:gd name="T25" fmla="*/ 77 h 79"/>
                <a:gd name="T26" fmla="*/ 11 w 61"/>
                <a:gd name="T27" fmla="*/ 74 h 79"/>
                <a:gd name="T28" fmla="*/ 8 w 61"/>
                <a:gd name="T29" fmla="*/ 72 h 79"/>
                <a:gd name="T30" fmla="*/ 6 w 61"/>
                <a:gd name="T31" fmla="*/ 70 h 79"/>
                <a:gd name="T32" fmla="*/ 4 w 61"/>
                <a:gd name="T33" fmla="*/ 67 h 79"/>
                <a:gd name="T34" fmla="*/ 1 w 61"/>
                <a:gd name="T35" fmla="*/ 62 h 79"/>
                <a:gd name="T36" fmla="*/ 0 w 61"/>
                <a:gd name="T37" fmla="*/ 58 h 79"/>
                <a:gd name="T38" fmla="*/ 0 w 61"/>
                <a:gd name="T39" fmla="*/ 58 h 79"/>
                <a:gd name="T40" fmla="*/ 0 w 61"/>
                <a:gd name="T41" fmla="*/ 54 h 79"/>
                <a:gd name="T42" fmla="*/ 0 w 61"/>
                <a:gd name="T43" fmla="*/ 54 h 79"/>
                <a:gd name="T44" fmla="*/ 0 w 61"/>
                <a:gd name="T45" fmla="*/ 50 h 79"/>
                <a:gd name="T46" fmla="*/ 1 w 61"/>
                <a:gd name="T47" fmla="*/ 48 h 79"/>
                <a:gd name="T48" fmla="*/ 1 w 61"/>
                <a:gd name="T49" fmla="*/ 45 h 79"/>
                <a:gd name="T50" fmla="*/ 1 w 61"/>
                <a:gd name="T51" fmla="*/ 45 h 79"/>
                <a:gd name="T52" fmla="*/ 10 w 61"/>
                <a:gd name="T53" fmla="*/ 1 h 79"/>
                <a:gd name="T54" fmla="*/ 12 w 61"/>
                <a:gd name="T55" fmla="*/ 0 h 79"/>
                <a:gd name="T56" fmla="*/ 23 w 61"/>
                <a:gd name="T57" fmla="*/ 2 h 79"/>
                <a:gd name="T58" fmla="*/ 14 w 61"/>
                <a:gd name="T59" fmla="*/ 49 h 79"/>
                <a:gd name="T60" fmla="*/ 15 w 61"/>
                <a:gd name="T61" fmla="*/ 61 h 79"/>
                <a:gd name="T62" fmla="*/ 18 w 61"/>
                <a:gd name="T63" fmla="*/ 65 h 79"/>
                <a:gd name="T64" fmla="*/ 34 w 61"/>
                <a:gd name="T65" fmla="*/ 65 h 79"/>
                <a:gd name="T66" fmla="*/ 39 w 61"/>
                <a:gd name="T67" fmla="*/ 54 h 79"/>
                <a:gd name="T68" fmla="*/ 48 w 61"/>
                <a:gd name="T69" fmla="*/ 7 h 79"/>
                <a:gd name="T70" fmla="*/ 60 w 61"/>
                <a:gd name="T71" fmla="*/ 9 h 79"/>
                <a:gd name="T72" fmla="*/ 61 w 61"/>
                <a:gd name="T73" fmla="*/ 1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79">
                  <a:moveTo>
                    <a:pt x="52" y="55"/>
                  </a:moveTo>
                  <a:cubicBezTo>
                    <a:pt x="52" y="56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1"/>
                    <a:pt x="51" y="61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63"/>
                    <a:pt x="50" y="63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4"/>
                    <a:pt x="50" y="65"/>
                    <a:pt x="49" y="66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9" y="66"/>
                    <a:pt x="49" y="67"/>
                    <a:pt x="48" y="67"/>
                  </a:cubicBezTo>
                  <a:cubicBezTo>
                    <a:pt x="48" y="68"/>
                    <a:pt x="47" y="70"/>
                    <a:pt x="46" y="71"/>
                  </a:cubicBezTo>
                  <a:cubicBezTo>
                    <a:pt x="45" y="71"/>
                    <a:pt x="45" y="72"/>
                    <a:pt x="44" y="73"/>
                  </a:cubicBezTo>
                  <a:cubicBezTo>
                    <a:pt x="43" y="73"/>
                    <a:pt x="43" y="74"/>
                    <a:pt x="42" y="75"/>
                  </a:cubicBezTo>
                  <a:cubicBezTo>
                    <a:pt x="41" y="75"/>
                    <a:pt x="40" y="76"/>
                    <a:pt x="39" y="76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38" y="77"/>
                    <a:pt x="37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5" y="78"/>
                    <a:pt x="34" y="78"/>
                    <a:pt x="33" y="78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32" y="78"/>
                    <a:pt x="31" y="79"/>
                    <a:pt x="29" y="79"/>
                  </a:cubicBezTo>
                  <a:cubicBezTo>
                    <a:pt x="28" y="79"/>
                    <a:pt x="27" y="79"/>
                    <a:pt x="26" y="79"/>
                  </a:cubicBezTo>
                  <a:cubicBezTo>
                    <a:pt x="24" y="78"/>
                    <a:pt x="23" y="78"/>
                    <a:pt x="21" y="78"/>
                  </a:cubicBezTo>
                  <a:cubicBezTo>
                    <a:pt x="20" y="78"/>
                    <a:pt x="19" y="77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7"/>
                    <a:pt x="15" y="76"/>
                    <a:pt x="14" y="76"/>
                  </a:cubicBezTo>
                  <a:cubicBezTo>
                    <a:pt x="13" y="75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0" y="73"/>
                    <a:pt x="9" y="72"/>
                    <a:pt x="8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1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69"/>
                    <a:pt x="4" y="68"/>
                    <a:pt x="4" y="67"/>
                  </a:cubicBezTo>
                  <a:cubicBezTo>
                    <a:pt x="3" y="66"/>
                    <a:pt x="3" y="65"/>
                    <a:pt x="2" y="65"/>
                  </a:cubicBezTo>
                  <a:cubicBezTo>
                    <a:pt x="2" y="64"/>
                    <a:pt x="2" y="63"/>
                    <a:pt x="1" y="62"/>
                  </a:cubicBezTo>
                  <a:cubicBezTo>
                    <a:pt x="1" y="61"/>
                    <a:pt x="1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5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9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7"/>
                    <a:pt x="1" y="4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51"/>
                    <a:pt x="13" y="54"/>
                    <a:pt x="13" y="56"/>
                  </a:cubicBezTo>
                  <a:cubicBezTo>
                    <a:pt x="14" y="58"/>
                    <a:pt x="14" y="60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3"/>
                    <a:pt x="17" y="64"/>
                    <a:pt x="18" y="65"/>
                  </a:cubicBezTo>
                  <a:cubicBezTo>
                    <a:pt x="20" y="66"/>
                    <a:pt x="21" y="67"/>
                    <a:pt x="23" y="67"/>
                  </a:cubicBezTo>
                  <a:cubicBezTo>
                    <a:pt x="27" y="68"/>
                    <a:pt x="31" y="67"/>
                    <a:pt x="34" y="65"/>
                  </a:cubicBezTo>
                  <a:cubicBezTo>
                    <a:pt x="35" y="64"/>
                    <a:pt x="36" y="62"/>
                    <a:pt x="37" y="61"/>
                  </a:cubicBezTo>
                  <a:cubicBezTo>
                    <a:pt x="38" y="59"/>
                    <a:pt x="39" y="56"/>
                    <a:pt x="39" y="5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2" y="55"/>
                    <a:pt x="52" y="55"/>
                    <a:pt x="52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Freeform 18"/>
            <p:cNvSpPr>
              <a:spLocks/>
            </p:cNvSpPr>
            <p:nvPr/>
          </p:nvSpPr>
          <p:spPr bwMode="auto">
            <a:xfrm>
              <a:off x="6019800" y="4511675"/>
              <a:ext cx="149225" cy="201613"/>
            </a:xfrm>
            <a:custGeom>
              <a:avLst/>
              <a:gdLst>
                <a:gd name="T0" fmla="*/ 0 w 94"/>
                <a:gd name="T1" fmla="*/ 0 h 127"/>
                <a:gd name="T2" fmla="*/ 3 w 94"/>
                <a:gd name="T3" fmla="*/ 0 h 127"/>
                <a:gd name="T4" fmla="*/ 24 w 94"/>
                <a:gd name="T5" fmla="*/ 0 h 127"/>
                <a:gd name="T6" fmla="*/ 26 w 94"/>
                <a:gd name="T7" fmla="*/ 0 h 127"/>
                <a:gd name="T8" fmla="*/ 26 w 94"/>
                <a:gd name="T9" fmla="*/ 2 h 127"/>
                <a:gd name="T10" fmla="*/ 72 w 94"/>
                <a:gd name="T11" fmla="*/ 91 h 127"/>
                <a:gd name="T12" fmla="*/ 72 w 94"/>
                <a:gd name="T13" fmla="*/ 2 h 127"/>
                <a:gd name="T14" fmla="*/ 72 w 94"/>
                <a:gd name="T15" fmla="*/ 0 h 127"/>
                <a:gd name="T16" fmla="*/ 74 w 94"/>
                <a:gd name="T17" fmla="*/ 0 h 127"/>
                <a:gd name="T18" fmla="*/ 91 w 94"/>
                <a:gd name="T19" fmla="*/ 0 h 127"/>
                <a:gd name="T20" fmla="*/ 93 w 94"/>
                <a:gd name="T21" fmla="*/ 0 h 127"/>
                <a:gd name="T22" fmla="*/ 93 w 94"/>
                <a:gd name="T23" fmla="*/ 2 h 127"/>
                <a:gd name="T24" fmla="*/ 94 w 94"/>
                <a:gd name="T25" fmla="*/ 124 h 127"/>
                <a:gd name="T26" fmla="*/ 94 w 94"/>
                <a:gd name="T27" fmla="*/ 127 h 127"/>
                <a:gd name="T28" fmla="*/ 91 w 94"/>
                <a:gd name="T29" fmla="*/ 127 h 127"/>
                <a:gd name="T30" fmla="*/ 70 w 94"/>
                <a:gd name="T31" fmla="*/ 127 h 127"/>
                <a:gd name="T32" fmla="*/ 69 w 94"/>
                <a:gd name="T33" fmla="*/ 127 h 127"/>
                <a:gd name="T34" fmla="*/ 67 w 94"/>
                <a:gd name="T35" fmla="*/ 125 h 127"/>
                <a:gd name="T36" fmla="*/ 22 w 94"/>
                <a:gd name="T37" fmla="*/ 36 h 127"/>
                <a:gd name="T38" fmla="*/ 22 w 94"/>
                <a:gd name="T39" fmla="*/ 124 h 127"/>
                <a:gd name="T40" fmla="*/ 22 w 94"/>
                <a:gd name="T41" fmla="*/ 127 h 127"/>
                <a:gd name="T42" fmla="*/ 19 w 94"/>
                <a:gd name="T43" fmla="*/ 127 h 127"/>
                <a:gd name="T44" fmla="*/ 3 w 94"/>
                <a:gd name="T45" fmla="*/ 127 h 127"/>
                <a:gd name="T46" fmla="*/ 0 w 94"/>
                <a:gd name="T47" fmla="*/ 127 h 127"/>
                <a:gd name="T48" fmla="*/ 0 w 94"/>
                <a:gd name="T49" fmla="*/ 124 h 127"/>
                <a:gd name="T50" fmla="*/ 0 w 94"/>
                <a:gd name="T51" fmla="*/ 3 h 127"/>
                <a:gd name="T52" fmla="*/ 0 w 94"/>
                <a:gd name="T53" fmla="*/ 0 h 127"/>
                <a:gd name="T54" fmla="*/ 0 w 94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27">
                  <a:moveTo>
                    <a:pt x="0" y="0"/>
                  </a:moveTo>
                  <a:lnTo>
                    <a:pt x="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2"/>
                  </a:lnTo>
                  <a:lnTo>
                    <a:pt x="72" y="91"/>
                  </a:lnTo>
                  <a:lnTo>
                    <a:pt x="72" y="2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3" y="2"/>
                  </a:lnTo>
                  <a:lnTo>
                    <a:pt x="94" y="124"/>
                  </a:lnTo>
                  <a:lnTo>
                    <a:pt x="94" y="127"/>
                  </a:lnTo>
                  <a:lnTo>
                    <a:pt x="91" y="127"/>
                  </a:lnTo>
                  <a:lnTo>
                    <a:pt x="70" y="127"/>
                  </a:lnTo>
                  <a:lnTo>
                    <a:pt x="69" y="127"/>
                  </a:lnTo>
                  <a:lnTo>
                    <a:pt x="67" y="125"/>
                  </a:lnTo>
                  <a:lnTo>
                    <a:pt x="22" y="36"/>
                  </a:lnTo>
                  <a:lnTo>
                    <a:pt x="22" y="124"/>
                  </a:lnTo>
                  <a:lnTo>
                    <a:pt x="22" y="127"/>
                  </a:lnTo>
                  <a:lnTo>
                    <a:pt x="19" y="127"/>
                  </a:lnTo>
                  <a:lnTo>
                    <a:pt x="3" y="127"/>
                  </a:lnTo>
                  <a:lnTo>
                    <a:pt x="0" y="127"/>
                  </a:lnTo>
                  <a:lnTo>
                    <a:pt x="0" y="12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Freeform 19"/>
            <p:cNvSpPr>
              <a:spLocks/>
            </p:cNvSpPr>
            <p:nvPr/>
          </p:nvSpPr>
          <p:spPr bwMode="auto">
            <a:xfrm>
              <a:off x="6218238" y="4500563"/>
              <a:ext cx="60325" cy="204788"/>
            </a:xfrm>
            <a:custGeom>
              <a:avLst/>
              <a:gdLst>
                <a:gd name="T0" fmla="*/ 0 w 38"/>
                <a:gd name="T1" fmla="*/ 2 h 129"/>
                <a:gd name="T2" fmla="*/ 2 w 38"/>
                <a:gd name="T3" fmla="*/ 2 h 129"/>
                <a:gd name="T4" fmla="*/ 19 w 38"/>
                <a:gd name="T5" fmla="*/ 0 h 129"/>
                <a:gd name="T6" fmla="*/ 22 w 38"/>
                <a:gd name="T7" fmla="*/ 0 h 129"/>
                <a:gd name="T8" fmla="*/ 22 w 38"/>
                <a:gd name="T9" fmla="*/ 2 h 129"/>
                <a:gd name="T10" fmla="*/ 38 w 38"/>
                <a:gd name="T11" fmla="*/ 122 h 129"/>
                <a:gd name="T12" fmla="*/ 38 w 38"/>
                <a:gd name="T13" fmla="*/ 125 h 129"/>
                <a:gd name="T14" fmla="*/ 34 w 38"/>
                <a:gd name="T15" fmla="*/ 125 h 129"/>
                <a:gd name="T16" fmla="*/ 19 w 38"/>
                <a:gd name="T17" fmla="*/ 129 h 129"/>
                <a:gd name="T18" fmla="*/ 16 w 38"/>
                <a:gd name="T19" fmla="*/ 129 h 129"/>
                <a:gd name="T20" fmla="*/ 16 w 38"/>
                <a:gd name="T21" fmla="*/ 125 h 129"/>
                <a:gd name="T22" fmla="*/ 0 w 38"/>
                <a:gd name="T23" fmla="*/ 5 h 129"/>
                <a:gd name="T24" fmla="*/ 0 w 38"/>
                <a:gd name="T25" fmla="*/ 2 h 129"/>
                <a:gd name="T26" fmla="*/ 0 w 38"/>
                <a:gd name="T27" fmla="*/ 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129">
                  <a:moveTo>
                    <a:pt x="0" y="2"/>
                  </a:moveTo>
                  <a:lnTo>
                    <a:pt x="2" y="2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38" y="122"/>
                  </a:lnTo>
                  <a:lnTo>
                    <a:pt x="38" y="125"/>
                  </a:lnTo>
                  <a:lnTo>
                    <a:pt x="34" y="125"/>
                  </a:lnTo>
                  <a:lnTo>
                    <a:pt x="19" y="129"/>
                  </a:lnTo>
                  <a:lnTo>
                    <a:pt x="16" y="129"/>
                  </a:lnTo>
                  <a:lnTo>
                    <a:pt x="16" y="12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Freeform 20"/>
            <p:cNvSpPr>
              <a:spLocks/>
            </p:cNvSpPr>
            <p:nvPr/>
          </p:nvSpPr>
          <p:spPr bwMode="auto">
            <a:xfrm>
              <a:off x="6294438" y="4451350"/>
              <a:ext cx="163513" cy="220663"/>
            </a:xfrm>
            <a:custGeom>
              <a:avLst/>
              <a:gdLst>
                <a:gd name="T0" fmla="*/ 0 w 103"/>
                <a:gd name="T1" fmla="*/ 29 h 139"/>
                <a:gd name="T2" fmla="*/ 4 w 103"/>
                <a:gd name="T3" fmla="*/ 28 h 139"/>
                <a:gd name="T4" fmla="*/ 22 w 103"/>
                <a:gd name="T5" fmla="*/ 22 h 139"/>
                <a:gd name="T6" fmla="*/ 24 w 103"/>
                <a:gd name="T7" fmla="*/ 22 h 139"/>
                <a:gd name="T8" fmla="*/ 26 w 103"/>
                <a:gd name="T9" fmla="*/ 24 h 139"/>
                <a:gd name="T10" fmla="*/ 77 w 103"/>
                <a:gd name="T11" fmla="*/ 103 h 139"/>
                <a:gd name="T12" fmla="*/ 81 w 103"/>
                <a:gd name="T13" fmla="*/ 7 h 139"/>
                <a:gd name="T14" fmla="*/ 81 w 103"/>
                <a:gd name="T15" fmla="*/ 5 h 139"/>
                <a:gd name="T16" fmla="*/ 84 w 103"/>
                <a:gd name="T17" fmla="*/ 5 h 139"/>
                <a:gd name="T18" fmla="*/ 100 w 103"/>
                <a:gd name="T19" fmla="*/ 0 h 139"/>
                <a:gd name="T20" fmla="*/ 103 w 103"/>
                <a:gd name="T21" fmla="*/ 0 h 139"/>
                <a:gd name="T22" fmla="*/ 103 w 103"/>
                <a:gd name="T23" fmla="*/ 4 h 139"/>
                <a:gd name="T24" fmla="*/ 96 w 103"/>
                <a:gd name="T25" fmla="*/ 132 h 139"/>
                <a:gd name="T26" fmla="*/ 96 w 103"/>
                <a:gd name="T27" fmla="*/ 134 h 139"/>
                <a:gd name="T28" fmla="*/ 94 w 103"/>
                <a:gd name="T29" fmla="*/ 134 h 139"/>
                <a:gd name="T30" fmla="*/ 77 w 103"/>
                <a:gd name="T31" fmla="*/ 139 h 139"/>
                <a:gd name="T32" fmla="*/ 76 w 103"/>
                <a:gd name="T33" fmla="*/ 139 h 139"/>
                <a:gd name="T34" fmla="*/ 74 w 103"/>
                <a:gd name="T35" fmla="*/ 138 h 139"/>
                <a:gd name="T36" fmla="*/ 2 w 103"/>
                <a:gd name="T37" fmla="*/ 31 h 139"/>
                <a:gd name="T38" fmla="*/ 0 w 103"/>
                <a:gd name="T39" fmla="*/ 29 h 139"/>
                <a:gd name="T40" fmla="*/ 0 w 103"/>
                <a:gd name="T41" fmla="*/ 2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3" h="139">
                  <a:moveTo>
                    <a:pt x="0" y="29"/>
                  </a:moveTo>
                  <a:lnTo>
                    <a:pt x="4" y="28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77" y="103"/>
                  </a:lnTo>
                  <a:lnTo>
                    <a:pt x="81" y="7"/>
                  </a:lnTo>
                  <a:lnTo>
                    <a:pt x="81" y="5"/>
                  </a:lnTo>
                  <a:lnTo>
                    <a:pt x="84" y="5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3" y="4"/>
                  </a:lnTo>
                  <a:lnTo>
                    <a:pt x="96" y="132"/>
                  </a:lnTo>
                  <a:lnTo>
                    <a:pt x="96" y="134"/>
                  </a:lnTo>
                  <a:lnTo>
                    <a:pt x="94" y="134"/>
                  </a:lnTo>
                  <a:lnTo>
                    <a:pt x="77" y="139"/>
                  </a:lnTo>
                  <a:lnTo>
                    <a:pt x="76" y="139"/>
                  </a:lnTo>
                  <a:lnTo>
                    <a:pt x="74" y="138"/>
                  </a:lnTo>
                  <a:lnTo>
                    <a:pt x="2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21"/>
            <p:cNvSpPr>
              <a:spLocks/>
            </p:cNvSpPr>
            <p:nvPr/>
          </p:nvSpPr>
          <p:spPr bwMode="auto">
            <a:xfrm>
              <a:off x="6500813" y="4386263"/>
              <a:ext cx="185738" cy="228600"/>
            </a:xfrm>
            <a:custGeom>
              <a:avLst/>
              <a:gdLst>
                <a:gd name="T0" fmla="*/ 0 w 117"/>
                <a:gd name="T1" fmla="*/ 29 h 144"/>
                <a:gd name="T2" fmla="*/ 2 w 117"/>
                <a:gd name="T3" fmla="*/ 27 h 144"/>
                <a:gd name="T4" fmla="*/ 59 w 117"/>
                <a:gd name="T5" fmla="*/ 2 h 144"/>
                <a:gd name="T6" fmla="*/ 60 w 117"/>
                <a:gd name="T7" fmla="*/ 0 h 144"/>
                <a:gd name="T8" fmla="*/ 62 w 117"/>
                <a:gd name="T9" fmla="*/ 2 h 144"/>
                <a:gd name="T10" fmla="*/ 67 w 117"/>
                <a:gd name="T11" fmla="*/ 14 h 144"/>
                <a:gd name="T12" fmla="*/ 69 w 117"/>
                <a:gd name="T13" fmla="*/ 17 h 144"/>
                <a:gd name="T14" fmla="*/ 67 w 117"/>
                <a:gd name="T15" fmla="*/ 19 h 144"/>
                <a:gd name="T16" fmla="*/ 28 w 117"/>
                <a:gd name="T17" fmla="*/ 36 h 144"/>
                <a:gd name="T18" fmla="*/ 42 w 117"/>
                <a:gd name="T19" fmla="*/ 65 h 144"/>
                <a:gd name="T20" fmla="*/ 79 w 117"/>
                <a:gd name="T21" fmla="*/ 48 h 144"/>
                <a:gd name="T22" fmla="*/ 81 w 117"/>
                <a:gd name="T23" fmla="*/ 48 h 144"/>
                <a:gd name="T24" fmla="*/ 83 w 117"/>
                <a:gd name="T25" fmla="*/ 50 h 144"/>
                <a:gd name="T26" fmla="*/ 88 w 117"/>
                <a:gd name="T27" fmla="*/ 62 h 144"/>
                <a:gd name="T28" fmla="*/ 90 w 117"/>
                <a:gd name="T29" fmla="*/ 65 h 144"/>
                <a:gd name="T30" fmla="*/ 86 w 117"/>
                <a:gd name="T31" fmla="*/ 67 h 144"/>
                <a:gd name="T32" fmla="*/ 50 w 117"/>
                <a:gd name="T33" fmla="*/ 82 h 144"/>
                <a:gd name="T34" fmla="*/ 66 w 117"/>
                <a:gd name="T35" fmla="*/ 117 h 144"/>
                <a:gd name="T36" fmla="*/ 107 w 117"/>
                <a:gd name="T37" fmla="*/ 98 h 144"/>
                <a:gd name="T38" fmla="*/ 108 w 117"/>
                <a:gd name="T39" fmla="*/ 96 h 144"/>
                <a:gd name="T40" fmla="*/ 110 w 117"/>
                <a:gd name="T41" fmla="*/ 100 h 144"/>
                <a:gd name="T42" fmla="*/ 115 w 117"/>
                <a:gd name="T43" fmla="*/ 112 h 144"/>
                <a:gd name="T44" fmla="*/ 117 w 117"/>
                <a:gd name="T45" fmla="*/ 113 h 144"/>
                <a:gd name="T46" fmla="*/ 114 w 117"/>
                <a:gd name="T47" fmla="*/ 115 h 144"/>
                <a:gd name="T48" fmla="*/ 55 w 117"/>
                <a:gd name="T49" fmla="*/ 142 h 144"/>
                <a:gd name="T50" fmla="*/ 54 w 117"/>
                <a:gd name="T51" fmla="*/ 144 h 144"/>
                <a:gd name="T52" fmla="*/ 52 w 117"/>
                <a:gd name="T53" fmla="*/ 141 h 144"/>
                <a:gd name="T54" fmla="*/ 0 w 117"/>
                <a:gd name="T55" fmla="*/ 31 h 144"/>
                <a:gd name="T56" fmla="*/ 0 w 117"/>
                <a:gd name="T57" fmla="*/ 29 h 144"/>
                <a:gd name="T58" fmla="*/ 0 w 117"/>
                <a:gd name="T59" fmla="*/ 2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7" h="144">
                  <a:moveTo>
                    <a:pt x="0" y="29"/>
                  </a:moveTo>
                  <a:lnTo>
                    <a:pt x="2" y="27"/>
                  </a:lnTo>
                  <a:lnTo>
                    <a:pt x="59" y="2"/>
                  </a:lnTo>
                  <a:lnTo>
                    <a:pt x="60" y="0"/>
                  </a:lnTo>
                  <a:lnTo>
                    <a:pt x="62" y="2"/>
                  </a:lnTo>
                  <a:lnTo>
                    <a:pt x="67" y="14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28" y="36"/>
                  </a:lnTo>
                  <a:lnTo>
                    <a:pt x="42" y="65"/>
                  </a:lnTo>
                  <a:lnTo>
                    <a:pt x="79" y="48"/>
                  </a:lnTo>
                  <a:lnTo>
                    <a:pt x="81" y="48"/>
                  </a:lnTo>
                  <a:lnTo>
                    <a:pt x="83" y="50"/>
                  </a:lnTo>
                  <a:lnTo>
                    <a:pt x="88" y="62"/>
                  </a:lnTo>
                  <a:lnTo>
                    <a:pt x="90" y="65"/>
                  </a:lnTo>
                  <a:lnTo>
                    <a:pt x="86" y="67"/>
                  </a:lnTo>
                  <a:lnTo>
                    <a:pt x="50" y="82"/>
                  </a:lnTo>
                  <a:lnTo>
                    <a:pt x="66" y="117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0" y="100"/>
                  </a:lnTo>
                  <a:lnTo>
                    <a:pt x="115" y="112"/>
                  </a:lnTo>
                  <a:lnTo>
                    <a:pt x="117" y="113"/>
                  </a:lnTo>
                  <a:lnTo>
                    <a:pt x="114" y="115"/>
                  </a:lnTo>
                  <a:lnTo>
                    <a:pt x="55" y="142"/>
                  </a:lnTo>
                  <a:lnTo>
                    <a:pt x="54" y="144"/>
                  </a:lnTo>
                  <a:lnTo>
                    <a:pt x="52" y="14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22"/>
            <p:cNvSpPr>
              <a:spLocks noEditPoints="1"/>
            </p:cNvSpPr>
            <p:nvPr/>
          </p:nvSpPr>
          <p:spPr bwMode="auto">
            <a:xfrm>
              <a:off x="6643688" y="4313238"/>
              <a:ext cx="228600" cy="214313"/>
            </a:xfrm>
            <a:custGeom>
              <a:avLst/>
              <a:gdLst>
                <a:gd name="T0" fmla="*/ 2 w 84"/>
                <a:gd name="T1" fmla="*/ 17 h 79"/>
                <a:gd name="T2" fmla="*/ 23 w 84"/>
                <a:gd name="T3" fmla="*/ 3 h 79"/>
                <a:gd name="T4" fmla="*/ 27 w 84"/>
                <a:gd name="T5" fmla="*/ 1 h 79"/>
                <a:gd name="T6" fmla="*/ 35 w 84"/>
                <a:gd name="T7" fmla="*/ 0 h 79"/>
                <a:gd name="T8" fmla="*/ 40 w 84"/>
                <a:gd name="T9" fmla="*/ 1 h 79"/>
                <a:gd name="T10" fmla="*/ 46 w 84"/>
                <a:gd name="T11" fmla="*/ 6 h 79"/>
                <a:gd name="T12" fmla="*/ 49 w 84"/>
                <a:gd name="T13" fmla="*/ 9 h 79"/>
                <a:gd name="T14" fmla="*/ 52 w 84"/>
                <a:gd name="T15" fmla="*/ 14 h 79"/>
                <a:gd name="T16" fmla="*/ 53 w 84"/>
                <a:gd name="T17" fmla="*/ 20 h 79"/>
                <a:gd name="T18" fmla="*/ 51 w 84"/>
                <a:gd name="T19" fmla="*/ 27 h 79"/>
                <a:gd name="T20" fmla="*/ 49 w 84"/>
                <a:gd name="T21" fmla="*/ 30 h 79"/>
                <a:gd name="T22" fmla="*/ 54 w 84"/>
                <a:gd name="T23" fmla="*/ 30 h 79"/>
                <a:gd name="T24" fmla="*/ 57 w 84"/>
                <a:gd name="T25" fmla="*/ 32 h 79"/>
                <a:gd name="T26" fmla="*/ 84 w 84"/>
                <a:gd name="T27" fmla="*/ 50 h 79"/>
                <a:gd name="T28" fmla="*/ 73 w 84"/>
                <a:gd name="T29" fmla="*/ 58 h 79"/>
                <a:gd name="T30" fmla="*/ 71 w 84"/>
                <a:gd name="T31" fmla="*/ 58 h 79"/>
                <a:gd name="T32" fmla="*/ 50 w 84"/>
                <a:gd name="T33" fmla="*/ 43 h 79"/>
                <a:gd name="T34" fmla="*/ 47 w 84"/>
                <a:gd name="T35" fmla="*/ 42 h 79"/>
                <a:gd name="T36" fmla="*/ 41 w 84"/>
                <a:gd name="T37" fmla="*/ 42 h 79"/>
                <a:gd name="T38" fmla="*/ 35 w 84"/>
                <a:gd name="T39" fmla="*/ 45 h 79"/>
                <a:gd name="T40" fmla="*/ 53 w 84"/>
                <a:gd name="T41" fmla="*/ 72 h 79"/>
                <a:gd name="T42" fmla="*/ 44 w 84"/>
                <a:gd name="T43" fmla="*/ 78 h 79"/>
                <a:gd name="T44" fmla="*/ 42 w 84"/>
                <a:gd name="T45" fmla="*/ 78 h 79"/>
                <a:gd name="T46" fmla="*/ 0 w 84"/>
                <a:gd name="T47" fmla="*/ 18 h 79"/>
                <a:gd name="T48" fmla="*/ 34 w 84"/>
                <a:gd name="T49" fmla="*/ 33 h 79"/>
                <a:gd name="T50" fmla="*/ 38 w 84"/>
                <a:gd name="T51" fmla="*/ 29 h 79"/>
                <a:gd name="T52" fmla="*/ 40 w 84"/>
                <a:gd name="T53" fmla="*/ 27 h 79"/>
                <a:gd name="T54" fmla="*/ 40 w 84"/>
                <a:gd name="T55" fmla="*/ 23 h 79"/>
                <a:gd name="T56" fmla="*/ 40 w 84"/>
                <a:gd name="T57" fmla="*/ 21 h 79"/>
                <a:gd name="T58" fmla="*/ 39 w 84"/>
                <a:gd name="T59" fmla="*/ 19 h 79"/>
                <a:gd name="T60" fmla="*/ 38 w 84"/>
                <a:gd name="T61" fmla="*/ 17 h 79"/>
                <a:gd name="T62" fmla="*/ 35 w 84"/>
                <a:gd name="T63" fmla="*/ 14 h 79"/>
                <a:gd name="T64" fmla="*/ 31 w 84"/>
                <a:gd name="T65" fmla="*/ 13 h 79"/>
                <a:gd name="T66" fmla="*/ 22 w 84"/>
                <a:gd name="T67" fmla="*/ 16 h 79"/>
                <a:gd name="T68" fmla="*/ 29 w 84"/>
                <a:gd name="T69" fmla="*/ 3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" h="79"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5"/>
                    <a:pt x="21" y="4"/>
                    <a:pt x="23" y="3"/>
                  </a:cubicBezTo>
                  <a:cubicBezTo>
                    <a:pt x="25" y="2"/>
                    <a:pt x="26" y="2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33" y="0"/>
                    <a:pt x="34" y="0"/>
                    <a:pt x="35" y="0"/>
                  </a:cubicBezTo>
                  <a:cubicBezTo>
                    <a:pt x="37" y="1"/>
                    <a:pt x="38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2"/>
                    <a:pt x="42" y="2"/>
                    <a:pt x="43" y="3"/>
                  </a:cubicBezTo>
                  <a:cubicBezTo>
                    <a:pt x="44" y="4"/>
                    <a:pt x="45" y="5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7" y="7"/>
                    <a:pt x="48" y="8"/>
                    <a:pt x="49" y="9"/>
                  </a:cubicBezTo>
                  <a:cubicBezTo>
                    <a:pt x="50" y="10"/>
                    <a:pt x="50" y="11"/>
                    <a:pt x="51" y="11"/>
                  </a:cubicBezTo>
                  <a:cubicBezTo>
                    <a:pt x="51" y="12"/>
                    <a:pt x="51" y="13"/>
                    <a:pt x="52" y="14"/>
                  </a:cubicBezTo>
                  <a:cubicBezTo>
                    <a:pt x="52" y="16"/>
                    <a:pt x="53" y="18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1"/>
                    <a:pt x="52" y="23"/>
                    <a:pt x="52" y="24"/>
                  </a:cubicBezTo>
                  <a:cubicBezTo>
                    <a:pt x="52" y="25"/>
                    <a:pt x="51" y="26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8"/>
                    <a:pt x="50" y="29"/>
                    <a:pt x="49" y="30"/>
                  </a:cubicBezTo>
                  <a:cubicBezTo>
                    <a:pt x="50" y="30"/>
                    <a:pt x="50" y="30"/>
                    <a:pt x="51" y="30"/>
                  </a:cubicBezTo>
                  <a:cubicBezTo>
                    <a:pt x="52" y="30"/>
                    <a:pt x="53" y="30"/>
                    <a:pt x="54" y="30"/>
                  </a:cubicBezTo>
                  <a:cubicBezTo>
                    <a:pt x="55" y="31"/>
                    <a:pt x="56" y="31"/>
                    <a:pt x="57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9" y="43"/>
                    <a:pt x="48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1"/>
                    <a:pt x="45" y="41"/>
                    <a:pt x="44" y="41"/>
                  </a:cubicBezTo>
                  <a:cubicBezTo>
                    <a:pt x="43" y="41"/>
                    <a:pt x="42" y="41"/>
                    <a:pt x="41" y="42"/>
                  </a:cubicBezTo>
                  <a:cubicBezTo>
                    <a:pt x="40" y="42"/>
                    <a:pt x="39" y="43"/>
                    <a:pt x="37" y="44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18"/>
                    <a:pt x="0" y="18"/>
                    <a:pt x="0" y="18"/>
                  </a:cubicBezTo>
                  <a:close/>
                  <a:moveTo>
                    <a:pt x="29" y="37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5" y="33"/>
                    <a:pt x="36" y="32"/>
                    <a:pt x="36" y="31"/>
                  </a:cubicBezTo>
                  <a:cubicBezTo>
                    <a:pt x="37" y="30"/>
                    <a:pt x="38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8"/>
                    <a:pt x="39" y="27"/>
                    <a:pt x="40" y="27"/>
                  </a:cubicBezTo>
                  <a:cubicBezTo>
                    <a:pt x="40" y="26"/>
                    <a:pt x="40" y="25"/>
                    <a:pt x="40" y="25"/>
                  </a:cubicBezTo>
                  <a:cubicBezTo>
                    <a:pt x="40" y="24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0"/>
                    <a:pt x="40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8" y="17"/>
                  </a:cubicBezTo>
                  <a:cubicBezTo>
                    <a:pt x="37" y="16"/>
                    <a:pt x="36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3"/>
                    <a:pt x="33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0" y="13"/>
                    <a:pt x="28" y="13"/>
                    <a:pt x="27" y="14"/>
                  </a:cubicBezTo>
                  <a:cubicBezTo>
                    <a:pt x="25" y="14"/>
                    <a:pt x="24" y="15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9" y="37"/>
                    <a:pt x="29" y="37"/>
                    <a:pt x="2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3"/>
            <p:cNvSpPr>
              <a:spLocks/>
            </p:cNvSpPr>
            <p:nvPr/>
          </p:nvSpPr>
          <p:spPr bwMode="auto">
            <a:xfrm>
              <a:off x="6796088" y="4200525"/>
              <a:ext cx="179388" cy="209550"/>
            </a:xfrm>
            <a:custGeom>
              <a:avLst/>
              <a:gdLst>
                <a:gd name="T0" fmla="*/ 28 w 66"/>
                <a:gd name="T1" fmla="*/ 10 h 77"/>
                <a:gd name="T2" fmla="*/ 25 w 66"/>
                <a:gd name="T3" fmla="*/ 11 h 77"/>
                <a:gd name="T4" fmla="*/ 20 w 66"/>
                <a:gd name="T5" fmla="*/ 14 h 77"/>
                <a:gd name="T6" fmla="*/ 17 w 66"/>
                <a:gd name="T7" fmla="*/ 17 h 77"/>
                <a:gd name="T8" fmla="*/ 14 w 66"/>
                <a:gd name="T9" fmla="*/ 20 h 77"/>
                <a:gd name="T10" fmla="*/ 14 w 66"/>
                <a:gd name="T11" fmla="*/ 27 h 77"/>
                <a:gd name="T12" fmla="*/ 16 w 66"/>
                <a:gd name="T13" fmla="*/ 31 h 77"/>
                <a:gd name="T14" fmla="*/ 19 w 66"/>
                <a:gd name="T15" fmla="*/ 32 h 77"/>
                <a:gd name="T16" fmla="*/ 20 w 66"/>
                <a:gd name="T17" fmla="*/ 33 h 77"/>
                <a:gd name="T18" fmla="*/ 22 w 66"/>
                <a:gd name="T19" fmla="*/ 33 h 77"/>
                <a:gd name="T20" fmla="*/ 25 w 66"/>
                <a:gd name="T21" fmla="*/ 32 h 77"/>
                <a:gd name="T22" fmla="*/ 37 w 66"/>
                <a:gd name="T23" fmla="*/ 29 h 77"/>
                <a:gd name="T24" fmla="*/ 41 w 66"/>
                <a:gd name="T25" fmla="*/ 29 h 77"/>
                <a:gd name="T26" fmla="*/ 49 w 66"/>
                <a:gd name="T27" fmla="*/ 29 h 77"/>
                <a:gd name="T28" fmla="*/ 52 w 66"/>
                <a:gd name="T29" fmla="*/ 30 h 77"/>
                <a:gd name="T30" fmla="*/ 55 w 66"/>
                <a:gd name="T31" fmla="*/ 31 h 77"/>
                <a:gd name="T32" fmla="*/ 60 w 66"/>
                <a:gd name="T33" fmla="*/ 35 h 77"/>
                <a:gd name="T34" fmla="*/ 65 w 66"/>
                <a:gd name="T35" fmla="*/ 42 h 77"/>
                <a:gd name="T36" fmla="*/ 66 w 66"/>
                <a:gd name="T37" fmla="*/ 50 h 77"/>
                <a:gd name="T38" fmla="*/ 64 w 66"/>
                <a:gd name="T39" fmla="*/ 59 h 77"/>
                <a:gd name="T40" fmla="*/ 57 w 66"/>
                <a:gd name="T41" fmla="*/ 67 h 77"/>
                <a:gd name="T42" fmla="*/ 50 w 66"/>
                <a:gd name="T43" fmla="*/ 73 h 77"/>
                <a:gd name="T44" fmla="*/ 43 w 66"/>
                <a:gd name="T45" fmla="*/ 77 h 77"/>
                <a:gd name="T46" fmla="*/ 41 w 66"/>
                <a:gd name="T47" fmla="*/ 76 h 77"/>
                <a:gd name="T48" fmla="*/ 33 w 66"/>
                <a:gd name="T49" fmla="*/ 67 h 77"/>
                <a:gd name="T50" fmla="*/ 39 w 66"/>
                <a:gd name="T51" fmla="*/ 65 h 77"/>
                <a:gd name="T52" fmla="*/ 39 w 66"/>
                <a:gd name="T53" fmla="*/ 65 h 77"/>
                <a:gd name="T54" fmla="*/ 43 w 66"/>
                <a:gd name="T55" fmla="*/ 64 h 77"/>
                <a:gd name="T56" fmla="*/ 48 w 66"/>
                <a:gd name="T57" fmla="*/ 60 h 77"/>
                <a:gd name="T58" fmla="*/ 50 w 66"/>
                <a:gd name="T59" fmla="*/ 58 h 77"/>
                <a:gd name="T60" fmla="*/ 53 w 66"/>
                <a:gd name="T61" fmla="*/ 52 h 77"/>
                <a:gd name="T62" fmla="*/ 53 w 66"/>
                <a:gd name="T63" fmla="*/ 48 h 77"/>
                <a:gd name="T64" fmla="*/ 52 w 66"/>
                <a:gd name="T65" fmla="*/ 46 h 77"/>
                <a:gd name="T66" fmla="*/ 51 w 66"/>
                <a:gd name="T67" fmla="*/ 45 h 77"/>
                <a:gd name="T68" fmla="*/ 48 w 66"/>
                <a:gd name="T69" fmla="*/ 43 h 77"/>
                <a:gd name="T70" fmla="*/ 47 w 66"/>
                <a:gd name="T71" fmla="*/ 42 h 77"/>
                <a:gd name="T72" fmla="*/ 43 w 66"/>
                <a:gd name="T73" fmla="*/ 42 h 77"/>
                <a:gd name="T74" fmla="*/ 34 w 66"/>
                <a:gd name="T75" fmla="*/ 43 h 77"/>
                <a:gd name="T76" fmla="*/ 24 w 66"/>
                <a:gd name="T77" fmla="*/ 45 h 77"/>
                <a:gd name="T78" fmla="*/ 16 w 66"/>
                <a:gd name="T79" fmla="*/ 45 h 77"/>
                <a:gd name="T80" fmla="*/ 10 w 66"/>
                <a:gd name="T81" fmla="*/ 43 h 77"/>
                <a:gd name="T82" fmla="*/ 8 w 66"/>
                <a:gd name="T83" fmla="*/ 42 h 77"/>
                <a:gd name="T84" fmla="*/ 5 w 66"/>
                <a:gd name="T85" fmla="*/ 39 h 77"/>
                <a:gd name="T86" fmla="*/ 2 w 66"/>
                <a:gd name="T87" fmla="*/ 36 h 77"/>
                <a:gd name="T88" fmla="*/ 0 w 66"/>
                <a:gd name="T89" fmla="*/ 28 h 77"/>
                <a:gd name="T90" fmla="*/ 1 w 66"/>
                <a:gd name="T91" fmla="*/ 20 h 77"/>
                <a:gd name="T92" fmla="*/ 3 w 66"/>
                <a:gd name="T93" fmla="*/ 16 h 77"/>
                <a:gd name="T94" fmla="*/ 9 w 66"/>
                <a:gd name="T95" fmla="*/ 9 h 77"/>
                <a:gd name="T96" fmla="*/ 9 w 66"/>
                <a:gd name="T97" fmla="*/ 9 h 77"/>
                <a:gd name="T98" fmla="*/ 12 w 66"/>
                <a:gd name="T99" fmla="*/ 6 h 77"/>
                <a:gd name="T100" fmla="*/ 15 w 66"/>
                <a:gd name="T101" fmla="*/ 4 h 77"/>
                <a:gd name="T102" fmla="*/ 18 w 66"/>
                <a:gd name="T103" fmla="*/ 2 h 77"/>
                <a:gd name="T104" fmla="*/ 22 w 66"/>
                <a:gd name="T105" fmla="*/ 0 h 77"/>
                <a:gd name="T106" fmla="*/ 29 w 66"/>
                <a:gd name="T107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6" h="77">
                  <a:moveTo>
                    <a:pt x="31" y="10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12"/>
                    <a:pt x="23" y="12"/>
                    <a:pt x="22" y="13"/>
                  </a:cubicBezTo>
                  <a:cubicBezTo>
                    <a:pt x="21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5"/>
                    <a:pt x="18" y="16"/>
                    <a:pt x="17" y="17"/>
                  </a:cubicBezTo>
                  <a:cubicBezTo>
                    <a:pt x="16" y="18"/>
                    <a:pt x="15" y="19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1"/>
                    <a:pt x="13" y="23"/>
                    <a:pt x="13" y="24"/>
                  </a:cubicBezTo>
                  <a:cubicBezTo>
                    <a:pt x="13" y="25"/>
                    <a:pt x="13" y="26"/>
                    <a:pt x="14" y="27"/>
                  </a:cubicBezTo>
                  <a:cubicBezTo>
                    <a:pt x="14" y="28"/>
                    <a:pt x="15" y="29"/>
                    <a:pt x="15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2"/>
                    <a:pt x="18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2"/>
                    <a:pt x="20" y="32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7" y="32"/>
                    <a:pt x="29" y="31"/>
                    <a:pt x="32" y="30"/>
                  </a:cubicBezTo>
                  <a:cubicBezTo>
                    <a:pt x="34" y="30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9" y="29"/>
                    <a:pt x="40" y="29"/>
                    <a:pt x="41" y="29"/>
                  </a:cubicBezTo>
                  <a:cubicBezTo>
                    <a:pt x="43" y="28"/>
                    <a:pt x="44" y="28"/>
                    <a:pt x="45" y="28"/>
                  </a:cubicBezTo>
                  <a:cubicBezTo>
                    <a:pt x="47" y="28"/>
                    <a:pt x="48" y="28"/>
                    <a:pt x="49" y="29"/>
                  </a:cubicBezTo>
                  <a:cubicBezTo>
                    <a:pt x="50" y="29"/>
                    <a:pt x="51" y="29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3" y="30"/>
                    <a:pt x="54" y="30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6" y="31"/>
                    <a:pt x="57" y="32"/>
                    <a:pt x="58" y="33"/>
                  </a:cubicBezTo>
                  <a:cubicBezTo>
                    <a:pt x="58" y="33"/>
                    <a:pt x="59" y="34"/>
                    <a:pt x="60" y="35"/>
                  </a:cubicBezTo>
                  <a:cubicBezTo>
                    <a:pt x="61" y="36"/>
                    <a:pt x="62" y="37"/>
                    <a:pt x="63" y="38"/>
                  </a:cubicBezTo>
                  <a:cubicBezTo>
                    <a:pt x="63" y="39"/>
                    <a:pt x="64" y="41"/>
                    <a:pt x="65" y="42"/>
                  </a:cubicBezTo>
                  <a:cubicBezTo>
                    <a:pt x="65" y="43"/>
                    <a:pt x="65" y="45"/>
                    <a:pt x="66" y="46"/>
                  </a:cubicBezTo>
                  <a:cubicBezTo>
                    <a:pt x="66" y="47"/>
                    <a:pt x="66" y="49"/>
                    <a:pt x="66" y="50"/>
                  </a:cubicBezTo>
                  <a:cubicBezTo>
                    <a:pt x="66" y="52"/>
                    <a:pt x="66" y="53"/>
                    <a:pt x="65" y="55"/>
                  </a:cubicBezTo>
                  <a:cubicBezTo>
                    <a:pt x="65" y="56"/>
                    <a:pt x="64" y="57"/>
                    <a:pt x="64" y="59"/>
                  </a:cubicBezTo>
                  <a:cubicBezTo>
                    <a:pt x="63" y="60"/>
                    <a:pt x="62" y="62"/>
                    <a:pt x="61" y="63"/>
                  </a:cubicBezTo>
                  <a:cubicBezTo>
                    <a:pt x="60" y="64"/>
                    <a:pt x="59" y="66"/>
                    <a:pt x="57" y="67"/>
                  </a:cubicBezTo>
                  <a:cubicBezTo>
                    <a:pt x="56" y="68"/>
                    <a:pt x="55" y="69"/>
                    <a:pt x="54" y="70"/>
                  </a:cubicBezTo>
                  <a:cubicBezTo>
                    <a:pt x="52" y="71"/>
                    <a:pt x="51" y="72"/>
                    <a:pt x="50" y="73"/>
                  </a:cubicBezTo>
                  <a:cubicBezTo>
                    <a:pt x="49" y="74"/>
                    <a:pt x="47" y="74"/>
                    <a:pt x="46" y="75"/>
                  </a:cubicBezTo>
                  <a:cubicBezTo>
                    <a:pt x="45" y="76"/>
                    <a:pt x="44" y="76"/>
                    <a:pt x="43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7" y="66"/>
                    <a:pt x="38" y="66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0" y="65"/>
                    <a:pt x="41" y="65"/>
                    <a:pt x="43" y="64"/>
                  </a:cubicBezTo>
                  <a:cubicBezTo>
                    <a:pt x="44" y="63"/>
                    <a:pt x="45" y="63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9" y="59"/>
                    <a:pt x="50" y="59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3" y="53"/>
                    <a:pt x="53" y="52"/>
                  </a:cubicBezTo>
                  <a:cubicBezTo>
                    <a:pt x="53" y="51"/>
                    <a:pt x="53" y="50"/>
                    <a:pt x="53" y="50"/>
                  </a:cubicBezTo>
                  <a:cubicBezTo>
                    <a:pt x="53" y="49"/>
                    <a:pt x="53" y="49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2" y="47"/>
                    <a:pt x="52" y="47"/>
                    <a:pt x="52" y="46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2" y="46"/>
                    <a:pt x="51" y="45"/>
                    <a:pt x="51" y="45"/>
                  </a:cubicBezTo>
                  <a:cubicBezTo>
                    <a:pt x="50" y="45"/>
                    <a:pt x="50" y="44"/>
                    <a:pt x="50" y="44"/>
                  </a:cubicBezTo>
                  <a:cubicBezTo>
                    <a:pt x="49" y="43"/>
                    <a:pt x="49" y="43"/>
                    <a:pt x="48" y="43"/>
                  </a:cubicBezTo>
                  <a:cubicBezTo>
                    <a:pt x="48" y="43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2"/>
                    <a:pt x="46" y="42"/>
                    <a:pt x="45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3" y="42"/>
                    <a:pt x="42" y="42"/>
                    <a:pt x="41" y="42"/>
                  </a:cubicBezTo>
                  <a:cubicBezTo>
                    <a:pt x="39" y="42"/>
                    <a:pt x="37" y="43"/>
                    <a:pt x="34" y="43"/>
                  </a:cubicBezTo>
                  <a:cubicBezTo>
                    <a:pt x="32" y="44"/>
                    <a:pt x="30" y="44"/>
                    <a:pt x="28" y="45"/>
                  </a:cubicBezTo>
                  <a:cubicBezTo>
                    <a:pt x="27" y="45"/>
                    <a:pt x="25" y="45"/>
                    <a:pt x="24" y="45"/>
                  </a:cubicBezTo>
                  <a:cubicBezTo>
                    <a:pt x="22" y="46"/>
                    <a:pt x="21" y="46"/>
                    <a:pt x="20" y="46"/>
                  </a:cubicBezTo>
                  <a:cubicBezTo>
                    <a:pt x="19" y="46"/>
                    <a:pt x="17" y="46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2" y="44"/>
                    <a:pt x="10" y="43"/>
                  </a:cubicBezTo>
                  <a:cubicBezTo>
                    <a:pt x="9" y="43"/>
                    <a:pt x="9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1"/>
                    <a:pt x="6" y="40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8"/>
                    <a:pt x="3" y="37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4"/>
                    <a:pt x="1" y="33"/>
                    <a:pt x="1" y="32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1" y="22"/>
                    <a:pt x="1" y="21"/>
                    <a:pt x="1" y="20"/>
                  </a:cubicBezTo>
                  <a:cubicBezTo>
                    <a:pt x="2" y="19"/>
                    <a:pt x="2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1" y="7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4" y="5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3"/>
                    <a:pt x="17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2"/>
                    <a:pt x="20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10"/>
                    <a:pt x="31" y="10"/>
                    <a:pt x="3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Freeform 24"/>
            <p:cNvSpPr>
              <a:spLocks/>
            </p:cNvSpPr>
            <p:nvPr/>
          </p:nvSpPr>
          <p:spPr bwMode="auto">
            <a:xfrm>
              <a:off x="6884988" y="4135438"/>
              <a:ext cx="177800" cy="157163"/>
            </a:xfrm>
            <a:custGeom>
              <a:avLst/>
              <a:gdLst>
                <a:gd name="T0" fmla="*/ 0 w 112"/>
                <a:gd name="T1" fmla="*/ 17 h 99"/>
                <a:gd name="T2" fmla="*/ 2 w 112"/>
                <a:gd name="T3" fmla="*/ 15 h 99"/>
                <a:gd name="T4" fmla="*/ 12 w 112"/>
                <a:gd name="T5" fmla="*/ 2 h 99"/>
                <a:gd name="T6" fmla="*/ 14 w 112"/>
                <a:gd name="T7" fmla="*/ 0 h 99"/>
                <a:gd name="T8" fmla="*/ 16 w 112"/>
                <a:gd name="T9" fmla="*/ 2 h 99"/>
                <a:gd name="T10" fmla="*/ 108 w 112"/>
                <a:gd name="T11" fmla="*/ 81 h 99"/>
                <a:gd name="T12" fmla="*/ 112 w 112"/>
                <a:gd name="T13" fmla="*/ 82 h 99"/>
                <a:gd name="T14" fmla="*/ 108 w 112"/>
                <a:gd name="T15" fmla="*/ 84 h 99"/>
                <a:gd name="T16" fmla="*/ 98 w 112"/>
                <a:gd name="T17" fmla="*/ 98 h 99"/>
                <a:gd name="T18" fmla="*/ 96 w 112"/>
                <a:gd name="T19" fmla="*/ 99 h 99"/>
                <a:gd name="T20" fmla="*/ 94 w 112"/>
                <a:gd name="T21" fmla="*/ 98 h 99"/>
                <a:gd name="T22" fmla="*/ 2 w 112"/>
                <a:gd name="T23" fmla="*/ 19 h 99"/>
                <a:gd name="T24" fmla="*/ 0 w 112"/>
                <a:gd name="T25" fmla="*/ 17 h 99"/>
                <a:gd name="T26" fmla="*/ 0 w 112"/>
                <a:gd name="T27" fmla="*/ 1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2" h="99">
                  <a:moveTo>
                    <a:pt x="0" y="17"/>
                  </a:moveTo>
                  <a:lnTo>
                    <a:pt x="2" y="15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08" y="81"/>
                  </a:lnTo>
                  <a:lnTo>
                    <a:pt x="112" y="82"/>
                  </a:lnTo>
                  <a:lnTo>
                    <a:pt x="108" y="84"/>
                  </a:lnTo>
                  <a:lnTo>
                    <a:pt x="98" y="98"/>
                  </a:lnTo>
                  <a:lnTo>
                    <a:pt x="96" y="99"/>
                  </a:lnTo>
                  <a:lnTo>
                    <a:pt x="94" y="98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Freeform 25"/>
            <p:cNvSpPr>
              <a:spLocks/>
            </p:cNvSpPr>
            <p:nvPr/>
          </p:nvSpPr>
          <p:spPr bwMode="auto">
            <a:xfrm>
              <a:off x="6942138" y="3984625"/>
              <a:ext cx="215900" cy="182563"/>
            </a:xfrm>
            <a:custGeom>
              <a:avLst/>
              <a:gdLst>
                <a:gd name="T0" fmla="*/ 33 w 136"/>
                <a:gd name="T1" fmla="*/ 55 h 115"/>
                <a:gd name="T2" fmla="*/ 17 w 136"/>
                <a:gd name="T3" fmla="*/ 78 h 115"/>
                <a:gd name="T4" fmla="*/ 16 w 136"/>
                <a:gd name="T5" fmla="*/ 81 h 115"/>
                <a:gd name="T6" fmla="*/ 14 w 136"/>
                <a:gd name="T7" fmla="*/ 79 h 115"/>
                <a:gd name="T8" fmla="*/ 2 w 136"/>
                <a:gd name="T9" fmla="*/ 73 h 115"/>
                <a:gd name="T10" fmla="*/ 0 w 136"/>
                <a:gd name="T11" fmla="*/ 71 h 115"/>
                <a:gd name="T12" fmla="*/ 2 w 136"/>
                <a:gd name="T13" fmla="*/ 67 h 115"/>
                <a:gd name="T14" fmla="*/ 45 w 136"/>
                <a:gd name="T15" fmla="*/ 2 h 115"/>
                <a:gd name="T16" fmla="*/ 46 w 136"/>
                <a:gd name="T17" fmla="*/ 0 h 115"/>
                <a:gd name="T18" fmla="*/ 48 w 136"/>
                <a:gd name="T19" fmla="*/ 2 h 115"/>
                <a:gd name="T20" fmla="*/ 60 w 136"/>
                <a:gd name="T21" fmla="*/ 9 h 115"/>
                <a:gd name="T22" fmla="*/ 62 w 136"/>
                <a:gd name="T23" fmla="*/ 11 h 115"/>
                <a:gd name="T24" fmla="*/ 60 w 136"/>
                <a:gd name="T25" fmla="*/ 12 h 115"/>
                <a:gd name="T26" fmla="*/ 45 w 136"/>
                <a:gd name="T27" fmla="*/ 36 h 115"/>
                <a:gd name="T28" fmla="*/ 132 w 136"/>
                <a:gd name="T29" fmla="*/ 95 h 115"/>
                <a:gd name="T30" fmla="*/ 136 w 136"/>
                <a:gd name="T31" fmla="*/ 97 h 115"/>
                <a:gd name="T32" fmla="*/ 134 w 136"/>
                <a:gd name="T33" fmla="*/ 98 h 115"/>
                <a:gd name="T34" fmla="*/ 125 w 136"/>
                <a:gd name="T35" fmla="*/ 112 h 115"/>
                <a:gd name="T36" fmla="*/ 124 w 136"/>
                <a:gd name="T37" fmla="*/ 115 h 115"/>
                <a:gd name="T38" fmla="*/ 120 w 136"/>
                <a:gd name="T39" fmla="*/ 114 h 115"/>
                <a:gd name="T40" fmla="*/ 33 w 136"/>
                <a:gd name="T41" fmla="*/ 55 h 115"/>
                <a:gd name="T42" fmla="*/ 33 w 136"/>
                <a:gd name="T43" fmla="*/ 5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15">
                  <a:moveTo>
                    <a:pt x="33" y="55"/>
                  </a:moveTo>
                  <a:lnTo>
                    <a:pt x="17" y="78"/>
                  </a:lnTo>
                  <a:lnTo>
                    <a:pt x="16" y="81"/>
                  </a:lnTo>
                  <a:lnTo>
                    <a:pt x="14" y="79"/>
                  </a:lnTo>
                  <a:lnTo>
                    <a:pt x="2" y="73"/>
                  </a:lnTo>
                  <a:lnTo>
                    <a:pt x="0" y="71"/>
                  </a:lnTo>
                  <a:lnTo>
                    <a:pt x="2" y="67"/>
                  </a:lnTo>
                  <a:lnTo>
                    <a:pt x="45" y="2"/>
                  </a:lnTo>
                  <a:lnTo>
                    <a:pt x="46" y="0"/>
                  </a:lnTo>
                  <a:lnTo>
                    <a:pt x="48" y="2"/>
                  </a:lnTo>
                  <a:lnTo>
                    <a:pt x="60" y="9"/>
                  </a:lnTo>
                  <a:lnTo>
                    <a:pt x="62" y="11"/>
                  </a:lnTo>
                  <a:lnTo>
                    <a:pt x="60" y="12"/>
                  </a:lnTo>
                  <a:lnTo>
                    <a:pt x="45" y="36"/>
                  </a:lnTo>
                  <a:lnTo>
                    <a:pt x="132" y="95"/>
                  </a:lnTo>
                  <a:lnTo>
                    <a:pt x="136" y="97"/>
                  </a:lnTo>
                  <a:lnTo>
                    <a:pt x="134" y="98"/>
                  </a:lnTo>
                  <a:lnTo>
                    <a:pt x="125" y="112"/>
                  </a:lnTo>
                  <a:lnTo>
                    <a:pt x="124" y="115"/>
                  </a:lnTo>
                  <a:lnTo>
                    <a:pt x="120" y="114"/>
                  </a:lnTo>
                  <a:lnTo>
                    <a:pt x="33" y="55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Freeform 26"/>
            <p:cNvSpPr>
              <a:spLocks/>
            </p:cNvSpPr>
            <p:nvPr/>
          </p:nvSpPr>
          <p:spPr bwMode="auto">
            <a:xfrm>
              <a:off x="4900613" y="3810000"/>
              <a:ext cx="255588" cy="234950"/>
            </a:xfrm>
            <a:custGeom>
              <a:avLst/>
              <a:gdLst>
                <a:gd name="T0" fmla="*/ 79 w 161"/>
                <a:gd name="T1" fmla="*/ 59 h 148"/>
                <a:gd name="T2" fmla="*/ 115 w 161"/>
                <a:gd name="T3" fmla="*/ 4 h 148"/>
                <a:gd name="T4" fmla="*/ 119 w 161"/>
                <a:gd name="T5" fmla="*/ 0 h 148"/>
                <a:gd name="T6" fmla="*/ 120 w 161"/>
                <a:gd name="T7" fmla="*/ 4 h 148"/>
                <a:gd name="T8" fmla="*/ 129 w 161"/>
                <a:gd name="T9" fmla="*/ 23 h 148"/>
                <a:gd name="T10" fmla="*/ 129 w 161"/>
                <a:gd name="T11" fmla="*/ 25 h 148"/>
                <a:gd name="T12" fmla="*/ 129 w 161"/>
                <a:gd name="T13" fmla="*/ 26 h 148"/>
                <a:gd name="T14" fmla="*/ 101 w 161"/>
                <a:gd name="T15" fmla="*/ 66 h 148"/>
                <a:gd name="T16" fmla="*/ 149 w 161"/>
                <a:gd name="T17" fmla="*/ 71 h 148"/>
                <a:gd name="T18" fmla="*/ 151 w 161"/>
                <a:gd name="T19" fmla="*/ 71 h 148"/>
                <a:gd name="T20" fmla="*/ 151 w 161"/>
                <a:gd name="T21" fmla="*/ 73 h 148"/>
                <a:gd name="T22" fmla="*/ 160 w 161"/>
                <a:gd name="T23" fmla="*/ 90 h 148"/>
                <a:gd name="T24" fmla="*/ 161 w 161"/>
                <a:gd name="T25" fmla="*/ 95 h 148"/>
                <a:gd name="T26" fmla="*/ 156 w 161"/>
                <a:gd name="T27" fmla="*/ 93 h 148"/>
                <a:gd name="T28" fmla="*/ 91 w 161"/>
                <a:gd name="T29" fmla="*/ 83 h 148"/>
                <a:gd name="T30" fmla="*/ 50 w 161"/>
                <a:gd name="T31" fmla="*/ 145 h 148"/>
                <a:gd name="T32" fmla="*/ 47 w 161"/>
                <a:gd name="T33" fmla="*/ 148 h 148"/>
                <a:gd name="T34" fmla="*/ 45 w 161"/>
                <a:gd name="T35" fmla="*/ 145 h 148"/>
                <a:gd name="T36" fmla="*/ 36 w 161"/>
                <a:gd name="T37" fmla="*/ 126 h 148"/>
                <a:gd name="T38" fmla="*/ 36 w 161"/>
                <a:gd name="T39" fmla="*/ 124 h 148"/>
                <a:gd name="T40" fmla="*/ 36 w 161"/>
                <a:gd name="T41" fmla="*/ 124 h 148"/>
                <a:gd name="T42" fmla="*/ 67 w 161"/>
                <a:gd name="T43" fmla="*/ 78 h 148"/>
                <a:gd name="T44" fmla="*/ 14 w 161"/>
                <a:gd name="T45" fmla="*/ 73 h 148"/>
                <a:gd name="T46" fmla="*/ 12 w 161"/>
                <a:gd name="T47" fmla="*/ 71 h 148"/>
                <a:gd name="T48" fmla="*/ 11 w 161"/>
                <a:gd name="T49" fmla="*/ 71 h 148"/>
                <a:gd name="T50" fmla="*/ 4 w 161"/>
                <a:gd name="T51" fmla="*/ 52 h 148"/>
                <a:gd name="T52" fmla="*/ 0 w 161"/>
                <a:gd name="T53" fmla="*/ 49 h 148"/>
                <a:gd name="T54" fmla="*/ 5 w 161"/>
                <a:gd name="T55" fmla="*/ 49 h 148"/>
                <a:gd name="T56" fmla="*/ 79 w 161"/>
                <a:gd name="T57" fmla="*/ 59 h 148"/>
                <a:gd name="T58" fmla="*/ 79 w 161"/>
                <a:gd name="T59" fmla="*/ 5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148">
                  <a:moveTo>
                    <a:pt x="79" y="59"/>
                  </a:moveTo>
                  <a:lnTo>
                    <a:pt x="115" y="4"/>
                  </a:lnTo>
                  <a:lnTo>
                    <a:pt x="119" y="0"/>
                  </a:lnTo>
                  <a:lnTo>
                    <a:pt x="120" y="4"/>
                  </a:lnTo>
                  <a:lnTo>
                    <a:pt x="129" y="23"/>
                  </a:lnTo>
                  <a:lnTo>
                    <a:pt x="129" y="25"/>
                  </a:lnTo>
                  <a:lnTo>
                    <a:pt x="129" y="26"/>
                  </a:lnTo>
                  <a:lnTo>
                    <a:pt x="101" y="66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51" y="73"/>
                  </a:lnTo>
                  <a:lnTo>
                    <a:pt x="160" y="90"/>
                  </a:lnTo>
                  <a:lnTo>
                    <a:pt x="161" y="95"/>
                  </a:lnTo>
                  <a:lnTo>
                    <a:pt x="156" y="93"/>
                  </a:lnTo>
                  <a:lnTo>
                    <a:pt x="91" y="83"/>
                  </a:lnTo>
                  <a:lnTo>
                    <a:pt x="50" y="145"/>
                  </a:lnTo>
                  <a:lnTo>
                    <a:pt x="47" y="148"/>
                  </a:lnTo>
                  <a:lnTo>
                    <a:pt x="45" y="145"/>
                  </a:lnTo>
                  <a:lnTo>
                    <a:pt x="36" y="126"/>
                  </a:lnTo>
                  <a:lnTo>
                    <a:pt x="36" y="124"/>
                  </a:lnTo>
                  <a:lnTo>
                    <a:pt x="36" y="124"/>
                  </a:lnTo>
                  <a:lnTo>
                    <a:pt x="67" y="78"/>
                  </a:lnTo>
                  <a:lnTo>
                    <a:pt x="14" y="73"/>
                  </a:lnTo>
                  <a:lnTo>
                    <a:pt x="12" y="71"/>
                  </a:lnTo>
                  <a:lnTo>
                    <a:pt x="11" y="71"/>
                  </a:lnTo>
                  <a:lnTo>
                    <a:pt x="4" y="52"/>
                  </a:lnTo>
                  <a:lnTo>
                    <a:pt x="0" y="49"/>
                  </a:lnTo>
                  <a:lnTo>
                    <a:pt x="5" y="49"/>
                  </a:lnTo>
                  <a:lnTo>
                    <a:pt x="79" y="59"/>
                  </a:ln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27"/>
            <p:cNvSpPr>
              <a:spLocks/>
            </p:cNvSpPr>
            <p:nvPr/>
          </p:nvSpPr>
          <p:spPr bwMode="auto">
            <a:xfrm>
              <a:off x="5003800" y="3990975"/>
              <a:ext cx="192088" cy="133350"/>
            </a:xfrm>
            <a:custGeom>
              <a:avLst/>
              <a:gdLst>
                <a:gd name="T0" fmla="*/ 109 w 121"/>
                <a:gd name="T1" fmla="*/ 0 h 84"/>
                <a:gd name="T2" fmla="*/ 110 w 121"/>
                <a:gd name="T3" fmla="*/ 2 h 84"/>
                <a:gd name="T4" fmla="*/ 119 w 121"/>
                <a:gd name="T5" fmla="*/ 15 h 84"/>
                <a:gd name="T6" fmla="*/ 121 w 121"/>
                <a:gd name="T7" fmla="*/ 19 h 84"/>
                <a:gd name="T8" fmla="*/ 119 w 121"/>
                <a:gd name="T9" fmla="*/ 20 h 84"/>
                <a:gd name="T10" fmla="*/ 14 w 121"/>
                <a:gd name="T11" fmla="*/ 82 h 84"/>
                <a:gd name="T12" fmla="*/ 12 w 121"/>
                <a:gd name="T13" fmla="*/ 84 h 84"/>
                <a:gd name="T14" fmla="*/ 11 w 121"/>
                <a:gd name="T15" fmla="*/ 82 h 84"/>
                <a:gd name="T16" fmla="*/ 2 w 121"/>
                <a:gd name="T17" fmla="*/ 67 h 84"/>
                <a:gd name="T18" fmla="*/ 0 w 121"/>
                <a:gd name="T19" fmla="*/ 65 h 84"/>
                <a:gd name="T20" fmla="*/ 4 w 121"/>
                <a:gd name="T21" fmla="*/ 63 h 84"/>
                <a:gd name="T22" fmla="*/ 107 w 121"/>
                <a:gd name="T23" fmla="*/ 0 h 84"/>
                <a:gd name="T24" fmla="*/ 109 w 121"/>
                <a:gd name="T25" fmla="*/ 0 h 84"/>
                <a:gd name="T26" fmla="*/ 109 w 121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" h="84">
                  <a:moveTo>
                    <a:pt x="109" y="0"/>
                  </a:moveTo>
                  <a:lnTo>
                    <a:pt x="110" y="2"/>
                  </a:lnTo>
                  <a:lnTo>
                    <a:pt x="119" y="15"/>
                  </a:lnTo>
                  <a:lnTo>
                    <a:pt x="121" y="19"/>
                  </a:lnTo>
                  <a:lnTo>
                    <a:pt x="119" y="20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2" y="67"/>
                  </a:lnTo>
                  <a:lnTo>
                    <a:pt x="0" y="65"/>
                  </a:lnTo>
                  <a:lnTo>
                    <a:pt x="4" y="63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Freeform 28"/>
            <p:cNvSpPr>
              <a:spLocks noEditPoints="1"/>
            </p:cNvSpPr>
            <p:nvPr/>
          </p:nvSpPr>
          <p:spPr bwMode="auto">
            <a:xfrm>
              <a:off x="5070475" y="4067175"/>
              <a:ext cx="214313" cy="204788"/>
            </a:xfrm>
            <a:custGeom>
              <a:avLst/>
              <a:gdLst>
                <a:gd name="T0" fmla="*/ 58 w 79"/>
                <a:gd name="T1" fmla="*/ 0 h 75"/>
                <a:gd name="T2" fmla="*/ 59 w 79"/>
                <a:gd name="T3" fmla="*/ 1 h 75"/>
                <a:gd name="T4" fmla="*/ 69 w 79"/>
                <a:gd name="T5" fmla="*/ 15 h 75"/>
                <a:gd name="T6" fmla="*/ 74 w 79"/>
                <a:gd name="T7" fmla="*/ 21 h 75"/>
                <a:gd name="T8" fmla="*/ 74 w 79"/>
                <a:gd name="T9" fmla="*/ 21 h 75"/>
                <a:gd name="T10" fmla="*/ 76 w 79"/>
                <a:gd name="T11" fmla="*/ 26 h 75"/>
                <a:gd name="T12" fmla="*/ 76 w 79"/>
                <a:gd name="T13" fmla="*/ 26 h 75"/>
                <a:gd name="T14" fmla="*/ 78 w 79"/>
                <a:gd name="T15" fmla="*/ 31 h 75"/>
                <a:gd name="T16" fmla="*/ 79 w 79"/>
                <a:gd name="T17" fmla="*/ 35 h 75"/>
                <a:gd name="T18" fmla="*/ 79 w 79"/>
                <a:gd name="T19" fmla="*/ 38 h 75"/>
                <a:gd name="T20" fmla="*/ 78 w 79"/>
                <a:gd name="T21" fmla="*/ 42 h 75"/>
                <a:gd name="T22" fmla="*/ 78 w 79"/>
                <a:gd name="T23" fmla="*/ 46 h 75"/>
                <a:gd name="T24" fmla="*/ 76 w 79"/>
                <a:gd name="T25" fmla="*/ 50 h 75"/>
                <a:gd name="T26" fmla="*/ 74 w 79"/>
                <a:gd name="T27" fmla="*/ 54 h 75"/>
                <a:gd name="T28" fmla="*/ 74 w 79"/>
                <a:gd name="T29" fmla="*/ 54 h 75"/>
                <a:gd name="T30" fmla="*/ 72 w 79"/>
                <a:gd name="T31" fmla="*/ 58 h 75"/>
                <a:gd name="T32" fmla="*/ 68 w 79"/>
                <a:gd name="T33" fmla="*/ 62 h 75"/>
                <a:gd name="T34" fmla="*/ 64 w 79"/>
                <a:gd name="T35" fmla="*/ 66 h 75"/>
                <a:gd name="T36" fmla="*/ 57 w 79"/>
                <a:gd name="T37" fmla="*/ 70 h 75"/>
                <a:gd name="T38" fmla="*/ 51 w 79"/>
                <a:gd name="T39" fmla="*/ 73 h 75"/>
                <a:gd name="T40" fmla="*/ 44 w 79"/>
                <a:gd name="T41" fmla="*/ 75 h 75"/>
                <a:gd name="T42" fmla="*/ 44 w 79"/>
                <a:gd name="T43" fmla="*/ 75 h 75"/>
                <a:gd name="T44" fmla="*/ 37 w 79"/>
                <a:gd name="T45" fmla="*/ 75 h 75"/>
                <a:gd name="T46" fmla="*/ 37 w 79"/>
                <a:gd name="T47" fmla="*/ 75 h 75"/>
                <a:gd name="T48" fmla="*/ 29 w 79"/>
                <a:gd name="T49" fmla="*/ 73 h 75"/>
                <a:gd name="T50" fmla="*/ 22 w 79"/>
                <a:gd name="T51" fmla="*/ 70 h 75"/>
                <a:gd name="T52" fmla="*/ 15 w 79"/>
                <a:gd name="T53" fmla="*/ 64 h 75"/>
                <a:gd name="T54" fmla="*/ 8 w 79"/>
                <a:gd name="T55" fmla="*/ 56 h 75"/>
                <a:gd name="T56" fmla="*/ 1 w 79"/>
                <a:gd name="T57" fmla="*/ 47 h 75"/>
                <a:gd name="T58" fmla="*/ 0 w 79"/>
                <a:gd name="T59" fmla="*/ 46 h 75"/>
                <a:gd name="T60" fmla="*/ 1 w 79"/>
                <a:gd name="T61" fmla="*/ 44 h 75"/>
                <a:gd name="T62" fmla="*/ 57 w 79"/>
                <a:gd name="T63" fmla="*/ 1 h 75"/>
                <a:gd name="T64" fmla="*/ 58 w 79"/>
                <a:gd name="T65" fmla="*/ 0 h 75"/>
                <a:gd name="T66" fmla="*/ 16 w 79"/>
                <a:gd name="T67" fmla="*/ 49 h 75"/>
                <a:gd name="T68" fmla="*/ 19 w 79"/>
                <a:gd name="T69" fmla="*/ 52 h 75"/>
                <a:gd name="T70" fmla="*/ 27 w 79"/>
                <a:gd name="T71" fmla="*/ 60 h 75"/>
                <a:gd name="T72" fmla="*/ 36 w 79"/>
                <a:gd name="T73" fmla="*/ 63 h 75"/>
                <a:gd name="T74" fmla="*/ 36 w 79"/>
                <a:gd name="T75" fmla="*/ 63 h 75"/>
                <a:gd name="T76" fmla="*/ 36 w 79"/>
                <a:gd name="T77" fmla="*/ 63 h 75"/>
                <a:gd name="T78" fmla="*/ 36 w 79"/>
                <a:gd name="T79" fmla="*/ 63 h 75"/>
                <a:gd name="T80" fmla="*/ 45 w 79"/>
                <a:gd name="T81" fmla="*/ 61 h 75"/>
                <a:gd name="T82" fmla="*/ 55 w 79"/>
                <a:gd name="T83" fmla="*/ 55 h 75"/>
                <a:gd name="T84" fmla="*/ 59 w 79"/>
                <a:gd name="T85" fmla="*/ 52 h 75"/>
                <a:gd name="T86" fmla="*/ 59 w 79"/>
                <a:gd name="T87" fmla="*/ 52 h 75"/>
                <a:gd name="T88" fmla="*/ 62 w 79"/>
                <a:gd name="T89" fmla="*/ 48 h 75"/>
                <a:gd name="T90" fmla="*/ 62 w 79"/>
                <a:gd name="T91" fmla="*/ 48 h 75"/>
                <a:gd name="T92" fmla="*/ 65 w 79"/>
                <a:gd name="T93" fmla="*/ 44 h 75"/>
                <a:gd name="T94" fmla="*/ 66 w 79"/>
                <a:gd name="T95" fmla="*/ 40 h 75"/>
                <a:gd name="T96" fmla="*/ 66 w 79"/>
                <a:gd name="T97" fmla="*/ 36 h 75"/>
                <a:gd name="T98" fmla="*/ 66 w 79"/>
                <a:gd name="T99" fmla="*/ 36 h 75"/>
                <a:gd name="T100" fmla="*/ 65 w 79"/>
                <a:gd name="T101" fmla="*/ 31 h 75"/>
                <a:gd name="T102" fmla="*/ 63 w 79"/>
                <a:gd name="T103" fmla="*/ 26 h 75"/>
                <a:gd name="T104" fmla="*/ 60 w 79"/>
                <a:gd name="T105" fmla="*/ 21 h 75"/>
                <a:gd name="T106" fmla="*/ 57 w 79"/>
                <a:gd name="T107" fmla="*/ 17 h 75"/>
                <a:gd name="T108" fmla="*/ 16 w 79"/>
                <a:gd name="T10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9" h="75">
                  <a:moveTo>
                    <a:pt x="58" y="0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71" y="17"/>
                    <a:pt x="72" y="19"/>
                    <a:pt x="74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3"/>
                    <a:pt x="76" y="24"/>
                    <a:pt x="76" y="26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7" y="28"/>
                    <a:pt x="77" y="29"/>
                    <a:pt x="78" y="31"/>
                  </a:cubicBezTo>
                  <a:cubicBezTo>
                    <a:pt x="78" y="32"/>
                    <a:pt x="78" y="34"/>
                    <a:pt x="79" y="35"/>
                  </a:cubicBezTo>
                  <a:cubicBezTo>
                    <a:pt x="79" y="36"/>
                    <a:pt x="79" y="37"/>
                    <a:pt x="79" y="38"/>
                  </a:cubicBezTo>
                  <a:cubicBezTo>
                    <a:pt x="79" y="40"/>
                    <a:pt x="79" y="41"/>
                    <a:pt x="78" y="42"/>
                  </a:cubicBezTo>
                  <a:cubicBezTo>
                    <a:pt x="78" y="43"/>
                    <a:pt x="78" y="45"/>
                    <a:pt x="78" y="46"/>
                  </a:cubicBezTo>
                  <a:cubicBezTo>
                    <a:pt x="77" y="47"/>
                    <a:pt x="77" y="49"/>
                    <a:pt x="76" y="50"/>
                  </a:cubicBezTo>
                  <a:cubicBezTo>
                    <a:pt x="76" y="51"/>
                    <a:pt x="75" y="53"/>
                    <a:pt x="74" y="54"/>
                  </a:cubicBezTo>
                  <a:cubicBezTo>
                    <a:pt x="74" y="54"/>
                    <a:pt x="74" y="54"/>
                    <a:pt x="74" y="54"/>
                  </a:cubicBezTo>
                  <a:cubicBezTo>
                    <a:pt x="74" y="55"/>
                    <a:pt x="73" y="57"/>
                    <a:pt x="72" y="58"/>
                  </a:cubicBezTo>
                  <a:cubicBezTo>
                    <a:pt x="71" y="59"/>
                    <a:pt x="69" y="61"/>
                    <a:pt x="68" y="62"/>
                  </a:cubicBezTo>
                  <a:cubicBezTo>
                    <a:pt x="67" y="63"/>
                    <a:pt x="65" y="65"/>
                    <a:pt x="64" y="66"/>
                  </a:cubicBezTo>
                  <a:cubicBezTo>
                    <a:pt x="62" y="67"/>
                    <a:pt x="60" y="69"/>
                    <a:pt x="57" y="70"/>
                  </a:cubicBezTo>
                  <a:cubicBezTo>
                    <a:pt x="55" y="71"/>
                    <a:pt x="53" y="72"/>
                    <a:pt x="51" y="73"/>
                  </a:cubicBezTo>
                  <a:cubicBezTo>
                    <a:pt x="48" y="74"/>
                    <a:pt x="46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1" y="75"/>
                    <a:pt x="39" y="75"/>
                    <a:pt x="37" y="75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4" y="75"/>
                    <a:pt x="32" y="74"/>
                    <a:pt x="29" y="73"/>
                  </a:cubicBezTo>
                  <a:cubicBezTo>
                    <a:pt x="27" y="72"/>
                    <a:pt x="25" y="71"/>
                    <a:pt x="22" y="70"/>
                  </a:cubicBezTo>
                  <a:cubicBezTo>
                    <a:pt x="20" y="68"/>
                    <a:pt x="17" y="66"/>
                    <a:pt x="15" y="64"/>
                  </a:cubicBezTo>
                  <a:cubicBezTo>
                    <a:pt x="13" y="62"/>
                    <a:pt x="10" y="59"/>
                    <a:pt x="8" y="56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16" y="49"/>
                  </a:moveTo>
                  <a:cubicBezTo>
                    <a:pt x="19" y="52"/>
                    <a:pt x="19" y="52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1"/>
                    <a:pt x="33" y="62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9" y="63"/>
                    <a:pt x="42" y="62"/>
                    <a:pt x="45" y="61"/>
                  </a:cubicBezTo>
                  <a:cubicBezTo>
                    <a:pt x="49" y="60"/>
                    <a:pt x="52" y="58"/>
                    <a:pt x="55" y="55"/>
                  </a:cubicBezTo>
                  <a:cubicBezTo>
                    <a:pt x="57" y="54"/>
                    <a:pt x="58" y="53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3" y="47"/>
                    <a:pt x="64" y="45"/>
                    <a:pt x="65" y="44"/>
                  </a:cubicBezTo>
                  <a:cubicBezTo>
                    <a:pt x="65" y="43"/>
                    <a:pt x="66" y="41"/>
                    <a:pt x="66" y="40"/>
                  </a:cubicBezTo>
                  <a:cubicBezTo>
                    <a:pt x="66" y="39"/>
                    <a:pt x="66" y="37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4"/>
                    <a:pt x="66" y="32"/>
                    <a:pt x="65" y="31"/>
                  </a:cubicBezTo>
                  <a:cubicBezTo>
                    <a:pt x="65" y="29"/>
                    <a:pt x="64" y="28"/>
                    <a:pt x="63" y="26"/>
                  </a:cubicBezTo>
                  <a:cubicBezTo>
                    <a:pt x="62" y="24"/>
                    <a:pt x="61" y="22"/>
                    <a:pt x="60" y="21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16" y="49"/>
                    <a:pt x="16" y="49"/>
                    <a:pt x="1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Freeform 29"/>
            <p:cNvSpPr>
              <a:spLocks/>
            </p:cNvSpPr>
            <p:nvPr/>
          </p:nvSpPr>
          <p:spPr bwMode="auto">
            <a:xfrm>
              <a:off x="5205413" y="4208463"/>
              <a:ext cx="169863" cy="166688"/>
            </a:xfrm>
            <a:custGeom>
              <a:avLst/>
              <a:gdLst>
                <a:gd name="T0" fmla="*/ 91 w 107"/>
                <a:gd name="T1" fmla="*/ 0 h 105"/>
                <a:gd name="T2" fmla="*/ 93 w 107"/>
                <a:gd name="T3" fmla="*/ 4 h 105"/>
                <a:gd name="T4" fmla="*/ 105 w 107"/>
                <a:gd name="T5" fmla="*/ 16 h 105"/>
                <a:gd name="T6" fmla="*/ 107 w 107"/>
                <a:gd name="T7" fmla="*/ 17 h 105"/>
                <a:gd name="T8" fmla="*/ 105 w 107"/>
                <a:gd name="T9" fmla="*/ 19 h 105"/>
                <a:gd name="T10" fmla="*/ 18 w 107"/>
                <a:gd name="T11" fmla="*/ 103 h 105"/>
                <a:gd name="T12" fmla="*/ 16 w 107"/>
                <a:gd name="T13" fmla="*/ 105 h 105"/>
                <a:gd name="T14" fmla="*/ 14 w 107"/>
                <a:gd name="T15" fmla="*/ 103 h 105"/>
                <a:gd name="T16" fmla="*/ 2 w 107"/>
                <a:gd name="T17" fmla="*/ 91 h 105"/>
                <a:gd name="T18" fmla="*/ 0 w 107"/>
                <a:gd name="T19" fmla="*/ 90 h 105"/>
                <a:gd name="T20" fmla="*/ 2 w 107"/>
                <a:gd name="T21" fmla="*/ 88 h 105"/>
                <a:gd name="T22" fmla="*/ 90 w 107"/>
                <a:gd name="T23" fmla="*/ 4 h 105"/>
                <a:gd name="T24" fmla="*/ 91 w 107"/>
                <a:gd name="T25" fmla="*/ 0 h 105"/>
                <a:gd name="T26" fmla="*/ 91 w 107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105">
                  <a:moveTo>
                    <a:pt x="91" y="0"/>
                  </a:moveTo>
                  <a:lnTo>
                    <a:pt x="93" y="4"/>
                  </a:lnTo>
                  <a:lnTo>
                    <a:pt x="105" y="16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8" y="103"/>
                  </a:lnTo>
                  <a:lnTo>
                    <a:pt x="16" y="105"/>
                  </a:lnTo>
                  <a:lnTo>
                    <a:pt x="14" y="103"/>
                  </a:lnTo>
                  <a:lnTo>
                    <a:pt x="2" y="91"/>
                  </a:lnTo>
                  <a:lnTo>
                    <a:pt x="0" y="90"/>
                  </a:lnTo>
                  <a:lnTo>
                    <a:pt x="2" y="88"/>
                  </a:lnTo>
                  <a:lnTo>
                    <a:pt x="90" y="4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Freeform 30"/>
            <p:cNvSpPr>
              <a:spLocks noEditPoints="1"/>
            </p:cNvSpPr>
            <p:nvPr/>
          </p:nvSpPr>
          <p:spPr bwMode="auto">
            <a:xfrm>
              <a:off x="5272088" y="4295775"/>
              <a:ext cx="209550" cy="227013"/>
            </a:xfrm>
            <a:custGeom>
              <a:avLst/>
              <a:gdLst>
                <a:gd name="T0" fmla="*/ 132 w 132"/>
                <a:gd name="T1" fmla="*/ 14 h 143"/>
                <a:gd name="T2" fmla="*/ 130 w 132"/>
                <a:gd name="T3" fmla="*/ 16 h 143"/>
                <a:gd name="T4" fmla="*/ 94 w 132"/>
                <a:gd name="T5" fmla="*/ 139 h 143"/>
                <a:gd name="T6" fmla="*/ 92 w 132"/>
                <a:gd name="T7" fmla="*/ 143 h 143"/>
                <a:gd name="T8" fmla="*/ 89 w 132"/>
                <a:gd name="T9" fmla="*/ 141 h 143"/>
                <a:gd name="T10" fmla="*/ 75 w 132"/>
                <a:gd name="T11" fmla="*/ 131 h 143"/>
                <a:gd name="T12" fmla="*/ 73 w 132"/>
                <a:gd name="T13" fmla="*/ 129 h 143"/>
                <a:gd name="T14" fmla="*/ 73 w 132"/>
                <a:gd name="T15" fmla="*/ 127 h 143"/>
                <a:gd name="T16" fmla="*/ 84 w 132"/>
                <a:gd name="T17" fmla="*/ 96 h 143"/>
                <a:gd name="T18" fmla="*/ 46 w 132"/>
                <a:gd name="T19" fmla="*/ 69 h 143"/>
                <a:gd name="T20" fmla="*/ 20 w 132"/>
                <a:gd name="T21" fmla="*/ 88 h 143"/>
                <a:gd name="T22" fmla="*/ 18 w 132"/>
                <a:gd name="T23" fmla="*/ 88 h 143"/>
                <a:gd name="T24" fmla="*/ 17 w 132"/>
                <a:gd name="T25" fmla="*/ 88 h 143"/>
                <a:gd name="T26" fmla="*/ 3 w 132"/>
                <a:gd name="T27" fmla="*/ 78 h 143"/>
                <a:gd name="T28" fmla="*/ 0 w 132"/>
                <a:gd name="T29" fmla="*/ 74 h 143"/>
                <a:gd name="T30" fmla="*/ 3 w 132"/>
                <a:gd name="T31" fmla="*/ 72 h 143"/>
                <a:gd name="T32" fmla="*/ 111 w 132"/>
                <a:gd name="T33" fmla="*/ 2 h 143"/>
                <a:gd name="T34" fmla="*/ 113 w 132"/>
                <a:gd name="T35" fmla="*/ 0 h 143"/>
                <a:gd name="T36" fmla="*/ 114 w 132"/>
                <a:gd name="T37" fmla="*/ 2 h 143"/>
                <a:gd name="T38" fmla="*/ 130 w 132"/>
                <a:gd name="T39" fmla="*/ 12 h 143"/>
                <a:gd name="T40" fmla="*/ 132 w 132"/>
                <a:gd name="T41" fmla="*/ 14 h 143"/>
                <a:gd name="T42" fmla="*/ 132 w 132"/>
                <a:gd name="T43" fmla="*/ 14 h 143"/>
                <a:gd name="T44" fmla="*/ 89 w 132"/>
                <a:gd name="T45" fmla="*/ 78 h 143"/>
                <a:gd name="T46" fmla="*/ 106 w 132"/>
                <a:gd name="T47" fmla="*/ 28 h 143"/>
                <a:gd name="T48" fmla="*/ 63 w 132"/>
                <a:gd name="T49" fmla="*/ 59 h 143"/>
                <a:gd name="T50" fmla="*/ 89 w 132"/>
                <a:gd name="T51" fmla="*/ 78 h 143"/>
                <a:gd name="T52" fmla="*/ 89 w 132"/>
                <a:gd name="T5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143">
                  <a:moveTo>
                    <a:pt x="132" y="14"/>
                  </a:moveTo>
                  <a:lnTo>
                    <a:pt x="130" y="16"/>
                  </a:lnTo>
                  <a:lnTo>
                    <a:pt x="94" y="139"/>
                  </a:lnTo>
                  <a:lnTo>
                    <a:pt x="92" y="143"/>
                  </a:lnTo>
                  <a:lnTo>
                    <a:pt x="89" y="141"/>
                  </a:lnTo>
                  <a:lnTo>
                    <a:pt x="75" y="131"/>
                  </a:lnTo>
                  <a:lnTo>
                    <a:pt x="73" y="129"/>
                  </a:lnTo>
                  <a:lnTo>
                    <a:pt x="73" y="127"/>
                  </a:lnTo>
                  <a:lnTo>
                    <a:pt x="84" y="96"/>
                  </a:lnTo>
                  <a:lnTo>
                    <a:pt x="46" y="69"/>
                  </a:lnTo>
                  <a:lnTo>
                    <a:pt x="20" y="88"/>
                  </a:lnTo>
                  <a:lnTo>
                    <a:pt x="18" y="88"/>
                  </a:lnTo>
                  <a:lnTo>
                    <a:pt x="17" y="88"/>
                  </a:lnTo>
                  <a:lnTo>
                    <a:pt x="3" y="78"/>
                  </a:lnTo>
                  <a:lnTo>
                    <a:pt x="0" y="74"/>
                  </a:lnTo>
                  <a:lnTo>
                    <a:pt x="3" y="72"/>
                  </a:lnTo>
                  <a:lnTo>
                    <a:pt x="111" y="2"/>
                  </a:lnTo>
                  <a:lnTo>
                    <a:pt x="113" y="0"/>
                  </a:lnTo>
                  <a:lnTo>
                    <a:pt x="114" y="2"/>
                  </a:lnTo>
                  <a:lnTo>
                    <a:pt x="130" y="12"/>
                  </a:lnTo>
                  <a:lnTo>
                    <a:pt x="132" y="14"/>
                  </a:lnTo>
                  <a:lnTo>
                    <a:pt x="132" y="14"/>
                  </a:lnTo>
                  <a:close/>
                  <a:moveTo>
                    <a:pt x="89" y="78"/>
                  </a:moveTo>
                  <a:lnTo>
                    <a:pt x="106" y="28"/>
                  </a:lnTo>
                  <a:lnTo>
                    <a:pt x="63" y="59"/>
                  </a:lnTo>
                  <a:lnTo>
                    <a:pt x="89" y="78"/>
                  </a:lnTo>
                  <a:lnTo>
                    <a:pt x="89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9" name="Freeform 31"/>
            <p:cNvSpPr>
              <a:spLocks/>
            </p:cNvSpPr>
            <p:nvPr/>
          </p:nvSpPr>
          <p:spPr bwMode="auto">
            <a:xfrm>
              <a:off x="5467350" y="4370388"/>
              <a:ext cx="223838" cy="247650"/>
            </a:xfrm>
            <a:custGeom>
              <a:avLst/>
              <a:gdLst>
                <a:gd name="T0" fmla="*/ 57 w 141"/>
                <a:gd name="T1" fmla="*/ 0 h 156"/>
                <a:gd name="T2" fmla="*/ 60 w 141"/>
                <a:gd name="T3" fmla="*/ 1 h 156"/>
                <a:gd name="T4" fmla="*/ 79 w 141"/>
                <a:gd name="T5" fmla="*/ 10 h 156"/>
                <a:gd name="T6" fmla="*/ 79 w 141"/>
                <a:gd name="T7" fmla="*/ 12 h 156"/>
                <a:gd name="T8" fmla="*/ 81 w 141"/>
                <a:gd name="T9" fmla="*/ 13 h 156"/>
                <a:gd name="T10" fmla="*/ 81 w 141"/>
                <a:gd name="T11" fmla="*/ 113 h 156"/>
                <a:gd name="T12" fmla="*/ 120 w 141"/>
                <a:gd name="T13" fmla="*/ 34 h 156"/>
                <a:gd name="T14" fmla="*/ 122 w 141"/>
                <a:gd name="T15" fmla="*/ 32 h 156"/>
                <a:gd name="T16" fmla="*/ 123 w 141"/>
                <a:gd name="T17" fmla="*/ 32 h 156"/>
                <a:gd name="T18" fmla="*/ 137 w 141"/>
                <a:gd name="T19" fmla="*/ 39 h 156"/>
                <a:gd name="T20" fmla="*/ 141 w 141"/>
                <a:gd name="T21" fmla="*/ 41 h 156"/>
                <a:gd name="T22" fmla="*/ 139 w 141"/>
                <a:gd name="T23" fmla="*/ 44 h 156"/>
                <a:gd name="T24" fmla="*/ 86 w 141"/>
                <a:gd name="T25" fmla="*/ 152 h 156"/>
                <a:gd name="T26" fmla="*/ 84 w 141"/>
                <a:gd name="T27" fmla="*/ 156 h 156"/>
                <a:gd name="T28" fmla="*/ 82 w 141"/>
                <a:gd name="T29" fmla="*/ 154 h 156"/>
                <a:gd name="T30" fmla="*/ 63 w 141"/>
                <a:gd name="T31" fmla="*/ 144 h 156"/>
                <a:gd name="T32" fmla="*/ 62 w 141"/>
                <a:gd name="T33" fmla="*/ 144 h 156"/>
                <a:gd name="T34" fmla="*/ 62 w 141"/>
                <a:gd name="T35" fmla="*/ 142 h 156"/>
                <a:gd name="T36" fmla="*/ 60 w 141"/>
                <a:gd name="T37" fmla="*/ 43 h 156"/>
                <a:gd name="T38" fmla="*/ 22 w 141"/>
                <a:gd name="T39" fmla="*/ 122 h 156"/>
                <a:gd name="T40" fmla="*/ 21 w 141"/>
                <a:gd name="T41" fmla="*/ 123 h 156"/>
                <a:gd name="T42" fmla="*/ 17 w 141"/>
                <a:gd name="T43" fmla="*/ 122 h 156"/>
                <a:gd name="T44" fmla="*/ 3 w 141"/>
                <a:gd name="T45" fmla="*/ 115 h 156"/>
                <a:gd name="T46" fmla="*/ 0 w 141"/>
                <a:gd name="T47" fmla="*/ 113 h 156"/>
                <a:gd name="T48" fmla="*/ 2 w 141"/>
                <a:gd name="T49" fmla="*/ 111 h 156"/>
                <a:gd name="T50" fmla="*/ 55 w 141"/>
                <a:gd name="T51" fmla="*/ 3 h 156"/>
                <a:gd name="T52" fmla="*/ 57 w 141"/>
                <a:gd name="T53" fmla="*/ 0 h 156"/>
                <a:gd name="T54" fmla="*/ 57 w 141"/>
                <a:gd name="T5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1" h="156">
                  <a:moveTo>
                    <a:pt x="57" y="0"/>
                  </a:moveTo>
                  <a:lnTo>
                    <a:pt x="60" y="1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1" y="13"/>
                  </a:lnTo>
                  <a:lnTo>
                    <a:pt x="81" y="113"/>
                  </a:lnTo>
                  <a:lnTo>
                    <a:pt x="120" y="34"/>
                  </a:lnTo>
                  <a:lnTo>
                    <a:pt x="122" y="32"/>
                  </a:lnTo>
                  <a:lnTo>
                    <a:pt x="123" y="32"/>
                  </a:lnTo>
                  <a:lnTo>
                    <a:pt x="137" y="39"/>
                  </a:lnTo>
                  <a:lnTo>
                    <a:pt x="141" y="41"/>
                  </a:lnTo>
                  <a:lnTo>
                    <a:pt x="139" y="44"/>
                  </a:lnTo>
                  <a:lnTo>
                    <a:pt x="86" y="152"/>
                  </a:lnTo>
                  <a:lnTo>
                    <a:pt x="84" y="156"/>
                  </a:lnTo>
                  <a:lnTo>
                    <a:pt x="82" y="154"/>
                  </a:lnTo>
                  <a:lnTo>
                    <a:pt x="63" y="144"/>
                  </a:lnTo>
                  <a:lnTo>
                    <a:pt x="62" y="144"/>
                  </a:lnTo>
                  <a:lnTo>
                    <a:pt x="62" y="142"/>
                  </a:lnTo>
                  <a:lnTo>
                    <a:pt x="60" y="43"/>
                  </a:lnTo>
                  <a:lnTo>
                    <a:pt x="22" y="122"/>
                  </a:lnTo>
                  <a:lnTo>
                    <a:pt x="21" y="123"/>
                  </a:lnTo>
                  <a:lnTo>
                    <a:pt x="17" y="122"/>
                  </a:lnTo>
                  <a:lnTo>
                    <a:pt x="3" y="115"/>
                  </a:lnTo>
                  <a:lnTo>
                    <a:pt x="0" y="113"/>
                  </a:lnTo>
                  <a:lnTo>
                    <a:pt x="2" y="111"/>
                  </a:lnTo>
                  <a:lnTo>
                    <a:pt x="55" y="3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0" name="Freeform 32"/>
            <p:cNvSpPr>
              <a:spLocks/>
            </p:cNvSpPr>
            <p:nvPr/>
          </p:nvSpPr>
          <p:spPr bwMode="auto">
            <a:xfrm>
              <a:off x="7032625" y="3802063"/>
              <a:ext cx="225425" cy="174625"/>
            </a:xfrm>
            <a:custGeom>
              <a:avLst/>
              <a:gdLst>
                <a:gd name="T0" fmla="*/ 85 w 142"/>
                <a:gd name="T1" fmla="*/ 90 h 110"/>
                <a:gd name="T2" fmla="*/ 5 w 142"/>
                <a:gd name="T3" fmla="*/ 98 h 110"/>
                <a:gd name="T4" fmla="*/ 0 w 142"/>
                <a:gd name="T5" fmla="*/ 98 h 110"/>
                <a:gd name="T6" fmla="*/ 3 w 142"/>
                <a:gd name="T7" fmla="*/ 95 h 110"/>
                <a:gd name="T8" fmla="*/ 10 w 142"/>
                <a:gd name="T9" fmla="*/ 76 h 110"/>
                <a:gd name="T10" fmla="*/ 10 w 142"/>
                <a:gd name="T11" fmla="*/ 74 h 110"/>
                <a:gd name="T12" fmla="*/ 12 w 142"/>
                <a:gd name="T13" fmla="*/ 74 h 110"/>
                <a:gd name="T14" fmla="*/ 68 w 142"/>
                <a:gd name="T15" fmla="*/ 69 h 110"/>
                <a:gd name="T16" fmla="*/ 34 w 142"/>
                <a:gd name="T17" fmla="*/ 24 h 110"/>
                <a:gd name="T18" fmla="*/ 32 w 142"/>
                <a:gd name="T19" fmla="*/ 24 h 110"/>
                <a:gd name="T20" fmla="*/ 34 w 142"/>
                <a:gd name="T21" fmla="*/ 23 h 110"/>
                <a:gd name="T22" fmla="*/ 41 w 142"/>
                <a:gd name="T23" fmla="*/ 5 h 110"/>
                <a:gd name="T24" fmla="*/ 43 w 142"/>
                <a:gd name="T25" fmla="*/ 0 h 110"/>
                <a:gd name="T26" fmla="*/ 46 w 142"/>
                <a:gd name="T27" fmla="*/ 4 h 110"/>
                <a:gd name="T28" fmla="*/ 94 w 142"/>
                <a:gd name="T29" fmla="*/ 69 h 110"/>
                <a:gd name="T30" fmla="*/ 140 w 142"/>
                <a:gd name="T31" fmla="*/ 90 h 110"/>
                <a:gd name="T32" fmla="*/ 142 w 142"/>
                <a:gd name="T33" fmla="*/ 90 h 110"/>
                <a:gd name="T34" fmla="*/ 142 w 142"/>
                <a:gd name="T35" fmla="*/ 93 h 110"/>
                <a:gd name="T36" fmla="*/ 135 w 142"/>
                <a:gd name="T37" fmla="*/ 109 h 110"/>
                <a:gd name="T38" fmla="*/ 133 w 142"/>
                <a:gd name="T39" fmla="*/ 110 h 110"/>
                <a:gd name="T40" fmla="*/ 130 w 142"/>
                <a:gd name="T41" fmla="*/ 110 h 110"/>
                <a:gd name="T42" fmla="*/ 85 w 142"/>
                <a:gd name="T43" fmla="*/ 90 h 110"/>
                <a:gd name="T44" fmla="*/ 85 w 142"/>
                <a:gd name="T45" fmla="*/ 9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2" h="110">
                  <a:moveTo>
                    <a:pt x="85" y="90"/>
                  </a:moveTo>
                  <a:lnTo>
                    <a:pt x="5" y="9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0" y="76"/>
                  </a:lnTo>
                  <a:lnTo>
                    <a:pt x="10" y="74"/>
                  </a:lnTo>
                  <a:lnTo>
                    <a:pt x="12" y="74"/>
                  </a:lnTo>
                  <a:lnTo>
                    <a:pt x="68" y="69"/>
                  </a:lnTo>
                  <a:lnTo>
                    <a:pt x="34" y="24"/>
                  </a:lnTo>
                  <a:lnTo>
                    <a:pt x="32" y="24"/>
                  </a:lnTo>
                  <a:lnTo>
                    <a:pt x="34" y="23"/>
                  </a:lnTo>
                  <a:lnTo>
                    <a:pt x="41" y="5"/>
                  </a:lnTo>
                  <a:lnTo>
                    <a:pt x="43" y="0"/>
                  </a:lnTo>
                  <a:lnTo>
                    <a:pt x="46" y="4"/>
                  </a:lnTo>
                  <a:lnTo>
                    <a:pt x="94" y="69"/>
                  </a:lnTo>
                  <a:lnTo>
                    <a:pt x="140" y="90"/>
                  </a:lnTo>
                  <a:lnTo>
                    <a:pt x="142" y="90"/>
                  </a:lnTo>
                  <a:lnTo>
                    <a:pt x="142" y="93"/>
                  </a:lnTo>
                  <a:lnTo>
                    <a:pt x="135" y="109"/>
                  </a:lnTo>
                  <a:lnTo>
                    <a:pt x="133" y="110"/>
                  </a:lnTo>
                  <a:lnTo>
                    <a:pt x="130" y="110"/>
                  </a:lnTo>
                  <a:lnTo>
                    <a:pt x="85" y="90"/>
                  </a:lnTo>
                  <a:lnTo>
                    <a:pt x="8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Freeform 33"/>
            <p:cNvSpPr>
              <a:spLocks noEditPoints="1"/>
            </p:cNvSpPr>
            <p:nvPr/>
          </p:nvSpPr>
          <p:spPr bwMode="auto">
            <a:xfrm>
              <a:off x="5878513" y="4075113"/>
              <a:ext cx="431800" cy="125413"/>
            </a:xfrm>
            <a:custGeom>
              <a:avLst/>
              <a:gdLst>
                <a:gd name="T0" fmla="*/ 0 w 159"/>
                <a:gd name="T1" fmla="*/ 40 h 46"/>
                <a:gd name="T2" fmla="*/ 8 w 159"/>
                <a:gd name="T3" fmla="*/ 35 h 46"/>
                <a:gd name="T4" fmla="*/ 6 w 159"/>
                <a:gd name="T5" fmla="*/ 9 h 46"/>
                <a:gd name="T6" fmla="*/ 0 w 159"/>
                <a:gd name="T7" fmla="*/ 3 h 46"/>
                <a:gd name="T8" fmla="*/ 14 w 159"/>
                <a:gd name="T9" fmla="*/ 1 h 46"/>
                <a:gd name="T10" fmla="*/ 18 w 159"/>
                <a:gd name="T11" fmla="*/ 35 h 46"/>
                <a:gd name="T12" fmla="*/ 25 w 159"/>
                <a:gd name="T13" fmla="*/ 40 h 46"/>
                <a:gd name="T14" fmla="*/ 0 w 159"/>
                <a:gd name="T15" fmla="*/ 45 h 46"/>
                <a:gd name="T16" fmla="*/ 59 w 159"/>
                <a:gd name="T17" fmla="*/ 29 h 46"/>
                <a:gd name="T18" fmla="*/ 42 w 159"/>
                <a:gd name="T19" fmla="*/ 26 h 46"/>
                <a:gd name="T20" fmla="*/ 43 w 159"/>
                <a:gd name="T21" fmla="*/ 4 h 46"/>
                <a:gd name="T22" fmla="*/ 69 w 159"/>
                <a:gd name="T23" fmla="*/ 6 h 46"/>
                <a:gd name="T24" fmla="*/ 69 w 159"/>
                <a:gd name="T25" fmla="*/ 40 h 46"/>
                <a:gd name="T26" fmla="*/ 44 w 159"/>
                <a:gd name="T27" fmla="*/ 43 h 46"/>
                <a:gd name="T28" fmla="*/ 41 w 159"/>
                <a:gd name="T29" fmla="*/ 34 h 46"/>
                <a:gd name="T30" fmla="*/ 50 w 159"/>
                <a:gd name="T31" fmla="*/ 37 h 46"/>
                <a:gd name="T32" fmla="*/ 51 w 159"/>
                <a:gd name="T33" fmla="*/ 40 h 46"/>
                <a:gd name="T34" fmla="*/ 61 w 159"/>
                <a:gd name="T35" fmla="*/ 37 h 46"/>
                <a:gd name="T36" fmla="*/ 63 w 159"/>
                <a:gd name="T37" fmla="*/ 15 h 46"/>
                <a:gd name="T38" fmla="*/ 56 w 159"/>
                <a:gd name="T39" fmla="*/ 6 h 46"/>
                <a:gd name="T40" fmla="*/ 49 w 159"/>
                <a:gd name="T41" fmla="*/ 15 h 46"/>
                <a:gd name="T42" fmla="*/ 56 w 159"/>
                <a:gd name="T43" fmla="*/ 24 h 46"/>
                <a:gd name="T44" fmla="*/ 63 w 159"/>
                <a:gd name="T45" fmla="*/ 15 h 46"/>
                <a:gd name="T46" fmla="*/ 116 w 159"/>
                <a:gd name="T47" fmla="*/ 25 h 46"/>
                <a:gd name="T48" fmla="*/ 113 w 159"/>
                <a:gd name="T49" fmla="*/ 42 h 46"/>
                <a:gd name="T50" fmla="*/ 87 w 159"/>
                <a:gd name="T51" fmla="*/ 43 h 46"/>
                <a:gd name="T52" fmla="*/ 84 w 159"/>
                <a:gd name="T53" fmla="*/ 30 h 46"/>
                <a:gd name="T54" fmla="*/ 91 w 159"/>
                <a:gd name="T55" fmla="*/ 30 h 46"/>
                <a:gd name="T56" fmla="*/ 92 w 159"/>
                <a:gd name="T57" fmla="*/ 35 h 46"/>
                <a:gd name="T58" fmla="*/ 94 w 159"/>
                <a:gd name="T59" fmla="*/ 39 h 46"/>
                <a:gd name="T60" fmla="*/ 104 w 159"/>
                <a:gd name="T61" fmla="*/ 38 h 46"/>
                <a:gd name="T62" fmla="*/ 104 w 159"/>
                <a:gd name="T63" fmla="*/ 26 h 46"/>
                <a:gd name="T64" fmla="*/ 96 w 159"/>
                <a:gd name="T65" fmla="*/ 24 h 46"/>
                <a:gd name="T66" fmla="*/ 95 w 159"/>
                <a:gd name="T67" fmla="*/ 18 h 46"/>
                <a:gd name="T68" fmla="*/ 97 w 159"/>
                <a:gd name="T69" fmla="*/ 18 h 46"/>
                <a:gd name="T70" fmla="*/ 105 w 159"/>
                <a:gd name="T71" fmla="*/ 11 h 46"/>
                <a:gd name="T72" fmla="*/ 99 w 159"/>
                <a:gd name="T73" fmla="*/ 6 h 46"/>
                <a:gd name="T74" fmla="*/ 93 w 159"/>
                <a:gd name="T75" fmla="*/ 9 h 46"/>
                <a:gd name="T76" fmla="*/ 94 w 159"/>
                <a:gd name="T77" fmla="*/ 12 h 46"/>
                <a:gd name="T78" fmla="*/ 89 w 159"/>
                <a:gd name="T79" fmla="*/ 17 h 46"/>
                <a:gd name="T80" fmla="*/ 84 w 159"/>
                <a:gd name="T81" fmla="*/ 11 h 46"/>
                <a:gd name="T82" fmla="*/ 100 w 159"/>
                <a:gd name="T83" fmla="*/ 0 h 46"/>
                <a:gd name="T84" fmla="*/ 116 w 159"/>
                <a:gd name="T85" fmla="*/ 12 h 46"/>
                <a:gd name="T86" fmla="*/ 109 w 159"/>
                <a:gd name="T87" fmla="*/ 21 h 46"/>
                <a:gd name="T88" fmla="*/ 133 w 159"/>
                <a:gd name="T89" fmla="*/ 40 h 46"/>
                <a:gd name="T90" fmla="*/ 141 w 159"/>
                <a:gd name="T91" fmla="*/ 35 h 46"/>
                <a:gd name="T92" fmla="*/ 139 w 159"/>
                <a:gd name="T93" fmla="*/ 9 h 46"/>
                <a:gd name="T94" fmla="*/ 133 w 159"/>
                <a:gd name="T95" fmla="*/ 3 h 46"/>
                <a:gd name="T96" fmla="*/ 147 w 159"/>
                <a:gd name="T97" fmla="*/ 1 h 46"/>
                <a:gd name="T98" fmla="*/ 151 w 159"/>
                <a:gd name="T99" fmla="*/ 35 h 46"/>
                <a:gd name="T100" fmla="*/ 159 w 159"/>
                <a:gd name="T101" fmla="*/ 40 h 46"/>
                <a:gd name="T102" fmla="*/ 133 w 159"/>
                <a:gd name="T103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9" h="46">
                  <a:moveTo>
                    <a:pt x="0" y="45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3" y="40"/>
                    <a:pt x="5" y="39"/>
                    <a:pt x="6" y="39"/>
                  </a:cubicBezTo>
                  <a:cubicBezTo>
                    <a:pt x="7" y="38"/>
                    <a:pt x="8" y="37"/>
                    <a:pt x="8" y="35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7" y="10"/>
                    <a:pt x="6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3"/>
                    <a:pt x="6" y="3"/>
                    <a:pt x="8" y="2"/>
                  </a:cubicBezTo>
                  <a:cubicBezTo>
                    <a:pt x="10" y="2"/>
                    <a:pt x="12" y="1"/>
                    <a:pt x="14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7"/>
                    <a:pt x="18" y="38"/>
                    <a:pt x="19" y="39"/>
                  </a:cubicBezTo>
                  <a:cubicBezTo>
                    <a:pt x="20" y="39"/>
                    <a:pt x="22" y="40"/>
                    <a:pt x="25" y="40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0" y="45"/>
                    <a:pt x="0" y="45"/>
                    <a:pt x="0" y="45"/>
                  </a:cubicBezTo>
                  <a:close/>
                  <a:moveTo>
                    <a:pt x="64" y="26"/>
                  </a:moveTo>
                  <a:cubicBezTo>
                    <a:pt x="62" y="28"/>
                    <a:pt x="60" y="28"/>
                    <a:pt x="59" y="29"/>
                  </a:cubicBezTo>
                  <a:cubicBezTo>
                    <a:pt x="57" y="30"/>
                    <a:pt x="55" y="30"/>
                    <a:pt x="53" y="30"/>
                  </a:cubicBezTo>
                  <a:cubicBezTo>
                    <a:pt x="49" y="30"/>
                    <a:pt x="45" y="29"/>
                    <a:pt x="42" y="26"/>
                  </a:cubicBezTo>
                  <a:cubicBezTo>
                    <a:pt x="39" y="23"/>
                    <a:pt x="38" y="20"/>
                    <a:pt x="38" y="15"/>
                  </a:cubicBezTo>
                  <a:cubicBezTo>
                    <a:pt x="38" y="11"/>
                    <a:pt x="40" y="7"/>
                    <a:pt x="43" y="4"/>
                  </a:cubicBezTo>
                  <a:cubicBezTo>
                    <a:pt x="46" y="1"/>
                    <a:pt x="51" y="0"/>
                    <a:pt x="56" y="0"/>
                  </a:cubicBezTo>
                  <a:cubicBezTo>
                    <a:pt x="62" y="0"/>
                    <a:pt x="66" y="2"/>
                    <a:pt x="69" y="6"/>
                  </a:cubicBezTo>
                  <a:cubicBezTo>
                    <a:pt x="73" y="9"/>
                    <a:pt x="74" y="15"/>
                    <a:pt x="74" y="22"/>
                  </a:cubicBezTo>
                  <a:cubicBezTo>
                    <a:pt x="74" y="29"/>
                    <a:pt x="72" y="35"/>
                    <a:pt x="69" y="40"/>
                  </a:cubicBezTo>
                  <a:cubicBezTo>
                    <a:pt x="65" y="44"/>
                    <a:pt x="60" y="46"/>
                    <a:pt x="54" y="46"/>
                  </a:cubicBezTo>
                  <a:cubicBezTo>
                    <a:pt x="50" y="46"/>
                    <a:pt x="47" y="45"/>
                    <a:pt x="44" y="43"/>
                  </a:cubicBezTo>
                  <a:cubicBezTo>
                    <a:pt x="41" y="42"/>
                    <a:pt x="40" y="40"/>
                    <a:pt x="40" y="37"/>
                  </a:cubicBezTo>
                  <a:cubicBezTo>
                    <a:pt x="40" y="36"/>
                    <a:pt x="40" y="34"/>
                    <a:pt x="41" y="34"/>
                  </a:cubicBezTo>
                  <a:cubicBezTo>
                    <a:pt x="42" y="33"/>
                    <a:pt x="43" y="32"/>
                    <a:pt x="45" y="32"/>
                  </a:cubicBezTo>
                  <a:cubicBezTo>
                    <a:pt x="47" y="32"/>
                    <a:pt x="49" y="34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9"/>
                    <a:pt x="50" y="40"/>
                    <a:pt x="51" y="40"/>
                  </a:cubicBezTo>
                  <a:cubicBezTo>
                    <a:pt x="52" y="40"/>
                    <a:pt x="52" y="40"/>
                    <a:pt x="54" y="40"/>
                  </a:cubicBezTo>
                  <a:cubicBezTo>
                    <a:pt x="57" y="40"/>
                    <a:pt x="59" y="39"/>
                    <a:pt x="61" y="37"/>
                  </a:cubicBezTo>
                  <a:cubicBezTo>
                    <a:pt x="63" y="34"/>
                    <a:pt x="64" y="31"/>
                    <a:pt x="64" y="26"/>
                  </a:cubicBezTo>
                  <a:close/>
                  <a:moveTo>
                    <a:pt x="63" y="15"/>
                  </a:moveTo>
                  <a:cubicBezTo>
                    <a:pt x="63" y="12"/>
                    <a:pt x="63" y="10"/>
                    <a:pt x="61" y="8"/>
                  </a:cubicBezTo>
                  <a:cubicBezTo>
                    <a:pt x="60" y="7"/>
                    <a:pt x="58" y="6"/>
                    <a:pt x="56" y="6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10"/>
                    <a:pt x="49" y="12"/>
                    <a:pt x="49" y="15"/>
                  </a:cubicBezTo>
                  <a:cubicBezTo>
                    <a:pt x="49" y="18"/>
                    <a:pt x="49" y="20"/>
                    <a:pt x="51" y="21"/>
                  </a:cubicBezTo>
                  <a:cubicBezTo>
                    <a:pt x="52" y="23"/>
                    <a:pt x="54" y="24"/>
                    <a:pt x="56" y="24"/>
                  </a:cubicBezTo>
                  <a:cubicBezTo>
                    <a:pt x="58" y="24"/>
                    <a:pt x="60" y="23"/>
                    <a:pt x="61" y="21"/>
                  </a:cubicBezTo>
                  <a:cubicBezTo>
                    <a:pt x="63" y="20"/>
                    <a:pt x="63" y="18"/>
                    <a:pt x="63" y="15"/>
                  </a:cubicBezTo>
                  <a:close/>
                  <a:moveTo>
                    <a:pt x="109" y="21"/>
                  </a:moveTo>
                  <a:cubicBezTo>
                    <a:pt x="112" y="22"/>
                    <a:pt x="115" y="23"/>
                    <a:pt x="116" y="25"/>
                  </a:cubicBezTo>
                  <a:cubicBezTo>
                    <a:pt x="118" y="26"/>
                    <a:pt x="118" y="29"/>
                    <a:pt x="118" y="31"/>
                  </a:cubicBezTo>
                  <a:cubicBezTo>
                    <a:pt x="118" y="36"/>
                    <a:pt x="117" y="39"/>
                    <a:pt x="113" y="42"/>
                  </a:cubicBezTo>
                  <a:cubicBezTo>
                    <a:pt x="109" y="44"/>
                    <a:pt x="105" y="46"/>
                    <a:pt x="99" y="46"/>
                  </a:cubicBezTo>
                  <a:cubicBezTo>
                    <a:pt x="94" y="46"/>
                    <a:pt x="90" y="45"/>
                    <a:pt x="87" y="43"/>
                  </a:cubicBezTo>
                  <a:cubicBezTo>
                    <a:pt x="84" y="40"/>
                    <a:pt x="83" y="38"/>
                    <a:pt x="83" y="34"/>
                  </a:cubicBezTo>
                  <a:cubicBezTo>
                    <a:pt x="83" y="33"/>
                    <a:pt x="83" y="31"/>
                    <a:pt x="84" y="30"/>
                  </a:cubicBezTo>
                  <a:cubicBezTo>
                    <a:pt x="85" y="29"/>
                    <a:pt x="86" y="29"/>
                    <a:pt x="88" y="29"/>
                  </a:cubicBezTo>
                  <a:cubicBezTo>
                    <a:pt x="89" y="29"/>
                    <a:pt x="90" y="29"/>
                    <a:pt x="91" y="30"/>
                  </a:cubicBezTo>
                  <a:cubicBezTo>
                    <a:pt x="92" y="31"/>
                    <a:pt x="93" y="32"/>
                    <a:pt x="93" y="34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7"/>
                    <a:pt x="93" y="38"/>
                    <a:pt x="94" y="39"/>
                  </a:cubicBezTo>
                  <a:cubicBezTo>
                    <a:pt x="95" y="39"/>
                    <a:pt x="97" y="40"/>
                    <a:pt x="99" y="40"/>
                  </a:cubicBezTo>
                  <a:cubicBezTo>
                    <a:pt x="101" y="40"/>
                    <a:pt x="103" y="39"/>
                    <a:pt x="104" y="38"/>
                  </a:cubicBezTo>
                  <a:cubicBezTo>
                    <a:pt x="106" y="36"/>
                    <a:pt x="106" y="34"/>
                    <a:pt x="106" y="32"/>
                  </a:cubicBezTo>
                  <a:cubicBezTo>
                    <a:pt x="106" y="29"/>
                    <a:pt x="106" y="27"/>
                    <a:pt x="104" y="26"/>
                  </a:cubicBezTo>
                  <a:cubicBezTo>
                    <a:pt x="103" y="24"/>
                    <a:pt x="100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5" y="18"/>
                    <a:pt x="96" y="18"/>
                    <a:pt x="96" y="18"/>
                  </a:cubicBezTo>
                  <a:cubicBezTo>
                    <a:pt x="96" y="18"/>
                    <a:pt x="97" y="18"/>
                    <a:pt x="97" y="18"/>
                  </a:cubicBezTo>
                  <a:cubicBezTo>
                    <a:pt x="99" y="18"/>
                    <a:pt x="101" y="17"/>
                    <a:pt x="103" y="16"/>
                  </a:cubicBezTo>
                  <a:cubicBezTo>
                    <a:pt x="104" y="15"/>
                    <a:pt x="105" y="13"/>
                    <a:pt x="105" y="11"/>
                  </a:cubicBezTo>
                  <a:cubicBezTo>
                    <a:pt x="105" y="9"/>
                    <a:pt x="104" y="8"/>
                    <a:pt x="103" y="7"/>
                  </a:cubicBezTo>
                  <a:cubicBezTo>
                    <a:pt x="102" y="6"/>
                    <a:pt x="101" y="6"/>
                    <a:pt x="99" y="6"/>
                  </a:cubicBezTo>
                  <a:cubicBezTo>
                    <a:pt x="97" y="6"/>
                    <a:pt x="96" y="6"/>
                    <a:pt x="95" y="7"/>
                  </a:cubicBezTo>
                  <a:cubicBezTo>
                    <a:pt x="94" y="7"/>
                    <a:pt x="93" y="8"/>
                    <a:pt x="93" y="9"/>
                  </a:cubicBezTo>
                  <a:cubicBezTo>
                    <a:pt x="93" y="9"/>
                    <a:pt x="93" y="10"/>
                    <a:pt x="94" y="10"/>
                  </a:cubicBezTo>
                  <a:cubicBezTo>
                    <a:pt x="94" y="11"/>
                    <a:pt x="94" y="12"/>
                    <a:pt x="94" y="12"/>
                  </a:cubicBezTo>
                  <a:cubicBezTo>
                    <a:pt x="94" y="14"/>
                    <a:pt x="94" y="15"/>
                    <a:pt x="93" y="16"/>
                  </a:cubicBezTo>
                  <a:cubicBezTo>
                    <a:pt x="92" y="16"/>
                    <a:pt x="91" y="17"/>
                    <a:pt x="89" y="17"/>
                  </a:cubicBezTo>
                  <a:cubicBezTo>
                    <a:pt x="88" y="17"/>
                    <a:pt x="86" y="16"/>
                    <a:pt x="85" y="15"/>
                  </a:cubicBezTo>
                  <a:cubicBezTo>
                    <a:pt x="84" y="15"/>
                    <a:pt x="84" y="13"/>
                    <a:pt x="84" y="11"/>
                  </a:cubicBezTo>
                  <a:cubicBezTo>
                    <a:pt x="84" y="8"/>
                    <a:pt x="86" y="5"/>
                    <a:pt x="89" y="3"/>
                  </a:cubicBezTo>
                  <a:cubicBezTo>
                    <a:pt x="92" y="1"/>
                    <a:pt x="95" y="0"/>
                    <a:pt x="100" y="0"/>
                  </a:cubicBezTo>
                  <a:cubicBezTo>
                    <a:pt x="105" y="0"/>
                    <a:pt x="109" y="1"/>
                    <a:pt x="112" y="3"/>
                  </a:cubicBezTo>
                  <a:cubicBezTo>
                    <a:pt x="115" y="5"/>
                    <a:pt x="116" y="8"/>
                    <a:pt x="116" y="12"/>
                  </a:cubicBezTo>
                  <a:cubicBezTo>
                    <a:pt x="116" y="14"/>
                    <a:pt x="116" y="16"/>
                    <a:pt x="114" y="17"/>
                  </a:cubicBezTo>
                  <a:cubicBezTo>
                    <a:pt x="113" y="19"/>
                    <a:pt x="112" y="20"/>
                    <a:pt x="109" y="21"/>
                  </a:cubicBezTo>
                  <a:close/>
                  <a:moveTo>
                    <a:pt x="133" y="45"/>
                  </a:moveTo>
                  <a:cubicBezTo>
                    <a:pt x="133" y="40"/>
                    <a:pt x="133" y="40"/>
                    <a:pt x="133" y="40"/>
                  </a:cubicBezTo>
                  <a:cubicBezTo>
                    <a:pt x="136" y="40"/>
                    <a:pt x="138" y="39"/>
                    <a:pt x="139" y="39"/>
                  </a:cubicBezTo>
                  <a:cubicBezTo>
                    <a:pt x="140" y="38"/>
                    <a:pt x="141" y="37"/>
                    <a:pt x="141" y="35"/>
                  </a:cubicBezTo>
                  <a:cubicBezTo>
                    <a:pt x="141" y="13"/>
                    <a:pt x="141" y="13"/>
                    <a:pt x="141" y="13"/>
                  </a:cubicBezTo>
                  <a:cubicBezTo>
                    <a:pt x="141" y="11"/>
                    <a:pt x="140" y="10"/>
                    <a:pt x="139" y="9"/>
                  </a:cubicBezTo>
                  <a:cubicBezTo>
                    <a:pt x="139" y="8"/>
                    <a:pt x="137" y="8"/>
                    <a:pt x="133" y="8"/>
                  </a:cubicBezTo>
                  <a:cubicBezTo>
                    <a:pt x="133" y="3"/>
                    <a:pt x="133" y="3"/>
                    <a:pt x="133" y="3"/>
                  </a:cubicBezTo>
                  <a:cubicBezTo>
                    <a:pt x="136" y="3"/>
                    <a:pt x="139" y="3"/>
                    <a:pt x="141" y="2"/>
                  </a:cubicBezTo>
                  <a:cubicBezTo>
                    <a:pt x="143" y="2"/>
                    <a:pt x="145" y="1"/>
                    <a:pt x="147" y="1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1" y="35"/>
                    <a:pt x="151" y="35"/>
                    <a:pt x="151" y="35"/>
                  </a:cubicBezTo>
                  <a:cubicBezTo>
                    <a:pt x="151" y="37"/>
                    <a:pt x="151" y="38"/>
                    <a:pt x="152" y="39"/>
                  </a:cubicBezTo>
                  <a:cubicBezTo>
                    <a:pt x="154" y="39"/>
                    <a:pt x="156" y="40"/>
                    <a:pt x="159" y="40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33" y="45"/>
                    <a:pt x="133" y="45"/>
                    <a:pt x="133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Freeform 34"/>
            <p:cNvSpPr>
              <a:spLocks noEditPoints="1"/>
            </p:cNvSpPr>
            <p:nvPr/>
          </p:nvSpPr>
          <p:spPr bwMode="auto">
            <a:xfrm>
              <a:off x="5048250" y="3025774"/>
              <a:ext cx="1824037" cy="987424"/>
            </a:xfrm>
            <a:custGeom>
              <a:avLst/>
              <a:gdLst>
                <a:gd name="T0" fmla="*/ 610 w 670"/>
                <a:gd name="T1" fmla="*/ 68 h 362"/>
                <a:gd name="T2" fmla="*/ 557 w 670"/>
                <a:gd name="T3" fmla="*/ 99 h 362"/>
                <a:gd name="T4" fmla="*/ 460 w 670"/>
                <a:gd name="T5" fmla="*/ 80 h 362"/>
                <a:gd name="T6" fmla="*/ 381 w 670"/>
                <a:gd name="T7" fmla="*/ 349 h 362"/>
                <a:gd name="T8" fmla="*/ 362 w 670"/>
                <a:gd name="T9" fmla="*/ 297 h 362"/>
                <a:gd name="T10" fmla="*/ 395 w 670"/>
                <a:gd name="T11" fmla="*/ 310 h 362"/>
                <a:gd name="T12" fmla="*/ 403 w 670"/>
                <a:gd name="T13" fmla="*/ 303 h 362"/>
                <a:gd name="T14" fmla="*/ 430 w 670"/>
                <a:gd name="T15" fmla="*/ 311 h 362"/>
                <a:gd name="T16" fmla="*/ 487 w 670"/>
                <a:gd name="T17" fmla="*/ 192 h 362"/>
                <a:gd name="T18" fmla="*/ 400 w 670"/>
                <a:gd name="T19" fmla="*/ 200 h 362"/>
                <a:gd name="T20" fmla="*/ 442 w 670"/>
                <a:gd name="T21" fmla="*/ 260 h 362"/>
                <a:gd name="T22" fmla="*/ 378 w 670"/>
                <a:gd name="T23" fmla="*/ 362 h 362"/>
                <a:gd name="T24" fmla="*/ 292 w 670"/>
                <a:gd name="T25" fmla="*/ 362 h 362"/>
                <a:gd name="T26" fmla="*/ 228 w 670"/>
                <a:gd name="T27" fmla="*/ 260 h 362"/>
                <a:gd name="T28" fmla="*/ 271 w 670"/>
                <a:gd name="T29" fmla="*/ 200 h 362"/>
                <a:gd name="T30" fmla="*/ 183 w 670"/>
                <a:gd name="T31" fmla="*/ 192 h 362"/>
                <a:gd name="T32" fmla="*/ 240 w 670"/>
                <a:gd name="T33" fmla="*/ 311 h 362"/>
                <a:gd name="T34" fmla="*/ 267 w 670"/>
                <a:gd name="T35" fmla="*/ 303 h 362"/>
                <a:gd name="T36" fmla="*/ 275 w 670"/>
                <a:gd name="T37" fmla="*/ 310 h 362"/>
                <a:gd name="T38" fmla="*/ 308 w 670"/>
                <a:gd name="T39" fmla="*/ 297 h 362"/>
                <a:gd name="T40" fmla="*/ 289 w 670"/>
                <a:gd name="T41" fmla="*/ 349 h 362"/>
                <a:gd name="T42" fmla="*/ 613 w 670"/>
                <a:gd name="T43" fmla="*/ 49 h 362"/>
                <a:gd name="T44" fmla="*/ 496 w 670"/>
                <a:gd name="T45" fmla="*/ 27 h 362"/>
                <a:gd name="T46" fmla="*/ 496 w 670"/>
                <a:gd name="T47" fmla="*/ 16 h 362"/>
                <a:gd name="T48" fmla="*/ 587 w 670"/>
                <a:gd name="T49" fmla="*/ 60 h 362"/>
                <a:gd name="T50" fmla="*/ 429 w 670"/>
                <a:gd name="T51" fmla="*/ 130 h 362"/>
                <a:gd name="T52" fmla="*/ 545 w 670"/>
                <a:gd name="T53" fmla="*/ 142 h 362"/>
                <a:gd name="T54" fmla="*/ 540 w 670"/>
                <a:gd name="T55" fmla="*/ 134 h 362"/>
                <a:gd name="T56" fmla="*/ 434 w 670"/>
                <a:gd name="T57" fmla="*/ 132 h 362"/>
                <a:gd name="T58" fmla="*/ 420 w 670"/>
                <a:gd name="T59" fmla="*/ 151 h 362"/>
                <a:gd name="T60" fmla="*/ 499 w 670"/>
                <a:gd name="T61" fmla="*/ 176 h 362"/>
                <a:gd name="T62" fmla="*/ 521 w 670"/>
                <a:gd name="T63" fmla="*/ 156 h 362"/>
                <a:gd name="T64" fmla="*/ 415 w 670"/>
                <a:gd name="T65" fmla="*/ 164 h 362"/>
                <a:gd name="T66" fmla="*/ 60 w 670"/>
                <a:gd name="T67" fmla="*/ 68 h 362"/>
                <a:gd name="T68" fmla="*/ 113 w 670"/>
                <a:gd name="T69" fmla="*/ 99 h 362"/>
                <a:gd name="T70" fmla="*/ 210 w 670"/>
                <a:gd name="T71" fmla="*/ 80 h 362"/>
                <a:gd name="T72" fmla="*/ 57 w 670"/>
                <a:gd name="T73" fmla="*/ 49 h 362"/>
                <a:gd name="T74" fmla="*/ 175 w 670"/>
                <a:gd name="T75" fmla="*/ 27 h 362"/>
                <a:gd name="T76" fmla="*/ 174 w 670"/>
                <a:gd name="T77" fmla="*/ 16 h 362"/>
                <a:gd name="T78" fmla="*/ 83 w 670"/>
                <a:gd name="T79" fmla="*/ 60 h 362"/>
                <a:gd name="T80" fmla="*/ 241 w 670"/>
                <a:gd name="T81" fmla="*/ 130 h 362"/>
                <a:gd name="T82" fmla="*/ 125 w 670"/>
                <a:gd name="T83" fmla="*/ 142 h 362"/>
                <a:gd name="T84" fmla="*/ 130 w 670"/>
                <a:gd name="T85" fmla="*/ 134 h 362"/>
                <a:gd name="T86" fmla="*/ 236 w 670"/>
                <a:gd name="T87" fmla="*/ 132 h 362"/>
                <a:gd name="T88" fmla="*/ 250 w 670"/>
                <a:gd name="T89" fmla="*/ 151 h 362"/>
                <a:gd name="T90" fmla="*/ 171 w 670"/>
                <a:gd name="T91" fmla="*/ 176 h 362"/>
                <a:gd name="T92" fmla="*/ 149 w 670"/>
                <a:gd name="T93" fmla="*/ 156 h 362"/>
                <a:gd name="T94" fmla="*/ 255 w 670"/>
                <a:gd name="T95" fmla="*/ 164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0" h="362">
                  <a:moveTo>
                    <a:pt x="446" y="90"/>
                  </a:moveTo>
                  <a:cubicBezTo>
                    <a:pt x="454" y="71"/>
                    <a:pt x="454" y="71"/>
                    <a:pt x="454" y="71"/>
                  </a:cubicBezTo>
                  <a:cubicBezTo>
                    <a:pt x="610" y="68"/>
                    <a:pt x="610" y="68"/>
                    <a:pt x="610" y="68"/>
                  </a:cubicBezTo>
                  <a:cubicBezTo>
                    <a:pt x="579" y="104"/>
                    <a:pt x="579" y="104"/>
                    <a:pt x="579" y="104"/>
                  </a:cubicBezTo>
                  <a:cubicBezTo>
                    <a:pt x="557" y="104"/>
                    <a:pt x="557" y="104"/>
                    <a:pt x="557" y="104"/>
                  </a:cubicBezTo>
                  <a:cubicBezTo>
                    <a:pt x="557" y="99"/>
                    <a:pt x="557" y="99"/>
                    <a:pt x="557" y="99"/>
                  </a:cubicBezTo>
                  <a:cubicBezTo>
                    <a:pt x="574" y="95"/>
                    <a:pt x="574" y="95"/>
                    <a:pt x="574" y="95"/>
                  </a:cubicBezTo>
                  <a:cubicBezTo>
                    <a:pt x="590" y="77"/>
                    <a:pt x="590" y="77"/>
                    <a:pt x="590" y="77"/>
                  </a:cubicBezTo>
                  <a:cubicBezTo>
                    <a:pt x="460" y="80"/>
                    <a:pt x="460" y="80"/>
                    <a:pt x="460" y="80"/>
                  </a:cubicBezTo>
                  <a:cubicBezTo>
                    <a:pt x="451" y="92"/>
                    <a:pt x="451" y="92"/>
                    <a:pt x="451" y="92"/>
                  </a:cubicBezTo>
                  <a:cubicBezTo>
                    <a:pt x="446" y="90"/>
                    <a:pt x="446" y="90"/>
                    <a:pt x="446" y="90"/>
                  </a:cubicBezTo>
                  <a:close/>
                  <a:moveTo>
                    <a:pt x="381" y="349"/>
                  </a:moveTo>
                  <a:cubicBezTo>
                    <a:pt x="393" y="349"/>
                    <a:pt x="393" y="349"/>
                    <a:pt x="393" y="349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62" y="297"/>
                    <a:pt x="362" y="297"/>
                    <a:pt x="362" y="297"/>
                  </a:cubicBezTo>
                  <a:cubicBezTo>
                    <a:pt x="409" y="349"/>
                    <a:pt x="409" y="349"/>
                    <a:pt x="409" y="349"/>
                  </a:cubicBezTo>
                  <a:cubicBezTo>
                    <a:pt x="431" y="349"/>
                    <a:pt x="431" y="349"/>
                    <a:pt x="431" y="349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64" y="277"/>
                    <a:pt x="384" y="237"/>
                    <a:pt x="384" y="237"/>
                  </a:cubicBezTo>
                  <a:cubicBezTo>
                    <a:pt x="394" y="241"/>
                    <a:pt x="394" y="241"/>
                    <a:pt x="394" y="241"/>
                  </a:cubicBezTo>
                  <a:cubicBezTo>
                    <a:pt x="393" y="242"/>
                    <a:pt x="378" y="275"/>
                    <a:pt x="403" y="303"/>
                  </a:cubicBezTo>
                  <a:cubicBezTo>
                    <a:pt x="446" y="349"/>
                    <a:pt x="446" y="349"/>
                    <a:pt x="446" y="349"/>
                  </a:cubicBezTo>
                  <a:cubicBezTo>
                    <a:pt x="461" y="349"/>
                    <a:pt x="461" y="349"/>
                    <a:pt x="461" y="349"/>
                  </a:cubicBezTo>
                  <a:cubicBezTo>
                    <a:pt x="453" y="341"/>
                    <a:pt x="438" y="328"/>
                    <a:pt x="430" y="311"/>
                  </a:cubicBezTo>
                  <a:cubicBezTo>
                    <a:pt x="421" y="295"/>
                    <a:pt x="418" y="275"/>
                    <a:pt x="433" y="254"/>
                  </a:cubicBezTo>
                  <a:cubicBezTo>
                    <a:pt x="433" y="254"/>
                    <a:pt x="433" y="254"/>
                    <a:pt x="433" y="254"/>
                  </a:cubicBezTo>
                  <a:cubicBezTo>
                    <a:pt x="487" y="192"/>
                    <a:pt x="487" y="192"/>
                    <a:pt x="487" y="192"/>
                  </a:cubicBezTo>
                  <a:cubicBezTo>
                    <a:pt x="411" y="193"/>
                    <a:pt x="411" y="193"/>
                    <a:pt x="411" y="193"/>
                  </a:cubicBezTo>
                  <a:cubicBezTo>
                    <a:pt x="404" y="202"/>
                    <a:pt x="404" y="202"/>
                    <a:pt x="404" y="202"/>
                  </a:cubicBezTo>
                  <a:cubicBezTo>
                    <a:pt x="400" y="200"/>
                    <a:pt x="400" y="200"/>
                    <a:pt x="400" y="200"/>
                  </a:cubicBezTo>
                  <a:cubicBezTo>
                    <a:pt x="406" y="186"/>
                    <a:pt x="406" y="186"/>
                    <a:pt x="406" y="186"/>
                  </a:cubicBezTo>
                  <a:cubicBezTo>
                    <a:pt x="509" y="183"/>
                    <a:pt x="509" y="183"/>
                    <a:pt x="509" y="183"/>
                  </a:cubicBezTo>
                  <a:cubicBezTo>
                    <a:pt x="442" y="260"/>
                    <a:pt x="442" y="260"/>
                    <a:pt x="442" y="260"/>
                  </a:cubicBezTo>
                  <a:cubicBezTo>
                    <a:pt x="431" y="276"/>
                    <a:pt x="432" y="291"/>
                    <a:pt x="438" y="304"/>
                  </a:cubicBezTo>
                  <a:cubicBezTo>
                    <a:pt x="449" y="327"/>
                    <a:pt x="475" y="345"/>
                    <a:pt x="494" y="362"/>
                  </a:cubicBezTo>
                  <a:cubicBezTo>
                    <a:pt x="378" y="362"/>
                    <a:pt x="378" y="362"/>
                    <a:pt x="378" y="362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292" y="362"/>
                    <a:pt x="292" y="362"/>
                    <a:pt x="292" y="362"/>
                  </a:cubicBezTo>
                  <a:cubicBezTo>
                    <a:pt x="179" y="362"/>
                    <a:pt x="179" y="362"/>
                    <a:pt x="179" y="362"/>
                  </a:cubicBezTo>
                  <a:cubicBezTo>
                    <a:pt x="196" y="345"/>
                    <a:pt x="222" y="326"/>
                    <a:pt x="232" y="304"/>
                  </a:cubicBezTo>
                  <a:cubicBezTo>
                    <a:pt x="238" y="291"/>
                    <a:pt x="240" y="276"/>
                    <a:pt x="228" y="260"/>
                  </a:cubicBezTo>
                  <a:cubicBezTo>
                    <a:pt x="161" y="183"/>
                    <a:pt x="161" y="183"/>
                    <a:pt x="161" y="183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71" y="200"/>
                    <a:pt x="271" y="200"/>
                    <a:pt x="271" y="200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59" y="193"/>
                    <a:pt x="259" y="193"/>
                    <a:pt x="259" y="193"/>
                  </a:cubicBezTo>
                  <a:cubicBezTo>
                    <a:pt x="183" y="192"/>
                    <a:pt x="183" y="192"/>
                    <a:pt x="183" y="192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52" y="275"/>
                    <a:pt x="249" y="295"/>
                    <a:pt x="240" y="311"/>
                  </a:cubicBezTo>
                  <a:cubicBezTo>
                    <a:pt x="232" y="328"/>
                    <a:pt x="218" y="341"/>
                    <a:pt x="209" y="349"/>
                  </a:cubicBezTo>
                  <a:cubicBezTo>
                    <a:pt x="224" y="349"/>
                    <a:pt x="224" y="349"/>
                    <a:pt x="224" y="349"/>
                  </a:cubicBezTo>
                  <a:cubicBezTo>
                    <a:pt x="267" y="303"/>
                    <a:pt x="267" y="303"/>
                    <a:pt x="267" y="303"/>
                  </a:cubicBezTo>
                  <a:cubicBezTo>
                    <a:pt x="292" y="275"/>
                    <a:pt x="277" y="242"/>
                    <a:pt x="277" y="241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306" y="277"/>
                    <a:pt x="275" y="310"/>
                  </a:cubicBezTo>
                  <a:cubicBezTo>
                    <a:pt x="239" y="349"/>
                    <a:pt x="239" y="349"/>
                    <a:pt x="239" y="349"/>
                  </a:cubicBezTo>
                  <a:cubicBezTo>
                    <a:pt x="261" y="349"/>
                    <a:pt x="261" y="349"/>
                    <a:pt x="261" y="349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16" y="304"/>
                    <a:pt x="316" y="304"/>
                    <a:pt x="316" y="304"/>
                  </a:cubicBezTo>
                  <a:cubicBezTo>
                    <a:pt x="277" y="349"/>
                    <a:pt x="277" y="349"/>
                    <a:pt x="277" y="349"/>
                  </a:cubicBezTo>
                  <a:cubicBezTo>
                    <a:pt x="289" y="349"/>
                    <a:pt x="289" y="349"/>
                    <a:pt x="289" y="349"/>
                  </a:cubicBezTo>
                  <a:cubicBezTo>
                    <a:pt x="335" y="305"/>
                    <a:pt x="335" y="305"/>
                    <a:pt x="335" y="305"/>
                  </a:cubicBezTo>
                  <a:cubicBezTo>
                    <a:pt x="381" y="349"/>
                    <a:pt x="381" y="349"/>
                    <a:pt x="381" y="349"/>
                  </a:cubicBezTo>
                  <a:close/>
                  <a:moveTo>
                    <a:pt x="613" y="49"/>
                  </a:moveTo>
                  <a:cubicBezTo>
                    <a:pt x="646" y="12"/>
                    <a:pt x="646" y="12"/>
                    <a:pt x="646" y="12"/>
                  </a:cubicBezTo>
                  <a:cubicBezTo>
                    <a:pt x="623" y="15"/>
                    <a:pt x="623" y="15"/>
                    <a:pt x="623" y="15"/>
                  </a:cubicBezTo>
                  <a:cubicBezTo>
                    <a:pt x="496" y="27"/>
                    <a:pt x="496" y="27"/>
                    <a:pt x="496" y="27"/>
                  </a:cubicBezTo>
                  <a:cubicBezTo>
                    <a:pt x="432" y="39"/>
                    <a:pt x="41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406" y="112"/>
                    <a:pt x="426" y="26"/>
                    <a:pt x="496" y="16"/>
                  </a:cubicBezTo>
                  <a:cubicBezTo>
                    <a:pt x="670" y="0"/>
                    <a:pt x="670" y="0"/>
                    <a:pt x="670" y="0"/>
                  </a:cubicBezTo>
                  <a:cubicBezTo>
                    <a:pt x="617" y="60"/>
                    <a:pt x="617" y="60"/>
                    <a:pt x="617" y="60"/>
                  </a:cubicBezTo>
                  <a:cubicBezTo>
                    <a:pt x="587" y="60"/>
                    <a:pt x="587" y="60"/>
                    <a:pt x="587" y="60"/>
                  </a:cubicBezTo>
                  <a:cubicBezTo>
                    <a:pt x="587" y="56"/>
                    <a:pt x="587" y="56"/>
                    <a:pt x="587" y="56"/>
                  </a:cubicBezTo>
                  <a:cubicBezTo>
                    <a:pt x="613" y="49"/>
                    <a:pt x="613" y="49"/>
                    <a:pt x="613" y="49"/>
                  </a:cubicBezTo>
                  <a:close/>
                  <a:moveTo>
                    <a:pt x="429" y="130"/>
                  </a:moveTo>
                  <a:cubicBezTo>
                    <a:pt x="436" y="114"/>
                    <a:pt x="436" y="114"/>
                    <a:pt x="436" y="114"/>
                  </a:cubicBezTo>
                  <a:cubicBezTo>
                    <a:pt x="572" y="111"/>
                    <a:pt x="572" y="111"/>
                    <a:pt x="572" y="111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38"/>
                    <a:pt x="527" y="138"/>
                    <a:pt x="527" y="138"/>
                  </a:cubicBezTo>
                  <a:cubicBezTo>
                    <a:pt x="540" y="134"/>
                    <a:pt x="540" y="134"/>
                    <a:pt x="540" y="134"/>
                  </a:cubicBezTo>
                  <a:cubicBezTo>
                    <a:pt x="553" y="119"/>
                    <a:pt x="553" y="119"/>
                    <a:pt x="553" y="119"/>
                  </a:cubicBezTo>
                  <a:cubicBezTo>
                    <a:pt x="441" y="122"/>
                    <a:pt x="441" y="122"/>
                    <a:pt x="441" y="122"/>
                  </a:cubicBezTo>
                  <a:cubicBezTo>
                    <a:pt x="434" y="132"/>
                    <a:pt x="434" y="132"/>
                    <a:pt x="434" y="132"/>
                  </a:cubicBezTo>
                  <a:cubicBezTo>
                    <a:pt x="429" y="130"/>
                    <a:pt x="429" y="130"/>
                    <a:pt x="429" y="130"/>
                  </a:cubicBezTo>
                  <a:close/>
                  <a:moveTo>
                    <a:pt x="415" y="164"/>
                  </a:moveTo>
                  <a:cubicBezTo>
                    <a:pt x="420" y="151"/>
                    <a:pt x="420" y="151"/>
                    <a:pt x="420" y="151"/>
                  </a:cubicBezTo>
                  <a:cubicBezTo>
                    <a:pt x="540" y="149"/>
                    <a:pt x="540" y="149"/>
                    <a:pt x="540" y="149"/>
                  </a:cubicBezTo>
                  <a:cubicBezTo>
                    <a:pt x="515" y="176"/>
                    <a:pt x="515" y="176"/>
                    <a:pt x="515" y="176"/>
                  </a:cubicBezTo>
                  <a:cubicBezTo>
                    <a:pt x="499" y="176"/>
                    <a:pt x="499" y="176"/>
                    <a:pt x="499" y="176"/>
                  </a:cubicBezTo>
                  <a:cubicBezTo>
                    <a:pt x="499" y="172"/>
                    <a:pt x="499" y="172"/>
                    <a:pt x="499" y="172"/>
                  </a:cubicBezTo>
                  <a:cubicBezTo>
                    <a:pt x="510" y="169"/>
                    <a:pt x="510" y="169"/>
                    <a:pt x="510" y="169"/>
                  </a:cubicBezTo>
                  <a:cubicBezTo>
                    <a:pt x="521" y="156"/>
                    <a:pt x="521" y="156"/>
                    <a:pt x="521" y="156"/>
                  </a:cubicBezTo>
                  <a:cubicBezTo>
                    <a:pt x="425" y="159"/>
                    <a:pt x="425" y="159"/>
                    <a:pt x="425" y="159"/>
                  </a:cubicBezTo>
                  <a:cubicBezTo>
                    <a:pt x="419" y="166"/>
                    <a:pt x="419" y="166"/>
                    <a:pt x="419" y="166"/>
                  </a:cubicBezTo>
                  <a:cubicBezTo>
                    <a:pt x="415" y="164"/>
                    <a:pt x="415" y="164"/>
                    <a:pt x="415" y="164"/>
                  </a:cubicBezTo>
                  <a:close/>
                  <a:moveTo>
                    <a:pt x="224" y="90"/>
                  </a:moveTo>
                  <a:cubicBezTo>
                    <a:pt x="216" y="71"/>
                    <a:pt x="216" y="71"/>
                    <a:pt x="216" y="71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24" y="90"/>
                    <a:pt x="224" y="90"/>
                    <a:pt x="224" y="90"/>
                  </a:cubicBezTo>
                  <a:close/>
                  <a:moveTo>
                    <a:pt x="57" y="49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238" y="39"/>
                    <a:pt x="26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264" y="112"/>
                    <a:pt x="244" y="26"/>
                    <a:pt x="174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57" y="49"/>
                    <a:pt x="57" y="49"/>
                    <a:pt x="57" y="49"/>
                  </a:cubicBezTo>
                  <a:close/>
                  <a:moveTo>
                    <a:pt x="241" y="130"/>
                  </a:moveTo>
                  <a:cubicBezTo>
                    <a:pt x="234" y="114"/>
                    <a:pt x="234" y="114"/>
                    <a:pt x="234" y="114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41" y="130"/>
                    <a:pt x="241" y="130"/>
                    <a:pt x="241" y="130"/>
                  </a:cubicBezTo>
                  <a:close/>
                  <a:moveTo>
                    <a:pt x="255" y="164"/>
                  </a:moveTo>
                  <a:cubicBezTo>
                    <a:pt x="250" y="151"/>
                    <a:pt x="250" y="151"/>
                    <a:pt x="250" y="151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55" y="176"/>
                    <a:pt x="155" y="176"/>
                    <a:pt x="155" y="176"/>
                  </a:cubicBezTo>
                  <a:cubicBezTo>
                    <a:pt x="171" y="176"/>
                    <a:pt x="171" y="176"/>
                    <a:pt x="171" y="176"/>
                  </a:cubicBezTo>
                  <a:cubicBezTo>
                    <a:pt x="171" y="172"/>
                    <a:pt x="171" y="172"/>
                    <a:pt x="171" y="172"/>
                  </a:cubicBezTo>
                  <a:cubicBezTo>
                    <a:pt x="160" y="169"/>
                    <a:pt x="160" y="169"/>
                    <a:pt x="160" y="169"/>
                  </a:cubicBezTo>
                  <a:cubicBezTo>
                    <a:pt x="149" y="156"/>
                    <a:pt x="149" y="156"/>
                    <a:pt x="149" y="156"/>
                  </a:cubicBezTo>
                  <a:cubicBezTo>
                    <a:pt x="245" y="159"/>
                    <a:pt x="245" y="159"/>
                    <a:pt x="245" y="159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5" y="164"/>
                    <a:pt x="255" y="164"/>
                    <a:pt x="255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Freeform 35"/>
            <p:cNvSpPr>
              <a:spLocks/>
            </p:cNvSpPr>
            <p:nvPr/>
          </p:nvSpPr>
          <p:spPr bwMode="auto">
            <a:xfrm>
              <a:off x="6462713" y="3840163"/>
              <a:ext cx="468313" cy="30163"/>
            </a:xfrm>
            <a:custGeom>
              <a:avLst/>
              <a:gdLst>
                <a:gd name="T0" fmla="*/ 0 w 172"/>
                <a:gd name="T1" fmla="*/ 0 h 11"/>
                <a:gd name="T2" fmla="*/ 165 w 172"/>
                <a:gd name="T3" fmla="*/ 0 h 11"/>
                <a:gd name="T4" fmla="*/ 165 w 172"/>
                <a:gd name="T5" fmla="*/ 10 h 11"/>
                <a:gd name="T6" fmla="*/ 0 w 172"/>
                <a:gd name="T7" fmla="*/ 10 h 11"/>
                <a:gd name="T8" fmla="*/ 0 w 17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1">
                  <a:moveTo>
                    <a:pt x="0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72" y="0"/>
                    <a:pt x="171" y="11"/>
                    <a:pt x="16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Freeform 36"/>
            <p:cNvSpPr>
              <a:spLocks noEditPoints="1"/>
            </p:cNvSpPr>
            <p:nvPr/>
          </p:nvSpPr>
          <p:spPr bwMode="auto">
            <a:xfrm>
              <a:off x="6310313" y="3695700"/>
              <a:ext cx="703263" cy="317500"/>
            </a:xfrm>
            <a:custGeom>
              <a:avLst/>
              <a:gdLst>
                <a:gd name="T0" fmla="*/ 196 w 258"/>
                <a:gd name="T1" fmla="*/ 0 h 116"/>
                <a:gd name="T2" fmla="*/ 252 w 258"/>
                <a:gd name="T3" fmla="*/ 32 h 116"/>
                <a:gd name="T4" fmla="*/ 258 w 258"/>
                <a:gd name="T5" fmla="*/ 58 h 116"/>
                <a:gd name="T6" fmla="*/ 252 w 258"/>
                <a:gd name="T7" fmla="*/ 85 h 116"/>
                <a:gd name="T8" fmla="*/ 196 w 258"/>
                <a:gd name="T9" fmla="*/ 116 h 116"/>
                <a:gd name="T10" fmla="*/ 4 w 258"/>
                <a:gd name="T11" fmla="*/ 116 h 116"/>
                <a:gd name="T12" fmla="*/ 24 w 258"/>
                <a:gd name="T13" fmla="*/ 58 h 116"/>
                <a:gd name="T14" fmla="*/ 0 w 258"/>
                <a:gd name="T15" fmla="*/ 0 h 116"/>
                <a:gd name="T16" fmla="*/ 196 w 258"/>
                <a:gd name="T17" fmla="*/ 0 h 116"/>
                <a:gd name="T18" fmla="*/ 25 w 258"/>
                <a:gd name="T19" fmla="*/ 105 h 116"/>
                <a:gd name="T20" fmla="*/ 68 w 258"/>
                <a:gd name="T21" fmla="*/ 105 h 116"/>
                <a:gd name="T22" fmla="*/ 68 w 258"/>
                <a:gd name="T23" fmla="*/ 105 h 116"/>
                <a:gd name="T24" fmla="*/ 199 w 258"/>
                <a:gd name="T25" fmla="*/ 105 h 116"/>
                <a:gd name="T26" fmla="*/ 241 w 258"/>
                <a:gd name="T27" fmla="*/ 82 h 116"/>
                <a:gd name="T28" fmla="*/ 246 w 258"/>
                <a:gd name="T29" fmla="*/ 58 h 116"/>
                <a:gd name="T30" fmla="*/ 241 w 258"/>
                <a:gd name="T31" fmla="*/ 35 h 116"/>
                <a:gd name="T32" fmla="*/ 199 w 258"/>
                <a:gd name="T33" fmla="*/ 11 h 116"/>
                <a:gd name="T34" fmla="*/ 25 w 258"/>
                <a:gd name="T35" fmla="*/ 11 h 116"/>
                <a:gd name="T36" fmla="*/ 25 w 258"/>
                <a:gd name="T37" fmla="*/ 10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116">
                  <a:moveTo>
                    <a:pt x="196" y="0"/>
                  </a:moveTo>
                  <a:cubicBezTo>
                    <a:pt x="224" y="0"/>
                    <a:pt x="243" y="13"/>
                    <a:pt x="252" y="32"/>
                  </a:cubicBezTo>
                  <a:cubicBezTo>
                    <a:pt x="256" y="40"/>
                    <a:pt x="258" y="49"/>
                    <a:pt x="258" y="58"/>
                  </a:cubicBezTo>
                  <a:cubicBezTo>
                    <a:pt x="258" y="67"/>
                    <a:pt x="256" y="76"/>
                    <a:pt x="252" y="85"/>
                  </a:cubicBezTo>
                  <a:cubicBezTo>
                    <a:pt x="243" y="103"/>
                    <a:pt x="225" y="116"/>
                    <a:pt x="196" y="116"/>
                  </a:cubicBezTo>
                  <a:cubicBezTo>
                    <a:pt x="4" y="116"/>
                    <a:pt x="4" y="116"/>
                    <a:pt x="4" y="116"/>
                  </a:cubicBezTo>
                  <a:cubicBezTo>
                    <a:pt x="17" y="101"/>
                    <a:pt x="24" y="79"/>
                    <a:pt x="24" y="58"/>
                  </a:cubicBezTo>
                  <a:cubicBezTo>
                    <a:pt x="24" y="33"/>
                    <a:pt x="17" y="16"/>
                    <a:pt x="0" y="0"/>
                  </a:cubicBezTo>
                  <a:cubicBezTo>
                    <a:pt x="196" y="0"/>
                    <a:pt x="196" y="0"/>
                    <a:pt x="196" y="0"/>
                  </a:cubicBezTo>
                  <a:close/>
                  <a:moveTo>
                    <a:pt x="25" y="105"/>
                  </a:moveTo>
                  <a:cubicBezTo>
                    <a:pt x="68" y="105"/>
                    <a:pt x="68" y="105"/>
                    <a:pt x="68" y="105"/>
                  </a:cubicBezTo>
                  <a:cubicBezTo>
                    <a:pt x="68" y="105"/>
                    <a:pt x="68" y="105"/>
                    <a:pt x="68" y="105"/>
                  </a:cubicBezTo>
                  <a:cubicBezTo>
                    <a:pt x="199" y="105"/>
                    <a:pt x="199" y="105"/>
                    <a:pt x="199" y="105"/>
                  </a:cubicBezTo>
                  <a:cubicBezTo>
                    <a:pt x="221" y="105"/>
                    <a:pt x="234" y="97"/>
                    <a:pt x="241" y="82"/>
                  </a:cubicBezTo>
                  <a:cubicBezTo>
                    <a:pt x="245" y="75"/>
                    <a:pt x="246" y="67"/>
                    <a:pt x="246" y="58"/>
                  </a:cubicBezTo>
                  <a:cubicBezTo>
                    <a:pt x="246" y="50"/>
                    <a:pt x="245" y="42"/>
                    <a:pt x="241" y="35"/>
                  </a:cubicBezTo>
                  <a:cubicBezTo>
                    <a:pt x="234" y="20"/>
                    <a:pt x="221" y="11"/>
                    <a:pt x="19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9" y="33"/>
                    <a:pt x="40" y="83"/>
                    <a:pt x="25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869009" y="1713620"/>
            <a:ext cx="140641" cy="4776325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05196" y="1695520"/>
            <a:ext cx="6412634" cy="54828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数学与应用数学（拔尖班）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Rank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12/32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大一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6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学分课程挂科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英语：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CET6-471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CET4-445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一段科研经历（水</a:t>
            </a:r>
            <a:r>
              <a:rPr lang="en-US" altLang="zh-CN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EI</a:t>
            </a: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两个省奖（层次低且少）</a:t>
            </a:r>
            <a:endParaRPr lang="en-US" altLang="zh-CN" sz="2400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特点：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低</a:t>
            </a:r>
            <a:r>
              <a:rPr lang="en-US" altLang="zh-CN" sz="2400" b="1" dirty="0" err="1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rk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竞赛少（全是大三的）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水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EI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最终去向：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复旦生医工 直博（跨保）</a:t>
            </a:r>
            <a:endParaRPr lang="en-US" altLang="zh-CN" sz="2400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还有哈工深鹏城直博，西工大光电硕</a:t>
            </a:r>
            <a:r>
              <a:rPr lang="en-US" altLang="zh-CN" sz="24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offer</a:t>
            </a:r>
          </a:p>
          <a:p>
            <a:pPr>
              <a:lnSpc>
                <a:spcPct val="150000"/>
              </a:lnSpc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 marL="285750" indent="-285750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00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grpSp>
        <p:nvGrpSpPr>
          <p:cNvPr id="5" name="组合 2"/>
          <p:cNvGrpSpPr>
            <a:grpSpLocks/>
          </p:cNvGrpSpPr>
          <p:nvPr/>
        </p:nvGrpSpPr>
        <p:grpSpPr bwMode="auto">
          <a:xfrm>
            <a:off x="254833" y="269481"/>
            <a:ext cx="3172463" cy="691403"/>
            <a:chOff x="-16250" y="91776"/>
            <a:chExt cx="5015044" cy="1092987"/>
          </a:xfrm>
        </p:grpSpPr>
        <p:sp>
          <p:nvSpPr>
            <p:cNvPr id="6" name="矩形 1"/>
            <p:cNvSpPr>
              <a:spLocks noChangeArrowheads="1"/>
            </p:cNvSpPr>
            <p:nvPr/>
          </p:nvSpPr>
          <p:spPr bwMode="auto">
            <a:xfrm>
              <a:off x="406400" y="402253"/>
              <a:ext cx="4474630" cy="638628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20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个人</a:t>
              </a:r>
              <a:r>
                <a:rPr lang="en-US" altLang="zh-CN" sz="2000" dirty="0" err="1">
                  <a:solidFill>
                    <a:srgbClr val="00206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bg</a:t>
              </a:r>
              <a:r>
                <a:rPr lang="zh-CN" altLang="en-US" sz="20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介绍</a:t>
              </a:r>
            </a:p>
          </p:txBody>
        </p:sp>
        <p:sp>
          <p:nvSpPr>
            <p:cNvPr id="7" name="矩形 45"/>
            <p:cNvSpPr>
              <a:spLocks noChangeArrowheads="1"/>
            </p:cNvSpPr>
            <p:nvPr/>
          </p:nvSpPr>
          <p:spPr bwMode="auto">
            <a:xfrm>
              <a:off x="-16250" y="91776"/>
              <a:ext cx="584653" cy="569264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2000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1</a:t>
              </a:r>
              <a:endPara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8" name="矩形 46"/>
            <p:cNvSpPr>
              <a:spLocks noChangeArrowheads="1"/>
            </p:cNvSpPr>
            <p:nvPr/>
          </p:nvSpPr>
          <p:spPr bwMode="auto">
            <a:xfrm>
              <a:off x="4763265" y="938020"/>
              <a:ext cx="235529" cy="246743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2000">
                <a:solidFill>
                  <a:srgbClr val="FFFFFF"/>
                </a:solidFill>
              </a:endParaRPr>
            </a:p>
          </p:txBody>
        </p:sp>
      </p:grpSp>
      <p:pic>
        <p:nvPicPr>
          <p:cNvPr id="52" name="图片 51">
            <a:extLst>
              <a:ext uri="{FF2B5EF4-FFF2-40B4-BE49-F238E27FC236}">
                <a16:creationId xmlns:a16="http://schemas.microsoft.com/office/drawing/2014/main" id="{B3994575-8986-4857-9AE2-501E0B8F9A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4" t="18145" r="144" b="-675"/>
          <a:stretch/>
        </p:blipFill>
        <p:spPr>
          <a:xfrm>
            <a:off x="7071266" y="398565"/>
            <a:ext cx="5219912" cy="609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5680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4A4879D7-4AF7-40B6-A0DC-4270E3087C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7083" y="-59377"/>
            <a:ext cx="6822374" cy="251812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32B7443-AEB4-4EC8-8A26-B96C9CBED2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0572" y="2564924"/>
            <a:ext cx="6394241" cy="3489589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94AF56A1-6C7B-490B-9078-232053B3082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64924"/>
            <a:ext cx="6017200" cy="344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922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FFB23D4-FDC6-93AA-A0EE-7C60E7908FDD}"/>
              </a:ext>
            </a:extLst>
          </p:cNvPr>
          <p:cNvSpPr txBox="1"/>
          <p:nvPr/>
        </p:nvSpPr>
        <p:spPr>
          <a:xfrm>
            <a:off x="273598" y="528490"/>
            <a:ext cx="1114312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2022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级数学拔尖班保研情况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西电本校一半（都是好导师），外校有复旦，人大（统计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高瓴），南开（交叉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基础），北邮，西交等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大家需注意这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只是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学校去向，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而实际上或许需要考虑专硕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学硕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/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直博以及导师的情况。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学校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title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只是考虑的一个方面。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483A74-79A8-4190-AA90-8C7548ADD778}"/>
              </a:ext>
            </a:extLst>
          </p:cNvPr>
          <p:cNvSpPr txBox="1"/>
          <p:nvPr/>
        </p:nvSpPr>
        <p:spPr>
          <a:xfrm>
            <a:off x="368600" y="3164775"/>
            <a:ext cx="995105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楷体" panose="02010609060101010101" pitchFamily="49" charset="-122"/>
                <a:ea typeface="楷体" panose="02010609060101010101" pitchFamily="49" charset="-122"/>
              </a:rPr>
              <a:t>个人选择倾向</a:t>
            </a:r>
            <a:endParaRPr lang="en-US" altLang="zh-CN" sz="32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可以读博，但要找到好老师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不需要着急就业，有点学术追求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方向只要不是基础数学就可以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楷体" panose="02010609060101010101" pitchFamily="49" charset="-122"/>
                <a:ea typeface="楷体" panose="02010609060101010101" pitchFamily="49" charset="-122"/>
              </a:rPr>
              <a:t>代码基础薄弱，避开机试</a:t>
            </a:r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en-US" altLang="zh-CN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sz="2400" b="1" dirty="0"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01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-19050" y="3606953"/>
            <a:ext cx="3856733" cy="3251047"/>
          </a:xfrm>
          <a:prstGeom prst="rtTriangle">
            <a:avLst/>
          </a:prstGeom>
          <a:noFill/>
          <a:ln w="6350"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2816881" y="2346833"/>
            <a:ext cx="6558238" cy="1920367"/>
            <a:chOff x="-16250" y="91776"/>
            <a:chExt cx="3687347" cy="1079733"/>
          </a:xfrm>
        </p:grpSpPr>
        <p:sp>
          <p:nvSpPr>
            <p:cNvPr id="5" name="矩形 1"/>
            <p:cNvSpPr>
              <a:spLocks noChangeArrowheads="1"/>
            </p:cNvSpPr>
            <p:nvPr/>
          </p:nvSpPr>
          <p:spPr bwMode="auto">
            <a:xfrm>
              <a:off x="406401" y="402253"/>
              <a:ext cx="3120915" cy="638628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sz="4400" dirty="0">
                  <a:solidFill>
                    <a:srgbClr val="002060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个人保研全过程收录</a:t>
              </a:r>
            </a:p>
          </p:txBody>
        </p:sp>
        <p:sp>
          <p:nvSpPr>
            <p:cNvPr id="6" name="矩形 45"/>
            <p:cNvSpPr>
              <a:spLocks noChangeArrowheads="1"/>
            </p:cNvSpPr>
            <p:nvPr/>
          </p:nvSpPr>
          <p:spPr bwMode="auto">
            <a:xfrm>
              <a:off x="-16250" y="91776"/>
              <a:ext cx="584653" cy="569264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2</a:t>
              </a:r>
              <a:endPara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" name="矩形 46"/>
            <p:cNvSpPr>
              <a:spLocks noChangeArrowheads="1"/>
            </p:cNvSpPr>
            <p:nvPr/>
          </p:nvSpPr>
          <p:spPr bwMode="auto">
            <a:xfrm>
              <a:off x="3435568" y="924766"/>
              <a:ext cx="235529" cy="246743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4400" b="1">
                <a:solidFill>
                  <a:srgbClr val="FFFFFF"/>
                </a:solidFill>
              </a:endParaRPr>
            </a:p>
          </p:txBody>
        </p:sp>
      </p:grpSp>
      <p:sp>
        <p:nvSpPr>
          <p:cNvPr id="12" name="直角三角形 11"/>
          <p:cNvSpPr/>
          <p:nvPr/>
        </p:nvSpPr>
        <p:spPr>
          <a:xfrm>
            <a:off x="0" y="426720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直角三角形 12"/>
          <p:cNvSpPr/>
          <p:nvPr/>
        </p:nvSpPr>
        <p:spPr>
          <a:xfrm rot="10800000">
            <a:off x="9165665" y="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009334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6ED30832-3A3D-F95C-0E92-A992F45AC5BF}"/>
              </a:ext>
            </a:extLst>
          </p:cNvPr>
          <p:cNvCxnSpPr/>
          <p:nvPr/>
        </p:nvCxnSpPr>
        <p:spPr>
          <a:xfrm>
            <a:off x="546847" y="3155576"/>
            <a:ext cx="11053482" cy="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4" name="箭头: 右 3">
            <a:extLst>
              <a:ext uri="{FF2B5EF4-FFF2-40B4-BE49-F238E27FC236}">
                <a16:creationId xmlns:a16="http://schemas.microsoft.com/office/drawing/2014/main" id="{FA597E0C-9A27-7EB3-4CCE-6DB79EA49904}"/>
              </a:ext>
            </a:extLst>
          </p:cNvPr>
          <p:cNvSpPr/>
          <p:nvPr/>
        </p:nvSpPr>
        <p:spPr>
          <a:xfrm>
            <a:off x="2940424" y="1524000"/>
            <a:ext cx="978408" cy="484632"/>
          </a:xfrm>
          <a:prstGeom prst="rightArrow">
            <a:avLst/>
          </a:prstGeom>
        </p:spPr>
        <p:txBody>
          <a:bodyPr wrap="non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CB29012-CBD0-C524-254F-FAD31172646A}"/>
              </a:ext>
            </a:extLst>
          </p:cNvPr>
          <p:cNvSpPr txBox="1"/>
          <p:nvPr/>
        </p:nvSpPr>
        <p:spPr>
          <a:xfrm>
            <a:off x="376518" y="1172650"/>
            <a:ext cx="38462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5-6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陶瓷老师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1.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陶瓷联系意向学校老师（一直发到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9.10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）。结果找的好老师没有一个理我，只好去小红书上找招生帖子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2.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疯狂报名夏令营（除了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top2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ED65D1AE-23BB-9143-E487-5F2D25292085}"/>
              </a:ext>
            </a:extLst>
          </p:cNvPr>
          <p:cNvSpPr txBox="1"/>
          <p:nvPr/>
        </p:nvSpPr>
        <p:spPr>
          <a:xfrm>
            <a:off x="3429628" y="3623986"/>
            <a:ext cx="618110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7-8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参加夏令营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报名预推免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线上夏令营：山大数学，中山计算机，中山软件（最开始真想去中山）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线下：国科大华大专项，西工大，鹏城实验室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陶瓷老师布置任务：北航（干），西交（干），南开（没干）</a:t>
            </a:r>
            <a:endParaRPr lang="en-US" altLang="zh-CN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报名预推免：先报名，报完名就给专业老师发邮件（捡漏复旦），注意有的学校只能报名一个学院，且不同学院公布预推免时间不一样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3DE505F-B460-0A3E-73E0-27533468C2BF}"/>
              </a:ext>
            </a:extLst>
          </p:cNvPr>
          <p:cNvSpPr txBox="1"/>
          <p:nvPr/>
        </p:nvSpPr>
        <p:spPr>
          <a:xfrm>
            <a:off x="8019907" y="1025204"/>
            <a:ext cx="339227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9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月（两周）：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冲刺</a:t>
            </a:r>
            <a:endParaRPr lang="en-US" altLang="zh-CN" b="1" dirty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线下预推免，要考虑住宿（订酒店，钟点房）以及路程（怎么去），最后一周内，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个城市</a:t>
            </a:r>
            <a:r>
              <a:rPr lang="en-US" altLang="zh-CN" b="1" dirty="0">
                <a:latin typeface="Times New Roman" panose="02020603050405020304" pitchFamily="18" charset="0"/>
                <a:ea typeface="楷体" panose="02010609060101010101" pitchFamily="49" charset="-122"/>
              </a:rPr>
              <a:t>6</a:t>
            </a:r>
            <a:r>
              <a:rPr lang="zh-CN" altLang="en-US" b="1" dirty="0">
                <a:latin typeface="Times New Roman" panose="02020603050405020304" pitchFamily="18" charset="0"/>
                <a:ea typeface="楷体" panose="02010609060101010101" pitchFamily="49" charset="-122"/>
              </a:rPr>
              <a:t>场面试，行程很紧，休息不好，但别放过任何可能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F7580D2-0FCF-5E53-7E49-B5AD1663A937}"/>
              </a:ext>
            </a:extLst>
          </p:cNvPr>
          <p:cNvSpPr/>
          <p:nvPr/>
        </p:nvSpPr>
        <p:spPr>
          <a:xfrm>
            <a:off x="308759" y="1034149"/>
            <a:ext cx="3996046" cy="197574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CDE80E5-EB84-F24F-BEBB-D13CEA0A822C}"/>
              </a:ext>
            </a:extLst>
          </p:cNvPr>
          <p:cNvSpPr/>
          <p:nvPr/>
        </p:nvSpPr>
        <p:spPr>
          <a:xfrm>
            <a:off x="8035879" y="951227"/>
            <a:ext cx="3447559" cy="1975749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F910DFF-0C8E-DEEF-293E-EDFFF2C99067}"/>
              </a:ext>
            </a:extLst>
          </p:cNvPr>
          <p:cNvSpPr/>
          <p:nvPr/>
        </p:nvSpPr>
        <p:spPr>
          <a:xfrm>
            <a:off x="3267920" y="3547392"/>
            <a:ext cx="6491738" cy="2359381"/>
          </a:xfrm>
          <a:prstGeom prst="rect">
            <a:avLst/>
          </a:prstGeom>
          <a:noFill/>
          <a:ln w="381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758F234-519D-86A1-D6B4-EF42BB863451}"/>
              </a:ext>
            </a:extLst>
          </p:cNvPr>
          <p:cNvSpPr txBox="1"/>
          <p:nvPr/>
        </p:nvSpPr>
        <p:spPr>
          <a:xfrm>
            <a:off x="242047" y="248815"/>
            <a:ext cx="35702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这半年的时间干了什么？</a:t>
            </a:r>
          </a:p>
        </p:txBody>
      </p:sp>
    </p:spTree>
    <p:extLst>
      <p:ext uri="{BB962C8B-B14F-4D97-AF65-F5344CB8AC3E}">
        <p14:creationId xmlns:p14="http://schemas.microsoft.com/office/powerpoint/2010/main" val="23954671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A5D759F-ECC6-4B4D-A0E9-56C0764C2717}"/>
              </a:ext>
            </a:extLst>
          </p:cNvPr>
          <p:cNvSpPr txBox="1"/>
          <p:nvPr/>
        </p:nvSpPr>
        <p:spPr>
          <a:xfrm>
            <a:off x="154378" y="106877"/>
            <a:ext cx="42632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5-6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月：陶瓷老师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11E1C70-DCD6-4263-B41B-BD97B47AD1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6522"/>
            <a:ext cx="6549242" cy="2484402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CA54D77-12D3-4408-A428-939859995C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601" y="0"/>
            <a:ext cx="3576556" cy="336665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0E8D2779-1AF3-4D17-BB76-BE52E6C9E623}"/>
              </a:ext>
            </a:extLst>
          </p:cNvPr>
          <p:cNvSpPr txBox="1"/>
          <p:nvPr/>
        </p:nvSpPr>
        <p:spPr>
          <a:xfrm>
            <a:off x="154378" y="3411525"/>
            <a:ext cx="1088373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千万不要报名保研辅导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！！！！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这一阶段没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，且对于学校层次的认知不清楚，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比如哈工大和西交中间夹着航开济三所学校，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计算机方向的中科院的所水平方差大，自动化所和计算所的强组≈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top2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，软件所≈哈工大，信工所≈西工大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上面这些东西可以没事去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绿群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里面水水群了解，或者多看一些经验帖子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关于报名夏令营不错过可以通过关注学校官网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公众号（保研论坛）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通过和老师交流来不断完善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简历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（我的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最开始就是老师要求我做的，后面不断完善）以及完善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基础知识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（印象更深刻）和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项目经历</a:t>
            </a:r>
            <a:endParaRPr lang="en-US" altLang="zh-CN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一定要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记录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下来交流内容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8063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A5D759F-ECC6-4B4D-A0E9-56C0764C2717}"/>
              </a:ext>
            </a:extLst>
          </p:cNvPr>
          <p:cNvSpPr txBox="1"/>
          <p:nvPr/>
        </p:nvSpPr>
        <p:spPr>
          <a:xfrm>
            <a:off x="154378" y="106877"/>
            <a:ext cx="45245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7-8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月：参加夏令营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8D2779-1AF3-4D17-BB76-BE52E6C9E623}"/>
              </a:ext>
            </a:extLst>
          </p:cNvPr>
          <p:cNvSpPr txBox="1"/>
          <p:nvPr/>
        </p:nvSpPr>
        <p:spPr>
          <a:xfrm>
            <a:off x="0" y="691652"/>
            <a:ext cx="10883736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线下夏令营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国科大华大专项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感觉就业不如西电，故放弃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西工大光电（不在山沟沟里，大牛不少）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没见到老师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鹏程实验室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待遇非常好，托学姐的福，加了老师的联系方式，见面了，但这个实验室招生的话语权很小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线上夏令营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（没有好好利用）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山东大学威海校区数学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加了老师微信，完成任务，愿意给我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，后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提前放弃（为后面当赌狗埋雷）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中山大学计算机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加了老师微信，没完成任务，但老师推荐了，后续感觉中山事多，放弃了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陶瓷老师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北航人工智能学院老师（因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bg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不够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5%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没入，后改报宇航学院）老师把我捞到预推免了，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天极限完成任务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西交软件学院，找了两个老师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A,B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，进了预推免，被老师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放鸽子了，最后提前把老师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鸽了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华科计算机老师，面试差劲，没要我（听闻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老师已黑化，后阅读东五往事，感到庆幸）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成电计算机老师，被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2h+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，老师没要，后续看到老师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925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被其他同学鸽了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厦大计算机老师，被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拷打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1h+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，老师没要，后听说要了之后让你干横向，感到庆幸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北邮计算机老师，想让我去那里读博，还有个本校老师也是让我读博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天大智算学部导师团，面试拉胯了，后面又报名了一次，忘记参加机试了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没去的夏令营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北京中关村学院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网络信息中心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48400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7A5D759F-ECC6-4B4D-A0E9-56C0764C2717}"/>
              </a:ext>
            </a:extLst>
          </p:cNvPr>
          <p:cNvSpPr txBox="1"/>
          <p:nvPr/>
        </p:nvSpPr>
        <p:spPr>
          <a:xfrm>
            <a:off x="154378" y="106877"/>
            <a:ext cx="70183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月：疯狂时间到：学生和老师互相鸽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E8D2779-1AF3-4D17-BB76-BE52E6C9E623}"/>
              </a:ext>
            </a:extLst>
          </p:cNvPr>
          <p:cNvSpPr txBox="1"/>
          <p:nvPr/>
        </p:nvSpPr>
        <p:spPr>
          <a:xfrm>
            <a:off x="154378" y="923644"/>
            <a:ext cx="11833762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疯狂发邮件，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前后两天，每天发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封邮件，手有点抽筋了；后面好多老师给我打电话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9.15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计算所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vipl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实验室（最牛的几个实验室）考试（一周速成：数学基础，程序设计，机器学习，智力题目）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面试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最终没有竞争过本校计算机学院同学。可惜了还找学长学姐取取经验，最后有两个老师被鸽了来找我了，第一个面了没看上我（意识到了漏不好捡），第二个我直接放弃了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复旦大学生医工（和西电冲突）（找的杰青）面试（英语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中文询问经历），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面试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诚实点（没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），当天晚上就回西安，第二天下午拿到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offer</a:t>
            </a: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西交软件面试，</a:t>
            </a:r>
            <a:r>
              <a:rPr lang="en-US" altLang="zh-CN" b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nnd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才通知我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早上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8:30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开始面试，后面把时间和老师协商到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9.17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下午，感觉面试就是走个流程，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3min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的英文自我介绍，忘记在系统上确认了，被招生办通知被老师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鸽掉了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西工大光电（牛组），被拷打了，英文问题没听懂，但西电就是西工大招到最好的生源之一，我是专硕第一，后面老师说学硕有人鸽了，给我转成学硕，最后我也鸽了老师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9.18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哈工深（线上），最对不起老师的一回，这个老师是真想要我，还帮我联系了哈工深的一个老师，还给我纠正简历的错误地方。其中一个面试老师我还在夏令营的时候有点印象，但后面考虑到哈工深直博的毕业条件故放弃。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9.20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北航宇航学院（杰青），猛猛考察知识，第一场面试用英语询问我数据结构，第二场面试中机器学习，古典控制，信号处理，数学问题四选二</a:t>
            </a:r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661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98E5DD4-257A-A8AE-2E03-44244C0604BF}"/>
              </a:ext>
            </a:extLst>
          </p:cNvPr>
          <p:cNvSpPr txBox="1"/>
          <p:nvPr/>
        </p:nvSpPr>
        <p:spPr>
          <a:xfrm>
            <a:off x="301307" y="382012"/>
            <a:ext cx="10910048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不足之处</a:t>
            </a:r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）没有复习专业知识，背景知识，准备机试，英语口语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）定位不准，没有侧重，平均用力，北航软件学院错过了要求时限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3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）没早点了解保研，加绿群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4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）本校老师保底找的太晚了，后面赌狗心里压力太大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5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）脸皮太薄，要持之以恒的骚扰老师，最开始不敢一个学院给好几个老师发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6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）不敢想，连尝试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top2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的勇气都没有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857966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直角三角形 13"/>
          <p:cNvSpPr/>
          <p:nvPr/>
        </p:nvSpPr>
        <p:spPr>
          <a:xfrm>
            <a:off x="-19050" y="3606953"/>
            <a:ext cx="3856733" cy="3251047"/>
          </a:xfrm>
          <a:prstGeom prst="rtTriangle">
            <a:avLst/>
          </a:prstGeom>
          <a:noFill/>
          <a:ln w="6350">
            <a:solidFill>
              <a:srgbClr val="002060"/>
            </a:solidFill>
          </a:ln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2"/>
          <p:cNvGrpSpPr>
            <a:grpSpLocks/>
          </p:cNvGrpSpPr>
          <p:nvPr/>
        </p:nvGrpSpPr>
        <p:grpSpPr bwMode="auto">
          <a:xfrm>
            <a:off x="2816881" y="2346833"/>
            <a:ext cx="6558238" cy="1920367"/>
            <a:chOff x="-16250" y="91776"/>
            <a:chExt cx="3687347" cy="1079733"/>
          </a:xfrm>
        </p:grpSpPr>
        <p:sp>
          <p:nvSpPr>
            <p:cNvPr id="5" name="矩形 1"/>
            <p:cNvSpPr>
              <a:spLocks noChangeArrowheads="1"/>
            </p:cNvSpPr>
            <p:nvPr/>
          </p:nvSpPr>
          <p:spPr bwMode="auto">
            <a:xfrm>
              <a:off x="406401" y="402253"/>
              <a:ext cx="3120915" cy="638628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/>
              <a:r>
                <a:rPr kumimoji="1" lang="zh-CN" altLang="en-US" sz="4400" dirty="0">
                  <a:latin typeface="Times New Roman" panose="02020603050405020304" pitchFamily="18" charset="0"/>
                  <a:ea typeface="楷体" panose="02010609060101010101" pitchFamily="49" charset="-122"/>
                </a:rPr>
                <a:t>一些经验集锦</a:t>
              </a:r>
            </a:p>
          </p:txBody>
        </p:sp>
        <p:sp>
          <p:nvSpPr>
            <p:cNvPr id="6" name="矩形 45"/>
            <p:cNvSpPr>
              <a:spLocks noChangeArrowheads="1"/>
            </p:cNvSpPr>
            <p:nvPr/>
          </p:nvSpPr>
          <p:spPr bwMode="auto">
            <a:xfrm>
              <a:off x="-16250" y="91776"/>
              <a:ext cx="584653" cy="569264"/>
            </a:xfrm>
            <a:prstGeom prst="rect">
              <a:avLst/>
            </a:prstGeom>
            <a:solidFill>
              <a:srgbClr val="002060"/>
            </a:solidFill>
            <a:ln w="12700">
              <a:solidFill>
                <a:srgbClr val="002060"/>
              </a:solidFill>
              <a:miter lim="800000"/>
              <a:headEnd/>
              <a:tailEnd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en-US" altLang="zh-CN" sz="4400" b="1" dirty="0">
                  <a:solidFill>
                    <a:schemeClr val="bg1"/>
                  </a:solidFill>
                  <a:latin typeface="Times New Roman" panose="02020603050405020304" pitchFamily="18" charset="0"/>
                  <a:ea typeface="楷体" panose="02010609060101010101" pitchFamily="49" charset="-122"/>
                </a:rPr>
                <a:t>3</a:t>
              </a:r>
              <a:endParaRPr lang="zh-CN" altLang="en-US" sz="4400" b="1" dirty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</a:endParaRPr>
            </a:p>
          </p:txBody>
        </p:sp>
        <p:sp>
          <p:nvSpPr>
            <p:cNvPr id="7" name="矩形 46"/>
            <p:cNvSpPr>
              <a:spLocks noChangeArrowheads="1"/>
            </p:cNvSpPr>
            <p:nvPr/>
          </p:nvSpPr>
          <p:spPr bwMode="auto">
            <a:xfrm>
              <a:off x="3435568" y="924766"/>
              <a:ext cx="235529" cy="246743"/>
            </a:xfrm>
            <a:prstGeom prst="rect">
              <a:avLst/>
            </a:prstGeom>
            <a:noFill/>
            <a:ln w="12700">
              <a:solidFill>
                <a:srgbClr val="00206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endParaRPr lang="zh-CN" altLang="en-US" sz="4400" b="1">
                <a:solidFill>
                  <a:srgbClr val="FFFFFF"/>
                </a:solidFill>
              </a:endParaRPr>
            </a:p>
          </p:txBody>
        </p:sp>
      </p:grpSp>
      <p:sp>
        <p:nvSpPr>
          <p:cNvPr id="12" name="直角三角形 11"/>
          <p:cNvSpPr/>
          <p:nvPr/>
        </p:nvSpPr>
        <p:spPr>
          <a:xfrm>
            <a:off x="0" y="426720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直角三角形 12"/>
          <p:cNvSpPr/>
          <p:nvPr/>
        </p:nvSpPr>
        <p:spPr>
          <a:xfrm rot="10800000">
            <a:off x="9165665" y="0"/>
            <a:ext cx="3026431" cy="2590800"/>
          </a:xfrm>
          <a:prstGeom prst="rtTriangle">
            <a:avLst/>
          </a:prstGeom>
          <a:solidFill>
            <a:srgbClr val="002060"/>
          </a:solidFill>
        </p:spPr>
        <p:txBody>
          <a:bodyPr wrap="square" rtlCol="0" anchor="ctr">
            <a:spAutoFit/>
          </a:bodyPr>
          <a:lstStyle/>
          <a:p>
            <a:pPr algn="ctr"/>
            <a:endParaRPr kumimoji="1"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302189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E984A91-A1A0-D7D0-3B14-0944349505A1}"/>
              </a:ext>
            </a:extLst>
          </p:cNvPr>
          <p:cNvSpPr txBox="1"/>
          <p:nvPr/>
        </p:nvSpPr>
        <p:spPr>
          <a:xfrm>
            <a:off x="87785" y="116424"/>
            <a:ext cx="11627224" cy="6670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保研定位？（保研辅导吹嘘的地方）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多和学长交流，借助西电这个大平台（没事找意向老师手下的学长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or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博士后）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我的经历很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特别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（挂科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+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没啥拿得出手的东西）。类似的往年经验很少，最开始我的目标可能就是去本校人工智能学院找个好老师。往年去复旦的数统院只有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rk1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，保研这件事情还是吃点运气的（和我竞争的有一个北科国奖选手），但只要你多尝试就可以把可能变成必然（他最后也上岸复旦生医工）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与同院系以及同专业 同学们的交流？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要是发现不少人都找了同一个老师，最好避开那个老师（尤其是那些人都是不会鸽老师的老实人）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与外校同学们的交流？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绿群里面我吃过大亏，差点被某双非不知名同学给卖了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08059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E5FD986-5683-FE5D-F5EB-FAC7959DCD4A}"/>
              </a:ext>
            </a:extLst>
          </p:cNvPr>
          <p:cNvSpPr txBox="1"/>
          <p:nvPr/>
        </p:nvSpPr>
        <p:spPr>
          <a:xfrm>
            <a:off x="396920" y="454726"/>
            <a:ext cx="11140656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要不要找本校的老师保底？鸽了本校老师会有什么后果？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可以有，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尽量找人品好的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（找老师的标准人品第一，之后选择羊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or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学术） 。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鸽掉本校的老师，可能在你的毕设答辩的时候，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ta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就坐在评审席（就这样吧）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（相信老师的人品）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--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对于大三，现在应该为保研做些什么？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稳住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or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提高</a:t>
            </a:r>
            <a:r>
              <a:rPr lang="en-US" altLang="zh-CN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rank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，我前五学期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rank14/29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，六学期为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12/32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，虽然提升的不多，还是可以提升的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增加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竞赛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经历：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我的数模和数竞省二都是大三上学期拿的，还可以报名统计建模，计算机程序设计大赛，挑战者杯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增加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科研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经历：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现在联系老师，发论文完全来得及，再往后周期就不够了，我的论文是大三下学期正式发表的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  <a:p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一定要加</a:t>
            </a:r>
            <a:r>
              <a:rPr lang="zh-C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绿群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，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925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捡漏，结合研控网导师评价（需科学上网）</a:t>
            </a:r>
            <a:r>
              <a:rPr lang="en-US" altLang="zh-CN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 +</a:t>
            </a:r>
            <a:r>
              <a:rPr lang="zh-CN" altLang="en-US" sz="2400" b="1" dirty="0">
                <a:latin typeface="Times New Roman" panose="02020603050405020304" pitchFamily="18" charset="0"/>
                <a:ea typeface="楷体" panose="02010609060101010101" pitchFamily="49" charset="-122"/>
              </a:rPr>
              <a:t>学长学姐</a:t>
            </a:r>
            <a:endParaRPr lang="en-US" altLang="zh-CN" sz="2400" b="1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441001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38"/>
          <p:cNvGrpSpPr/>
          <p:nvPr/>
        </p:nvGrpSpPr>
        <p:grpSpPr>
          <a:xfrm>
            <a:off x="5244238" y="673561"/>
            <a:ext cx="1703523" cy="1706783"/>
            <a:chOff x="4438650" y="1768475"/>
            <a:chExt cx="3317875" cy="3324225"/>
          </a:xfrm>
          <a:solidFill>
            <a:srgbClr val="002060"/>
          </a:solidFill>
        </p:grpSpPr>
        <p:sp>
          <p:nvSpPr>
            <p:cNvPr id="7" name="Freeform 5"/>
            <p:cNvSpPr>
              <a:spLocks noEditPoints="1"/>
            </p:cNvSpPr>
            <p:nvPr/>
          </p:nvSpPr>
          <p:spPr bwMode="auto">
            <a:xfrm>
              <a:off x="4713288" y="2043113"/>
              <a:ext cx="2768600" cy="2773363"/>
            </a:xfrm>
            <a:custGeom>
              <a:avLst/>
              <a:gdLst>
                <a:gd name="T0" fmla="*/ 509 w 1017"/>
                <a:gd name="T1" fmla="*/ 0 h 1017"/>
                <a:gd name="T2" fmla="*/ 1017 w 1017"/>
                <a:gd name="T3" fmla="*/ 508 h 1017"/>
                <a:gd name="T4" fmla="*/ 509 w 1017"/>
                <a:gd name="T5" fmla="*/ 1017 h 1017"/>
                <a:gd name="T6" fmla="*/ 0 w 1017"/>
                <a:gd name="T7" fmla="*/ 508 h 1017"/>
                <a:gd name="T8" fmla="*/ 509 w 1017"/>
                <a:gd name="T9" fmla="*/ 0 h 1017"/>
                <a:gd name="T10" fmla="*/ 509 w 1017"/>
                <a:gd name="T11" fmla="*/ 14 h 1017"/>
                <a:gd name="T12" fmla="*/ 14 w 1017"/>
                <a:gd name="T13" fmla="*/ 508 h 1017"/>
                <a:gd name="T14" fmla="*/ 509 w 1017"/>
                <a:gd name="T15" fmla="*/ 1003 h 1017"/>
                <a:gd name="T16" fmla="*/ 1003 w 1017"/>
                <a:gd name="T17" fmla="*/ 508 h 1017"/>
                <a:gd name="T18" fmla="*/ 509 w 1017"/>
                <a:gd name="T19" fmla="*/ 14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17" h="1017">
                  <a:moveTo>
                    <a:pt x="509" y="0"/>
                  </a:moveTo>
                  <a:cubicBezTo>
                    <a:pt x="789" y="0"/>
                    <a:pt x="1017" y="228"/>
                    <a:pt x="1017" y="508"/>
                  </a:cubicBezTo>
                  <a:cubicBezTo>
                    <a:pt x="1017" y="788"/>
                    <a:pt x="789" y="1017"/>
                    <a:pt x="509" y="1017"/>
                  </a:cubicBezTo>
                  <a:cubicBezTo>
                    <a:pt x="229" y="1017"/>
                    <a:pt x="0" y="788"/>
                    <a:pt x="0" y="508"/>
                  </a:cubicBezTo>
                  <a:cubicBezTo>
                    <a:pt x="0" y="228"/>
                    <a:pt x="229" y="0"/>
                    <a:pt x="509" y="0"/>
                  </a:cubicBezTo>
                  <a:close/>
                  <a:moveTo>
                    <a:pt x="509" y="14"/>
                  </a:moveTo>
                  <a:cubicBezTo>
                    <a:pt x="236" y="14"/>
                    <a:pt x="14" y="236"/>
                    <a:pt x="14" y="508"/>
                  </a:cubicBezTo>
                  <a:cubicBezTo>
                    <a:pt x="14" y="781"/>
                    <a:pt x="236" y="1003"/>
                    <a:pt x="509" y="1003"/>
                  </a:cubicBezTo>
                  <a:cubicBezTo>
                    <a:pt x="781" y="1003"/>
                    <a:pt x="1003" y="781"/>
                    <a:pt x="1003" y="508"/>
                  </a:cubicBezTo>
                  <a:cubicBezTo>
                    <a:pt x="1003" y="236"/>
                    <a:pt x="781" y="14"/>
                    <a:pt x="509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" name="Freeform 6"/>
            <p:cNvSpPr>
              <a:spLocks noEditPoints="1"/>
            </p:cNvSpPr>
            <p:nvPr/>
          </p:nvSpPr>
          <p:spPr bwMode="auto">
            <a:xfrm>
              <a:off x="4438650" y="1768475"/>
              <a:ext cx="3317875" cy="3324225"/>
            </a:xfrm>
            <a:custGeom>
              <a:avLst/>
              <a:gdLst>
                <a:gd name="T0" fmla="*/ 413 w 1219"/>
                <a:gd name="T1" fmla="*/ 1106 h 1219"/>
                <a:gd name="T2" fmla="*/ 275 w 1219"/>
                <a:gd name="T3" fmla="*/ 1080 h 1219"/>
                <a:gd name="T4" fmla="*/ 139 w 1219"/>
                <a:gd name="T5" fmla="*/ 929 h 1219"/>
                <a:gd name="T6" fmla="*/ 127 w 1219"/>
                <a:gd name="T7" fmla="*/ 843 h 1219"/>
                <a:gd name="T8" fmla="*/ 0 w 1219"/>
                <a:gd name="T9" fmla="*/ 609 h 1219"/>
                <a:gd name="T10" fmla="*/ 51 w 1219"/>
                <a:gd name="T11" fmla="*/ 503 h 1219"/>
                <a:gd name="T12" fmla="*/ 113 w 1219"/>
                <a:gd name="T13" fmla="*/ 414 h 1219"/>
                <a:gd name="T14" fmla="*/ 119 w 1219"/>
                <a:gd name="T15" fmla="*/ 399 h 1219"/>
                <a:gd name="T16" fmla="*/ 262 w 1219"/>
                <a:gd name="T17" fmla="*/ 139 h 1219"/>
                <a:gd name="T18" fmla="*/ 359 w 1219"/>
                <a:gd name="T19" fmla="*/ 131 h 1219"/>
                <a:gd name="T20" fmla="*/ 610 w 1219"/>
                <a:gd name="T21" fmla="*/ 0 h 1219"/>
                <a:gd name="T22" fmla="*/ 716 w 1219"/>
                <a:gd name="T23" fmla="*/ 50 h 1219"/>
                <a:gd name="T24" fmla="*/ 721 w 1219"/>
                <a:gd name="T25" fmla="*/ 55 h 1219"/>
                <a:gd name="T26" fmla="*/ 944 w 1219"/>
                <a:gd name="T27" fmla="*/ 138 h 1219"/>
                <a:gd name="T28" fmla="*/ 1080 w 1219"/>
                <a:gd name="T29" fmla="*/ 275 h 1219"/>
                <a:gd name="T30" fmla="*/ 1097 w 1219"/>
                <a:gd name="T31" fmla="*/ 391 h 1219"/>
                <a:gd name="T32" fmla="*/ 1179 w 1219"/>
                <a:gd name="T33" fmla="*/ 513 h 1219"/>
                <a:gd name="T34" fmla="*/ 1179 w 1219"/>
                <a:gd name="T35" fmla="*/ 706 h 1219"/>
                <a:gd name="T36" fmla="*/ 1116 w 1219"/>
                <a:gd name="T37" fmla="*/ 786 h 1219"/>
                <a:gd name="T38" fmla="*/ 1041 w 1219"/>
                <a:gd name="T39" fmla="*/ 1040 h 1219"/>
                <a:gd name="T40" fmla="*/ 930 w 1219"/>
                <a:gd name="T41" fmla="*/ 1080 h 1219"/>
                <a:gd name="T42" fmla="*/ 921 w 1219"/>
                <a:gd name="T43" fmla="*/ 1080 h 1219"/>
                <a:gd name="T44" fmla="*/ 830 w 1219"/>
                <a:gd name="T45" fmla="*/ 1096 h 1219"/>
                <a:gd name="T46" fmla="*/ 808 w 1219"/>
                <a:gd name="T47" fmla="*/ 1105 h 1219"/>
                <a:gd name="T48" fmla="*/ 518 w 1219"/>
                <a:gd name="T49" fmla="*/ 1183 h 1219"/>
                <a:gd name="T50" fmla="*/ 816 w 1219"/>
                <a:gd name="T51" fmla="*/ 131 h 1219"/>
                <a:gd name="T52" fmla="*/ 718 w 1219"/>
                <a:gd name="T53" fmla="*/ 70 h 1219"/>
                <a:gd name="T54" fmla="*/ 520 w 1219"/>
                <a:gd name="T55" fmla="*/ 51 h 1219"/>
                <a:gd name="T56" fmla="*/ 406 w 1219"/>
                <a:gd name="T57" fmla="*/ 130 h 1219"/>
                <a:gd name="T58" fmla="*/ 263 w 1219"/>
                <a:gd name="T59" fmla="*/ 152 h 1219"/>
                <a:gd name="T60" fmla="*/ 152 w 1219"/>
                <a:gd name="T61" fmla="*/ 293 h 1219"/>
                <a:gd name="T62" fmla="*/ 123 w 1219"/>
                <a:gd name="T63" fmla="*/ 424 h 1219"/>
                <a:gd name="T64" fmla="*/ 68 w 1219"/>
                <a:gd name="T65" fmla="*/ 503 h 1219"/>
                <a:gd name="T66" fmla="*/ 14 w 1219"/>
                <a:gd name="T67" fmla="*/ 609 h 1219"/>
                <a:gd name="T68" fmla="*/ 62 w 1219"/>
                <a:gd name="T69" fmla="*/ 709 h 1219"/>
                <a:gd name="T70" fmla="*/ 152 w 1219"/>
                <a:gd name="T71" fmla="*/ 914 h 1219"/>
                <a:gd name="T72" fmla="*/ 151 w 1219"/>
                <a:gd name="T73" fmla="*/ 941 h 1219"/>
                <a:gd name="T74" fmla="*/ 293 w 1219"/>
                <a:gd name="T75" fmla="*/ 1067 h 1219"/>
                <a:gd name="T76" fmla="*/ 424 w 1219"/>
                <a:gd name="T77" fmla="*/ 1096 h 1219"/>
                <a:gd name="T78" fmla="*/ 700 w 1219"/>
                <a:gd name="T79" fmla="*/ 1167 h 1219"/>
                <a:gd name="T80" fmla="*/ 815 w 1219"/>
                <a:gd name="T81" fmla="*/ 1088 h 1219"/>
                <a:gd name="T82" fmla="*/ 915 w 1219"/>
                <a:gd name="T83" fmla="*/ 1067 h 1219"/>
                <a:gd name="T84" fmla="*/ 919 w 1219"/>
                <a:gd name="T85" fmla="*/ 1067 h 1219"/>
                <a:gd name="T86" fmla="*/ 1068 w 1219"/>
                <a:gd name="T87" fmla="*/ 926 h 1219"/>
                <a:gd name="T88" fmla="*/ 1149 w 1219"/>
                <a:gd name="T89" fmla="*/ 718 h 1219"/>
                <a:gd name="T90" fmla="*/ 1168 w 1219"/>
                <a:gd name="T91" fmla="*/ 699 h 1219"/>
                <a:gd name="T92" fmla="*/ 1157 w 1219"/>
                <a:gd name="T93" fmla="*/ 509 h 1219"/>
                <a:gd name="T94" fmla="*/ 1089 w 1219"/>
                <a:gd name="T95" fmla="*/ 405 h 1219"/>
                <a:gd name="T96" fmla="*/ 941 w 1219"/>
                <a:gd name="T97" fmla="*/ 151 h 12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219" h="1219">
                  <a:moveTo>
                    <a:pt x="482" y="1149"/>
                  </a:moveTo>
                  <a:cubicBezTo>
                    <a:pt x="462" y="1132"/>
                    <a:pt x="439" y="1117"/>
                    <a:pt x="414" y="1106"/>
                  </a:cubicBezTo>
                  <a:cubicBezTo>
                    <a:pt x="414" y="1106"/>
                    <a:pt x="414" y="1106"/>
                    <a:pt x="414" y="1106"/>
                  </a:cubicBezTo>
                  <a:cubicBezTo>
                    <a:pt x="414" y="1106"/>
                    <a:pt x="413" y="1106"/>
                    <a:pt x="413" y="1106"/>
                  </a:cubicBezTo>
                  <a:cubicBezTo>
                    <a:pt x="413" y="1106"/>
                    <a:pt x="413" y="1106"/>
                    <a:pt x="413" y="1106"/>
                  </a:cubicBezTo>
                  <a:cubicBezTo>
                    <a:pt x="408" y="1104"/>
                    <a:pt x="404" y="1102"/>
                    <a:pt x="399" y="1100"/>
                  </a:cubicBezTo>
                  <a:cubicBezTo>
                    <a:pt x="360" y="1085"/>
                    <a:pt x="317" y="1078"/>
                    <a:pt x="275" y="1080"/>
                  </a:cubicBezTo>
                  <a:cubicBezTo>
                    <a:pt x="275" y="1080"/>
                    <a:pt x="275" y="1080"/>
                    <a:pt x="275" y="1080"/>
                  </a:cubicBezTo>
                  <a:cubicBezTo>
                    <a:pt x="238" y="1080"/>
                    <a:pt x="204" y="1065"/>
                    <a:pt x="179" y="1040"/>
                  </a:cubicBezTo>
                  <a:cubicBezTo>
                    <a:pt x="154" y="1016"/>
                    <a:pt x="139" y="982"/>
                    <a:pt x="139" y="944"/>
                  </a:cubicBezTo>
                  <a:cubicBezTo>
                    <a:pt x="139" y="944"/>
                    <a:pt x="139" y="944"/>
                    <a:pt x="139" y="944"/>
                  </a:cubicBezTo>
                  <a:cubicBezTo>
                    <a:pt x="139" y="939"/>
                    <a:pt x="139" y="934"/>
                    <a:pt x="139" y="929"/>
                  </a:cubicBezTo>
                  <a:cubicBezTo>
                    <a:pt x="139" y="929"/>
                    <a:pt x="139" y="929"/>
                    <a:pt x="139" y="929"/>
                  </a:cubicBezTo>
                  <a:cubicBezTo>
                    <a:pt x="139" y="928"/>
                    <a:pt x="139" y="927"/>
                    <a:pt x="139" y="925"/>
                  </a:cubicBezTo>
                  <a:cubicBezTo>
                    <a:pt x="139" y="925"/>
                    <a:pt x="139" y="924"/>
                    <a:pt x="139" y="924"/>
                  </a:cubicBezTo>
                  <a:cubicBezTo>
                    <a:pt x="139" y="897"/>
                    <a:pt x="135" y="869"/>
                    <a:pt x="127" y="843"/>
                  </a:cubicBezTo>
                  <a:cubicBezTo>
                    <a:pt x="123" y="831"/>
                    <a:pt x="119" y="819"/>
                    <a:pt x="114" y="807"/>
                  </a:cubicBezTo>
                  <a:cubicBezTo>
                    <a:pt x="97" y="768"/>
                    <a:pt x="71" y="734"/>
                    <a:pt x="40" y="706"/>
                  </a:cubicBezTo>
                  <a:cubicBezTo>
                    <a:pt x="40" y="706"/>
                    <a:pt x="40" y="706"/>
                    <a:pt x="40" y="706"/>
                  </a:cubicBezTo>
                  <a:cubicBezTo>
                    <a:pt x="14" y="679"/>
                    <a:pt x="0" y="644"/>
                    <a:pt x="0" y="609"/>
                  </a:cubicBezTo>
                  <a:cubicBezTo>
                    <a:pt x="0" y="575"/>
                    <a:pt x="14" y="540"/>
                    <a:pt x="40" y="513"/>
                  </a:cubicBezTo>
                  <a:cubicBezTo>
                    <a:pt x="40" y="513"/>
                    <a:pt x="40" y="513"/>
                    <a:pt x="40" y="513"/>
                  </a:cubicBezTo>
                  <a:cubicBezTo>
                    <a:pt x="44" y="510"/>
                    <a:pt x="47" y="506"/>
                    <a:pt x="51" y="503"/>
                  </a:cubicBezTo>
                  <a:cubicBezTo>
                    <a:pt x="51" y="503"/>
                    <a:pt x="51" y="503"/>
                    <a:pt x="51" y="503"/>
                  </a:cubicBezTo>
                  <a:cubicBezTo>
                    <a:pt x="52" y="502"/>
                    <a:pt x="53" y="501"/>
                    <a:pt x="54" y="500"/>
                  </a:cubicBezTo>
                  <a:cubicBezTo>
                    <a:pt x="54" y="500"/>
                    <a:pt x="54" y="500"/>
                    <a:pt x="54" y="500"/>
                  </a:cubicBezTo>
                  <a:cubicBezTo>
                    <a:pt x="54" y="500"/>
                    <a:pt x="54" y="500"/>
                    <a:pt x="54" y="499"/>
                  </a:cubicBezTo>
                  <a:cubicBezTo>
                    <a:pt x="79" y="475"/>
                    <a:pt x="98" y="446"/>
                    <a:pt x="113" y="414"/>
                  </a:cubicBezTo>
                  <a:cubicBezTo>
                    <a:pt x="113" y="414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3" y="413"/>
                    <a:pt x="113" y="413"/>
                    <a:pt x="113" y="413"/>
                  </a:cubicBezTo>
                  <a:cubicBezTo>
                    <a:pt x="115" y="408"/>
                    <a:pt x="117" y="403"/>
                    <a:pt x="119" y="399"/>
                  </a:cubicBezTo>
                  <a:cubicBezTo>
                    <a:pt x="134" y="359"/>
                    <a:pt x="141" y="317"/>
                    <a:pt x="139" y="275"/>
                  </a:cubicBezTo>
                  <a:cubicBezTo>
                    <a:pt x="139" y="275"/>
                    <a:pt x="139" y="275"/>
                    <a:pt x="139" y="275"/>
                  </a:cubicBezTo>
                  <a:cubicBezTo>
                    <a:pt x="139" y="237"/>
                    <a:pt x="154" y="203"/>
                    <a:pt x="179" y="179"/>
                  </a:cubicBezTo>
                  <a:cubicBezTo>
                    <a:pt x="200" y="157"/>
                    <a:pt x="229" y="142"/>
                    <a:pt x="262" y="139"/>
                  </a:cubicBezTo>
                  <a:cubicBezTo>
                    <a:pt x="271" y="138"/>
                    <a:pt x="280" y="139"/>
                    <a:pt x="290" y="139"/>
                  </a:cubicBezTo>
                  <a:cubicBezTo>
                    <a:pt x="290" y="139"/>
                    <a:pt x="290" y="139"/>
                    <a:pt x="290" y="139"/>
                  </a:cubicBezTo>
                  <a:cubicBezTo>
                    <a:pt x="294" y="139"/>
                    <a:pt x="298" y="139"/>
                    <a:pt x="302" y="139"/>
                  </a:cubicBezTo>
                  <a:cubicBezTo>
                    <a:pt x="321" y="138"/>
                    <a:pt x="340" y="135"/>
                    <a:pt x="359" y="131"/>
                  </a:cubicBezTo>
                  <a:cubicBezTo>
                    <a:pt x="377" y="127"/>
                    <a:pt x="395" y="121"/>
                    <a:pt x="412" y="114"/>
                  </a:cubicBezTo>
                  <a:cubicBezTo>
                    <a:pt x="450" y="96"/>
                    <a:pt x="485" y="71"/>
                    <a:pt x="513" y="40"/>
                  </a:cubicBezTo>
                  <a:cubicBezTo>
                    <a:pt x="513" y="40"/>
                    <a:pt x="513" y="40"/>
                    <a:pt x="513" y="40"/>
                  </a:cubicBezTo>
                  <a:cubicBezTo>
                    <a:pt x="540" y="13"/>
                    <a:pt x="575" y="0"/>
                    <a:pt x="610" y="0"/>
                  </a:cubicBezTo>
                  <a:cubicBezTo>
                    <a:pt x="644" y="0"/>
                    <a:pt x="679" y="13"/>
                    <a:pt x="706" y="40"/>
                  </a:cubicBezTo>
                  <a:cubicBezTo>
                    <a:pt x="706" y="40"/>
                    <a:pt x="706" y="40"/>
                    <a:pt x="706" y="40"/>
                  </a:cubicBezTo>
                  <a:cubicBezTo>
                    <a:pt x="709" y="44"/>
                    <a:pt x="713" y="47"/>
                    <a:pt x="716" y="51"/>
                  </a:cubicBezTo>
                  <a:cubicBezTo>
                    <a:pt x="716" y="50"/>
                    <a:pt x="716" y="50"/>
                    <a:pt x="716" y="50"/>
                  </a:cubicBezTo>
                  <a:cubicBezTo>
                    <a:pt x="717" y="51"/>
                    <a:pt x="718" y="52"/>
                    <a:pt x="719" y="53"/>
                  </a:cubicBezTo>
                  <a:cubicBezTo>
                    <a:pt x="719" y="54"/>
                    <a:pt x="719" y="54"/>
                    <a:pt x="720" y="54"/>
                  </a:cubicBezTo>
                  <a:cubicBezTo>
                    <a:pt x="720" y="54"/>
                    <a:pt x="720" y="54"/>
                    <a:pt x="720" y="54"/>
                  </a:cubicBezTo>
                  <a:cubicBezTo>
                    <a:pt x="720" y="54"/>
                    <a:pt x="720" y="55"/>
                    <a:pt x="721" y="55"/>
                  </a:cubicBezTo>
                  <a:cubicBezTo>
                    <a:pt x="721" y="55"/>
                    <a:pt x="721" y="56"/>
                    <a:pt x="721" y="56"/>
                  </a:cubicBezTo>
                  <a:cubicBezTo>
                    <a:pt x="742" y="76"/>
                    <a:pt x="766" y="93"/>
                    <a:pt x="793" y="106"/>
                  </a:cubicBezTo>
                  <a:cubicBezTo>
                    <a:pt x="802" y="111"/>
                    <a:pt x="811" y="115"/>
                    <a:pt x="820" y="119"/>
                  </a:cubicBezTo>
                  <a:cubicBezTo>
                    <a:pt x="860" y="134"/>
                    <a:pt x="902" y="141"/>
                    <a:pt x="944" y="138"/>
                  </a:cubicBezTo>
                  <a:cubicBezTo>
                    <a:pt x="944" y="138"/>
                    <a:pt x="944" y="138"/>
                    <a:pt x="944" y="138"/>
                  </a:cubicBezTo>
                  <a:cubicBezTo>
                    <a:pt x="982" y="138"/>
                    <a:pt x="1016" y="154"/>
                    <a:pt x="1040" y="178"/>
                  </a:cubicBezTo>
                  <a:cubicBezTo>
                    <a:pt x="1065" y="203"/>
                    <a:pt x="1080" y="237"/>
                    <a:pt x="1080" y="275"/>
                  </a:cubicBezTo>
                  <a:cubicBezTo>
                    <a:pt x="1080" y="275"/>
                    <a:pt x="1080" y="275"/>
                    <a:pt x="1080" y="275"/>
                  </a:cubicBezTo>
                  <a:cubicBezTo>
                    <a:pt x="1080" y="288"/>
                    <a:pt x="1080" y="301"/>
                    <a:pt x="1081" y="315"/>
                  </a:cubicBezTo>
                  <a:cubicBezTo>
                    <a:pt x="1083" y="340"/>
                    <a:pt x="1088" y="365"/>
                    <a:pt x="1096" y="389"/>
                  </a:cubicBezTo>
                  <a:cubicBezTo>
                    <a:pt x="1097" y="389"/>
                    <a:pt x="1097" y="390"/>
                    <a:pt x="1097" y="390"/>
                  </a:cubicBezTo>
                  <a:cubicBezTo>
                    <a:pt x="1097" y="390"/>
                    <a:pt x="1097" y="391"/>
                    <a:pt x="1097" y="391"/>
                  </a:cubicBezTo>
                  <a:cubicBezTo>
                    <a:pt x="1097" y="391"/>
                    <a:pt x="1098" y="392"/>
                    <a:pt x="1098" y="392"/>
                  </a:cubicBezTo>
                  <a:cubicBezTo>
                    <a:pt x="1098" y="392"/>
                    <a:pt x="1098" y="392"/>
                    <a:pt x="1098" y="392"/>
                  </a:cubicBezTo>
                  <a:cubicBezTo>
                    <a:pt x="1100" y="399"/>
                    <a:pt x="1103" y="405"/>
                    <a:pt x="1105" y="411"/>
                  </a:cubicBezTo>
                  <a:cubicBezTo>
                    <a:pt x="1123" y="450"/>
                    <a:pt x="1148" y="485"/>
                    <a:pt x="1179" y="513"/>
                  </a:cubicBezTo>
                  <a:cubicBezTo>
                    <a:pt x="1179" y="513"/>
                    <a:pt x="1179" y="513"/>
                    <a:pt x="1179" y="513"/>
                  </a:cubicBezTo>
                  <a:cubicBezTo>
                    <a:pt x="1206" y="539"/>
                    <a:pt x="1219" y="574"/>
                    <a:pt x="1219" y="609"/>
                  </a:cubicBezTo>
                  <a:cubicBezTo>
                    <a:pt x="1219" y="644"/>
                    <a:pt x="1206" y="679"/>
                    <a:pt x="1179" y="706"/>
                  </a:cubicBezTo>
                  <a:cubicBezTo>
                    <a:pt x="1179" y="706"/>
                    <a:pt x="1179" y="706"/>
                    <a:pt x="1179" y="706"/>
                  </a:cubicBezTo>
                  <a:cubicBezTo>
                    <a:pt x="1175" y="709"/>
                    <a:pt x="1172" y="712"/>
                    <a:pt x="1168" y="716"/>
                  </a:cubicBezTo>
                  <a:cubicBezTo>
                    <a:pt x="1168" y="716"/>
                    <a:pt x="1168" y="716"/>
                    <a:pt x="1168" y="716"/>
                  </a:cubicBezTo>
                  <a:cubicBezTo>
                    <a:pt x="1168" y="717"/>
                    <a:pt x="1167" y="717"/>
                    <a:pt x="1166" y="718"/>
                  </a:cubicBezTo>
                  <a:cubicBezTo>
                    <a:pt x="1146" y="738"/>
                    <a:pt x="1129" y="761"/>
                    <a:pt x="1116" y="786"/>
                  </a:cubicBezTo>
                  <a:cubicBezTo>
                    <a:pt x="1110" y="797"/>
                    <a:pt x="1105" y="808"/>
                    <a:pt x="1100" y="820"/>
                  </a:cubicBezTo>
                  <a:cubicBezTo>
                    <a:pt x="1085" y="859"/>
                    <a:pt x="1078" y="902"/>
                    <a:pt x="1081" y="944"/>
                  </a:cubicBezTo>
                  <a:cubicBezTo>
                    <a:pt x="1081" y="944"/>
                    <a:pt x="1081" y="944"/>
                    <a:pt x="1081" y="944"/>
                  </a:cubicBezTo>
                  <a:cubicBezTo>
                    <a:pt x="1081" y="981"/>
                    <a:pt x="1065" y="1015"/>
                    <a:pt x="1041" y="1040"/>
                  </a:cubicBezTo>
                  <a:cubicBezTo>
                    <a:pt x="1016" y="1065"/>
                    <a:pt x="982" y="1080"/>
                    <a:pt x="944" y="1080"/>
                  </a:cubicBezTo>
                  <a:cubicBezTo>
                    <a:pt x="944" y="1080"/>
                    <a:pt x="944" y="1080"/>
                    <a:pt x="944" y="1080"/>
                  </a:cubicBezTo>
                  <a:cubicBezTo>
                    <a:pt x="939" y="1080"/>
                    <a:pt x="934" y="1080"/>
                    <a:pt x="930" y="1080"/>
                  </a:cubicBezTo>
                  <a:cubicBezTo>
                    <a:pt x="930" y="1080"/>
                    <a:pt x="930" y="1080"/>
                    <a:pt x="930" y="1080"/>
                  </a:cubicBezTo>
                  <a:cubicBezTo>
                    <a:pt x="928" y="1080"/>
                    <a:pt x="925" y="1080"/>
                    <a:pt x="923" y="1080"/>
                  </a:cubicBezTo>
                  <a:cubicBezTo>
                    <a:pt x="923" y="1080"/>
                    <a:pt x="923" y="1080"/>
                    <a:pt x="922" y="1080"/>
                  </a:cubicBezTo>
                  <a:cubicBezTo>
                    <a:pt x="922" y="1080"/>
                    <a:pt x="922" y="1080"/>
                    <a:pt x="922" y="1080"/>
                  </a:cubicBezTo>
                  <a:cubicBezTo>
                    <a:pt x="922" y="1080"/>
                    <a:pt x="921" y="1080"/>
                    <a:pt x="921" y="1080"/>
                  </a:cubicBezTo>
                  <a:cubicBezTo>
                    <a:pt x="921" y="1080"/>
                    <a:pt x="921" y="1080"/>
                    <a:pt x="921" y="1080"/>
                  </a:cubicBezTo>
                  <a:cubicBezTo>
                    <a:pt x="920" y="1080"/>
                    <a:pt x="920" y="1080"/>
                    <a:pt x="919" y="1080"/>
                  </a:cubicBezTo>
                  <a:cubicBezTo>
                    <a:pt x="919" y="1080"/>
                    <a:pt x="919" y="1080"/>
                    <a:pt x="919" y="1080"/>
                  </a:cubicBezTo>
                  <a:cubicBezTo>
                    <a:pt x="889" y="1081"/>
                    <a:pt x="859" y="1086"/>
                    <a:pt x="830" y="1096"/>
                  </a:cubicBezTo>
                  <a:cubicBezTo>
                    <a:pt x="830" y="1096"/>
                    <a:pt x="830" y="1096"/>
                    <a:pt x="830" y="1096"/>
                  </a:cubicBezTo>
                  <a:cubicBezTo>
                    <a:pt x="829" y="1096"/>
                    <a:pt x="829" y="1097"/>
                    <a:pt x="829" y="1097"/>
                  </a:cubicBezTo>
                  <a:cubicBezTo>
                    <a:pt x="829" y="1097"/>
                    <a:pt x="829" y="1097"/>
                    <a:pt x="829" y="1097"/>
                  </a:cubicBezTo>
                  <a:cubicBezTo>
                    <a:pt x="822" y="1099"/>
                    <a:pt x="815" y="1102"/>
                    <a:pt x="808" y="1105"/>
                  </a:cubicBezTo>
                  <a:cubicBezTo>
                    <a:pt x="769" y="1122"/>
                    <a:pt x="734" y="1148"/>
                    <a:pt x="706" y="1179"/>
                  </a:cubicBezTo>
                  <a:cubicBezTo>
                    <a:pt x="706" y="1179"/>
                    <a:pt x="706" y="1179"/>
                    <a:pt x="706" y="1179"/>
                  </a:cubicBezTo>
                  <a:cubicBezTo>
                    <a:pt x="680" y="1205"/>
                    <a:pt x="645" y="1219"/>
                    <a:pt x="610" y="1219"/>
                  </a:cubicBezTo>
                  <a:cubicBezTo>
                    <a:pt x="577" y="1219"/>
                    <a:pt x="544" y="1207"/>
                    <a:pt x="518" y="1183"/>
                  </a:cubicBezTo>
                  <a:cubicBezTo>
                    <a:pt x="506" y="1172"/>
                    <a:pt x="495" y="1160"/>
                    <a:pt x="482" y="1149"/>
                  </a:cubicBezTo>
                  <a:close/>
                  <a:moveTo>
                    <a:pt x="926" y="151"/>
                  </a:moveTo>
                  <a:cubicBezTo>
                    <a:pt x="926" y="151"/>
                    <a:pt x="926" y="151"/>
                    <a:pt x="926" y="151"/>
                  </a:cubicBezTo>
                  <a:cubicBezTo>
                    <a:pt x="887" y="152"/>
                    <a:pt x="850" y="145"/>
                    <a:pt x="816" y="131"/>
                  </a:cubicBezTo>
                  <a:cubicBezTo>
                    <a:pt x="806" y="127"/>
                    <a:pt x="795" y="123"/>
                    <a:pt x="785" y="117"/>
                  </a:cubicBezTo>
                  <a:cubicBezTo>
                    <a:pt x="761" y="105"/>
                    <a:pt x="739" y="90"/>
                    <a:pt x="719" y="71"/>
                  </a:cubicBezTo>
                  <a:cubicBezTo>
                    <a:pt x="719" y="71"/>
                    <a:pt x="719" y="70"/>
                    <a:pt x="718" y="70"/>
                  </a:cubicBezTo>
                  <a:cubicBezTo>
                    <a:pt x="718" y="70"/>
                    <a:pt x="718" y="70"/>
                    <a:pt x="718" y="70"/>
                  </a:cubicBezTo>
                  <a:cubicBezTo>
                    <a:pt x="712" y="64"/>
                    <a:pt x="705" y="58"/>
                    <a:pt x="699" y="51"/>
                  </a:cubicBezTo>
                  <a:cubicBezTo>
                    <a:pt x="675" y="26"/>
                    <a:pt x="642" y="14"/>
                    <a:pt x="610" y="14"/>
                  </a:cubicBezTo>
                  <a:cubicBezTo>
                    <a:pt x="577" y="14"/>
                    <a:pt x="544" y="26"/>
                    <a:pt x="520" y="51"/>
                  </a:cubicBezTo>
                  <a:cubicBezTo>
                    <a:pt x="520" y="51"/>
                    <a:pt x="520" y="51"/>
                    <a:pt x="520" y="51"/>
                  </a:cubicBezTo>
                  <a:cubicBezTo>
                    <a:pt x="517" y="55"/>
                    <a:pt x="513" y="58"/>
                    <a:pt x="510" y="62"/>
                  </a:cubicBezTo>
                  <a:cubicBezTo>
                    <a:pt x="510" y="62"/>
                    <a:pt x="510" y="62"/>
                    <a:pt x="510" y="62"/>
                  </a:cubicBezTo>
                  <a:cubicBezTo>
                    <a:pt x="479" y="92"/>
                    <a:pt x="444" y="115"/>
                    <a:pt x="406" y="130"/>
                  </a:cubicBezTo>
                  <a:cubicBezTo>
                    <a:pt x="406" y="130"/>
                    <a:pt x="406" y="130"/>
                    <a:pt x="406" y="130"/>
                  </a:cubicBezTo>
                  <a:cubicBezTo>
                    <a:pt x="406" y="130"/>
                    <a:pt x="406" y="130"/>
                    <a:pt x="405" y="130"/>
                  </a:cubicBezTo>
                  <a:cubicBezTo>
                    <a:pt x="391" y="136"/>
                    <a:pt x="375" y="141"/>
                    <a:pt x="360" y="145"/>
                  </a:cubicBezTo>
                  <a:cubicBezTo>
                    <a:pt x="341" y="149"/>
                    <a:pt x="321" y="151"/>
                    <a:pt x="302" y="151"/>
                  </a:cubicBezTo>
                  <a:cubicBezTo>
                    <a:pt x="289" y="152"/>
                    <a:pt x="276" y="150"/>
                    <a:pt x="263" y="152"/>
                  </a:cubicBezTo>
                  <a:cubicBezTo>
                    <a:pt x="234" y="155"/>
                    <a:pt x="208" y="169"/>
                    <a:pt x="189" y="188"/>
                  </a:cubicBezTo>
                  <a:cubicBezTo>
                    <a:pt x="166" y="211"/>
                    <a:pt x="151" y="243"/>
                    <a:pt x="151" y="278"/>
                  </a:cubicBezTo>
                  <a:cubicBezTo>
                    <a:pt x="152" y="283"/>
                    <a:pt x="152" y="288"/>
                    <a:pt x="152" y="293"/>
                  </a:cubicBezTo>
                  <a:cubicBezTo>
                    <a:pt x="152" y="293"/>
                    <a:pt x="152" y="293"/>
                    <a:pt x="152" y="293"/>
                  </a:cubicBezTo>
                  <a:cubicBezTo>
                    <a:pt x="152" y="337"/>
                    <a:pt x="143" y="379"/>
                    <a:pt x="126" y="417"/>
                  </a:cubicBezTo>
                  <a:cubicBezTo>
                    <a:pt x="125" y="419"/>
                    <a:pt x="124" y="421"/>
                    <a:pt x="123" y="423"/>
                  </a:cubicBezTo>
                  <a:cubicBezTo>
                    <a:pt x="123" y="423"/>
                    <a:pt x="123" y="423"/>
                    <a:pt x="123" y="423"/>
                  </a:cubicBezTo>
                  <a:cubicBezTo>
                    <a:pt x="123" y="424"/>
                    <a:pt x="123" y="424"/>
                    <a:pt x="123" y="424"/>
                  </a:cubicBezTo>
                  <a:cubicBezTo>
                    <a:pt x="109" y="452"/>
                    <a:pt x="92" y="478"/>
                    <a:pt x="70" y="502"/>
                  </a:cubicBezTo>
                  <a:cubicBezTo>
                    <a:pt x="70" y="502"/>
                    <a:pt x="69" y="502"/>
                    <a:pt x="69" y="502"/>
                  </a:cubicBezTo>
                  <a:cubicBezTo>
                    <a:pt x="69" y="502"/>
                    <a:pt x="69" y="502"/>
                    <a:pt x="69" y="502"/>
                  </a:cubicBezTo>
                  <a:cubicBezTo>
                    <a:pt x="69" y="503"/>
                    <a:pt x="68" y="503"/>
                    <a:pt x="68" y="503"/>
                  </a:cubicBezTo>
                  <a:cubicBezTo>
                    <a:pt x="68" y="504"/>
                    <a:pt x="68" y="504"/>
                    <a:pt x="68" y="504"/>
                  </a:cubicBezTo>
                  <a:cubicBezTo>
                    <a:pt x="68" y="504"/>
                    <a:pt x="67" y="504"/>
                    <a:pt x="67" y="504"/>
                  </a:cubicBezTo>
                  <a:cubicBezTo>
                    <a:pt x="62" y="510"/>
                    <a:pt x="57" y="515"/>
                    <a:pt x="51" y="520"/>
                  </a:cubicBezTo>
                  <a:cubicBezTo>
                    <a:pt x="27" y="544"/>
                    <a:pt x="14" y="577"/>
                    <a:pt x="14" y="609"/>
                  </a:cubicBezTo>
                  <a:cubicBezTo>
                    <a:pt x="14" y="642"/>
                    <a:pt x="27" y="675"/>
                    <a:pt x="52" y="699"/>
                  </a:cubicBezTo>
                  <a:cubicBezTo>
                    <a:pt x="51" y="699"/>
                    <a:pt x="51" y="699"/>
                    <a:pt x="51" y="699"/>
                  </a:cubicBezTo>
                  <a:cubicBezTo>
                    <a:pt x="55" y="702"/>
                    <a:pt x="59" y="706"/>
                    <a:pt x="62" y="709"/>
                  </a:cubicBezTo>
                  <a:cubicBezTo>
                    <a:pt x="62" y="709"/>
                    <a:pt x="62" y="709"/>
                    <a:pt x="62" y="709"/>
                  </a:cubicBezTo>
                  <a:cubicBezTo>
                    <a:pt x="93" y="740"/>
                    <a:pt x="116" y="775"/>
                    <a:pt x="131" y="813"/>
                  </a:cubicBezTo>
                  <a:cubicBezTo>
                    <a:pt x="131" y="813"/>
                    <a:pt x="131" y="813"/>
                    <a:pt x="131" y="813"/>
                  </a:cubicBezTo>
                  <a:cubicBezTo>
                    <a:pt x="131" y="813"/>
                    <a:pt x="131" y="814"/>
                    <a:pt x="131" y="814"/>
                  </a:cubicBezTo>
                  <a:cubicBezTo>
                    <a:pt x="143" y="845"/>
                    <a:pt x="150" y="879"/>
                    <a:pt x="152" y="914"/>
                  </a:cubicBezTo>
                  <a:cubicBezTo>
                    <a:pt x="152" y="915"/>
                    <a:pt x="152" y="915"/>
                    <a:pt x="152" y="915"/>
                  </a:cubicBezTo>
                  <a:cubicBezTo>
                    <a:pt x="152" y="916"/>
                    <a:pt x="152" y="916"/>
                    <a:pt x="152" y="916"/>
                  </a:cubicBezTo>
                  <a:cubicBezTo>
                    <a:pt x="152" y="916"/>
                    <a:pt x="152" y="916"/>
                    <a:pt x="152" y="917"/>
                  </a:cubicBezTo>
                  <a:cubicBezTo>
                    <a:pt x="152" y="925"/>
                    <a:pt x="152" y="933"/>
                    <a:pt x="151" y="941"/>
                  </a:cubicBezTo>
                  <a:cubicBezTo>
                    <a:pt x="151" y="976"/>
                    <a:pt x="166" y="1007"/>
                    <a:pt x="189" y="1030"/>
                  </a:cubicBezTo>
                  <a:cubicBezTo>
                    <a:pt x="212" y="1053"/>
                    <a:pt x="243" y="1068"/>
                    <a:pt x="278" y="1068"/>
                  </a:cubicBezTo>
                  <a:cubicBezTo>
                    <a:pt x="283" y="1067"/>
                    <a:pt x="288" y="1067"/>
                    <a:pt x="293" y="1067"/>
                  </a:cubicBezTo>
                  <a:cubicBezTo>
                    <a:pt x="293" y="1067"/>
                    <a:pt x="293" y="1067"/>
                    <a:pt x="293" y="1067"/>
                  </a:cubicBezTo>
                  <a:cubicBezTo>
                    <a:pt x="337" y="1067"/>
                    <a:pt x="379" y="1076"/>
                    <a:pt x="417" y="1093"/>
                  </a:cubicBezTo>
                  <a:cubicBezTo>
                    <a:pt x="419" y="1094"/>
                    <a:pt x="421" y="1095"/>
                    <a:pt x="423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24" y="1096"/>
                    <a:pt x="424" y="1096"/>
                    <a:pt x="424" y="1096"/>
                  </a:cubicBezTo>
                  <a:cubicBezTo>
                    <a:pt x="447" y="1107"/>
                    <a:pt x="468" y="1120"/>
                    <a:pt x="488" y="1137"/>
                  </a:cubicBezTo>
                  <a:cubicBezTo>
                    <a:pt x="499" y="1146"/>
                    <a:pt x="510" y="1157"/>
                    <a:pt x="520" y="1168"/>
                  </a:cubicBezTo>
                  <a:cubicBezTo>
                    <a:pt x="545" y="1192"/>
                    <a:pt x="577" y="1205"/>
                    <a:pt x="610" y="1205"/>
                  </a:cubicBezTo>
                  <a:cubicBezTo>
                    <a:pt x="642" y="1205"/>
                    <a:pt x="675" y="1192"/>
                    <a:pt x="700" y="1167"/>
                  </a:cubicBezTo>
                  <a:cubicBezTo>
                    <a:pt x="700" y="1168"/>
                    <a:pt x="700" y="1168"/>
                    <a:pt x="700" y="1168"/>
                  </a:cubicBezTo>
                  <a:cubicBezTo>
                    <a:pt x="703" y="1164"/>
                    <a:pt x="706" y="1160"/>
                    <a:pt x="710" y="1157"/>
                  </a:cubicBezTo>
                  <a:cubicBezTo>
                    <a:pt x="710" y="1157"/>
                    <a:pt x="710" y="1157"/>
                    <a:pt x="710" y="1157"/>
                  </a:cubicBezTo>
                  <a:cubicBezTo>
                    <a:pt x="741" y="1126"/>
                    <a:pt x="777" y="1102"/>
                    <a:pt x="815" y="1088"/>
                  </a:cubicBezTo>
                  <a:cubicBezTo>
                    <a:pt x="816" y="1087"/>
                    <a:pt x="816" y="1087"/>
                    <a:pt x="816" y="1087"/>
                  </a:cubicBezTo>
                  <a:cubicBezTo>
                    <a:pt x="816" y="1087"/>
                    <a:pt x="817" y="1087"/>
                    <a:pt x="817" y="1087"/>
                  </a:cubicBezTo>
                  <a:cubicBezTo>
                    <a:pt x="817" y="1087"/>
                    <a:pt x="817" y="1087"/>
                    <a:pt x="817" y="1087"/>
                  </a:cubicBezTo>
                  <a:cubicBezTo>
                    <a:pt x="848" y="1075"/>
                    <a:pt x="881" y="1068"/>
                    <a:pt x="915" y="1067"/>
                  </a:cubicBezTo>
                  <a:cubicBezTo>
                    <a:pt x="915" y="1067"/>
                    <a:pt x="916" y="1067"/>
                    <a:pt x="916" y="1067"/>
                  </a:cubicBezTo>
                  <a:cubicBezTo>
                    <a:pt x="916" y="1067"/>
                    <a:pt x="917" y="1067"/>
                    <a:pt x="917" y="1067"/>
                  </a:cubicBezTo>
                  <a:cubicBezTo>
                    <a:pt x="917" y="1067"/>
                    <a:pt x="918" y="1067"/>
                    <a:pt x="918" y="1067"/>
                  </a:cubicBezTo>
                  <a:cubicBezTo>
                    <a:pt x="918" y="1067"/>
                    <a:pt x="919" y="1067"/>
                    <a:pt x="919" y="1067"/>
                  </a:cubicBezTo>
                  <a:cubicBezTo>
                    <a:pt x="926" y="1067"/>
                    <a:pt x="934" y="1067"/>
                    <a:pt x="941" y="1068"/>
                  </a:cubicBezTo>
                  <a:cubicBezTo>
                    <a:pt x="976" y="1068"/>
                    <a:pt x="1008" y="1053"/>
                    <a:pt x="1031" y="1030"/>
                  </a:cubicBezTo>
                  <a:cubicBezTo>
                    <a:pt x="1054" y="1007"/>
                    <a:pt x="1068" y="975"/>
                    <a:pt x="1068" y="941"/>
                  </a:cubicBezTo>
                  <a:cubicBezTo>
                    <a:pt x="1068" y="936"/>
                    <a:pt x="1068" y="931"/>
                    <a:pt x="1068" y="926"/>
                  </a:cubicBezTo>
                  <a:cubicBezTo>
                    <a:pt x="1067" y="926"/>
                    <a:pt x="1067" y="926"/>
                    <a:pt x="1067" y="926"/>
                  </a:cubicBezTo>
                  <a:cubicBezTo>
                    <a:pt x="1067" y="882"/>
                    <a:pt x="1077" y="840"/>
                    <a:pt x="1093" y="802"/>
                  </a:cubicBezTo>
                  <a:cubicBezTo>
                    <a:pt x="1097" y="793"/>
                    <a:pt x="1102" y="784"/>
                    <a:pt x="1107" y="775"/>
                  </a:cubicBezTo>
                  <a:cubicBezTo>
                    <a:pt x="1119" y="754"/>
                    <a:pt x="1133" y="735"/>
                    <a:pt x="1149" y="718"/>
                  </a:cubicBezTo>
                  <a:cubicBezTo>
                    <a:pt x="1149" y="717"/>
                    <a:pt x="1149" y="717"/>
                    <a:pt x="1150" y="717"/>
                  </a:cubicBezTo>
                  <a:cubicBezTo>
                    <a:pt x="1150" y="717"/>
                    <a:pt x="1150" y="717"/>
                    <a:pt x="1150" y="717"/>
                  </a:cubicBezTo>
                  <a:cubicBezTo>
                    <a:pt x="1150" y="717"/>
                    <a:pt x="1150" y="717"/>
                    <a:pt x="1150" y="716"/>
                  </a:cubicBezTo>
                  <a:cubicBezTo>
                    <a:pt x="1156" y="710"/>
                    <a:pt x="1162" y="705"/>
                    <a:pt x="1168" y="699"/>
                  </a:cubicBezTo>
                  <a:cubicBezTo>
                    <a:pt x="1193" y="674"/>
                    <a:pt x="1205" y="642"/>
                    <a:pt x="1205" y="609"/>
                  </a:cubicBezTo>
                  <a:cubicBezTo>
                    <a:pt x="1205" y="577"/>
                    <a:pt x="1193" y="544"/>
                    <a:pt x="1168" y="519"/>
                  </a:cubicBezTo>
                  <a:cubicBezTo>
                    <a:pt x="1168" y="519"/>
                    <a:pt x="1168" y="519"/>
                    <a:pt x="1168" y="519"/>
                  </a:cubicBezTo>
                  <a:cubicBezTo>
                    <a:pt x="1164" y="516"/>
                    <a:pt x="1161" y="513"/>
                    <a:pt x="1157" y="509"/>
                  </a:cubicBezTo>
                  <a:cubicBezTo>
                    <a:pt x="1157" y="509"/>
                    <a:pt x="1157" y="509"/>
                    <a:pt x="1157" y="509"/>
                  </a:cubicBezTo>
                  <a:cubicBezTo>
                    <a:pt x="1127" y="479"/>
                    <a:pt x="1104" y="444"/>
                    <a:pt x="1089" y="406"/>
                  </a:cubicBezTo>
                  <a:cubicBezTo>
                    <a:pt x="1089" y="406"/>
                    <a:pt x="1089" y="405"/>
                    <a:pt x="1089" y="405"/>
                  </a:cubicBezTo>
                  <a:cubicBezTo>
                    <a:pt x="1089" y="405"/>
                    <a:pt x="1089" y="405"/>
                    <a:pt x="1089" y="405"/>
                  </a:cubicBezTo>
                  <a:cubicBezTo>
                    <a:pt x="1078" y="378"/>
                    <a:pt x="1071" y="349"/>
                    <a:pt x="1068" y="319"/>
                  </a:cubicBezTo>
                  <a:cubicBezTo>
                    <a:pt x="1067" y="305"/>
                    <a:pt x="1067" y="292"/>
                    <a:pt x="1068" y="278"/>
                  </a:cubicBezTo>
                  <a:cubicBezTo>
                    <a:pt x="1068" y="243"/>
                    <a:pt x="1054" y="211"/>
                    <a:pt x="1031" y="188"/>
                  </a:cubicBezTo>
                  <a:cubicBezTo>
                    <a:pt x="1008" y="165"/>
                    <a:pt x="976" y="151"/>
                    <a:pt x="941" y="151"/>
                  </a:cubicBezTo>
                  <a:cubicBezTo>
                    <a:pt x="936" y="151"/>
                    <a:pt x="931" y="151"/>
                    <a:pt x="926" y="15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Oval 7"/>
            <p:cNvSpPr>
              <a:spLocks noChangeArrowheads="1"/>
            </p:cNvSpPr>
            <p:nvPr/>
          </p:nvSpPr>
          <p:spPr bwMode="auto">
            <a:xfrm>
              <a:off x="5559425" y="2573338"/>
              <a:ext cx="209550" cy="209550"/>
            </a:xfrm>
            <a:prstGeom prst="ellipse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0" name="Freeform 8"/>
            <p:cNvSpPr>
              <a:spLocks noEditPoints="1"/>
            </p:cNvSpPr>
            <p:nvPr/>
          </p:nvSpPr>
          <p:spPr bwMode="auto">
            <a:xfrm>
              <a:off x="5326063" y="2333625"/>
              <a:ext cx="263525" cy="288925"/>
            </a:xfrm>
            <a:custGeom>
              <a:avLst/>
              <a:gdLst>
                <a:gd name="T0" fmla="*/ 44 w 97"/>
                <a:gd name="T1" fmla="*/ 91 h 106"/>
                <a:gd name="T2" fmla="*/ 49 w 97"/>
                <a:gd name="T3" fmla="*/ 74 h 106"/>
                <a:gd name="T4" fmla="*/ 43 w 97"/>
                <a:gd name="T5" fmla="*/ 85 h 106"/>
                <a:gd name="T6" fmla="*/ 48 w 97"/>
                <a:gd name="T7" fmla="*/ 78 h 106"/>
                <a:gd name="T8" fmla="*/ 77 w 97"/>
                <a:gd name="T9" fmla="*/ 55 h 106"/>
                <a:gd name="T10" fmla="*/ 31 w 97"/>
                <a:gd name="T11" fmla="*/ 80 h 106"/>
                <a:gd name="T12" fmla="*/ 35 w 97"/>
                <a:gd name="T13" fmla="*/ 65 h 106"/>
                <a:gd name="T14" fmla="*/ 35 w 97"/>
                <a:gd name="T15" fmla="*/ 65 h 106"/>
                <a:gd name="T16" fmla="*/ 28 w 97"/>
                <a:gd name="T17" fmla="*/ 44 h 106"/>
                <a:gd name="T18" fmla="*/ 28 w 97"/>
                <a:gd name="T19" fmla="*/ 45 h 106"/>
                <a:gd name="T20" fmla="*/ 28 w 97"/>
                <a:gd name="T21" fmla="*/ 50 h 106"/>
                <a:gd name="T22" fmla="*/ 31 w 97"/>
                <a:gd name="T23" fmla="*/ 38 h 106"/>
                <a:gd name="T24" fmla="*/ 36 w 97"/>
                <a:gd name="T25" fmla="*/ 3 h 106"/>
                <a:gd name="T26" fmla="*/ 26 w 97"/>
                <a:gd name="T27" fmla="*/ 20 h 106"/>
                <a:gd name="T28" fmla="*/ 20 w 97"/>
                <a:gd name="T29" fmla="*/ 30 h 106"/>
                <a:gd name="T30" fmla="*/ 19 w 97"/>
                <a:gd name="T31" fmla="*/ 49 h 106"/>
                <a:gd name="T32" fmla="*/ 27 w 97"/>
                <a:gd name="T33" fmla="*/ 38 h 106"/>
                <a:gd name="T34" fmla="*/ 34 w 97"/>
                <a:gd name="T35" fmla="*/ 29 h 106"/>
                <a:gd name="T36" fmla="*/ 38 w 97"/>
                <a:gd name="T37" fmla="*/ 45 h 106"/>
                <a:gd name="T38" fmla="*/ 30 w 97"/>
                <a:gd name="T39" fmla="*/ 62 h 106"/>
                <a:gd name="T40" fmla="*/ 43 w 97"/>
                <a:gd name="T41" fmla="*/ 59 h 106"/>
                <a:gd name="T42" fmla="*/ 39 w 97"/>
                <a:gd name="T43" fmla="*/ 73 h 106"/>
                <a:gd name="T44" fmla="*/ 35 w 97"/>
                <a:gd name="T45" fmla="*/ 85 h 106"/>
                <a:gd name="T46" fmla="*/ 39 w 97"/>
                <a:gd name="T47" fmla="*/ 83 h 106"/>
                <a:gd name="T48" fmla="*/ 45 w 97"/>
                <a:gd name="T49" fmla="*/ 73 h 106"/>
                <a:gd name="T50" fmla="*/ 59 w 97"/>
                <a:gd name="T51" fmla="*/ 72 h 106"/>
                <a:gd name="T52" fmla="*/ 56 w 97"/>
                <a:gd name="T53" fmla="*/ 85 h 106"/>
                <a:gd name="T54" fmla="*/ 55 w 97"/>
                <a:gd name="T55" fmla="*/ 97 h 106"/>
                <a:gd name="T56" fmla="*/ 66 w 97"/>
                <a:gd name="T57" fmla="*/ 97 h 106"/>
                <a:gd name="T58" fmla="*/ 76 w 97"/>
                <a:gd name="T59" fmla="*/ 90 h 106"/>
                <a:gd name="T60" fmla="*/ 86 w 97"/>
                <a:gd name="T61" fmla="*/ 79 h 106"/>
                <a:gd name="T62" fmla="*/ 81 w 97"/>
                <a:gd name="T63" fmla="*/ 65 h 106"/>
                <a:gd name="T64" fmla="*/ 73 w 97"/>
                <a:gd name="T65" fmla="*/ 53 h 106"/>
                <a:gd name="T66" fmla="*/ 79 w 97"/>
                <a:gd name="T67" fmla="*/ 58 h 106"/>
                <a:gd name="T68" fmla="*/ 84 w 97"/>
                <a:gd name="T69" fmla="*/ 64 h 106"/>
                <a:gd name="T70" fmla="*/ 91 w 97"/>
                <a:gd name="T71" fmla="*/ 71 h 106"/>
                <a:gd name="T72" fmla="*/ 96 w 97"/>
                <a:gd name="T73" fmla="*/ 80 h 106"/>
                <a:gd name="T74" fmla="*/ 84 w 97"/>
                <a:gd name="T75" fmla="*/ 91 h 106"/>
                <a:gd name="T76" fmla="*/ 73 w 97"/>
                <a:gd name="T77" fmla="*/ 98 h 106"/>
                <a:gd name="T78" fmla="*/ 57 w 97"/>
                <a:gd name="T79" fmla="*/ 106 h 106"/>
                <a:gd name="T80" fmla="*/ 46 w 97"/>
                <a:gd name="T81" fmla="*/ 97 h 106"/>
                <a:gd name="T82" fmla="*/ 39 w 97"/>
                <a:gd name="T83" fmla="*/ 97 h 106"/>
                <a:gd name="T84" fmla="*/ 30 w 97"/>
                <a:gd name="T85" fmla="*/ 97 h 106"/>
                <a:gd name="T86" fmla="*/ 31 w 97"/>
                <a:gd name="T87" fmla="*/ 84 h 106"/>
                <a:gd name="T88" fmla="*/ 26 w 97"/>
                <a:gd name="T89" fmla="*/ 73 h 106"/>
                <a:gd name="T90" fmla="*/ 19 w 97"/>
                <a:gd name="T91" fmla="*/ 76 h 106"/>
                <a:gd name="T92" fmla="*/ 7 w 97"/>
                <a:gd name="T93" fmla="*/ 87 h 106"/>
                <a:gd name="T94" fmla="*/ 6 w 97"/>
                <a:gd name="T95" fmla="*/ 77 h 106"/>
                <a:gd name="T96" fmla="*/ 17 w 97"/>
                <a:gd name="T97" fmla="*/ 57 h 106"/>
                <a:gd name="T98" fmla="*/ 10 w 97"/>
                <a:gd name="T99" fmla="*/ 46 h 106"/>
                <a:gd name="T100" fmla="*/ 9 w 97"/>
                <a:gd name="T101" fmla="*/ 33 h 106"/>
                <a:gd name="T102" fmla="*/ 0 w 97"/>
                <a:gd name="T103" fmla="*/ 33 h 106"/>
                <a:gd name="T104" fmla="*/ 14 w 97"/>
                <a:gd name="T105" fmla="*/ 16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106">
                  <a:moveTo>
                    <a:pt x="44" y="91"/>
                  </a:moveTo>
                  <a:cubicBezTo>
                    <a:pt x="44" y="93"/>
                    <a:pt x="44" y="93"/>
                    <a:pt x="45" y="94"/>
                  </a:cubicBezTo>
                  <a:cubicBezTo>
                    <a:pt x="45" y="94"/>
                    <a:pt x="46" y="94"/>
                    <a:pt x="46" y="94"/>
                  </a:cubicBezTo>
                  <a:cubicBezTo>
                    <a:pt x="46" y="93"/>
                    <a:pt x="46" y="93"/>
                    <a:pt x="47" y="93"/>
                  </a:cubicBezTo>
                  <a:cubicBezTo>
                    <a:pt x="47" y="92"/>
                    <a:pt x="46" y="91"/>
                    <a:pt x="45" y="91"/>
                  </a:cubicBezTo>
                  <a:cubicBezTo>
                    <a:pt x="45" y="91"/>
                    <a:pt x="44" y="91"/>
                    <a:pt x="44" y="91"/>
                  </a:cubicBezTo>
                  <a:close/>
                  <a:moveTo>
                    <a:pt x="79" y="56"/>
                  </a:moveTo>
                  <a:cubicBezTo>
                    <a:pt x="79" y="56"/>
                    <a:pt x="79" y="56"/>
                    <a:pt x="80" y="56"/>
                  </a:cubicBezTo>
                  <a:cubicBezTo>
                    <a:pt x="80" y="55"/>
                    <a:pt x="81" y="56"/>
                    <a:pt x="81" y="57"/>
                  </a:cubicBezTo>
                  <a:cubicBezTo>
                    <a:pt x="80" y="57"/>
                    <a:pt x="80" y="57"/>
                    <a:pt x="79" y="57"/>
                  </a:cubicBezTo>
                  <a:cubicBezTo>
                    <a:pt x="79" y="57"/>
                    <a:pt x="79" y="56"/>
                    <a:pt x="79" y="56"/>
                  </a:cubicBezTo>
                  <a:close/>
                  <a:moveTo>
                    <a:pt x="49" y="74"/>
                  </a:moveTo>
                  <a:cubicBezTo>
                    <a:pt x="48" y="74"/>
                    <a:pt x="48" y="75"/>
                    <a:pt x="47" y="76"/>
                  </a:cubicBezTo>
                  <a:cubicBezTo>
                    <a:pt x="47" y="77"/>
                    <a:pt x="47" y="78"/>
                    <a:pt x="47" y="78"/>
                  </a:cubicBezTo>
                  <a:cubicBezTo>
                    <a:pt x="47" y="79"/>
                    <a:pt x="46" y="80"/>
                    <a:pt x="46" y="81"/>
                  </a:cubicBezTo>
                  <a:cubicBezTo>
                    <a:pt x="46" y="82"/>
                    <a:pt x="45" y="82"/>
                    <a:pt x="45" y="83"/>
                  </a:cubicBezTo>
                  <a:cubicBezTo>
                    <a:pt x="44" y="84"/>
                    <a:pt x="44" y="84"/>
                    <a:pt x="44" y="84"/>
                  </a:cubicBezTo>
                  <a:cubicBezTo>
                    <a:pt x="44" y="85"/>
                    <a:pt x="43" y="85"/>
                    <a:pt x="43" y="85"/>
                  </a:cubicBezTo>
                  <a:cubicBezTo>
                    <a:pt x="43" y="86"/>
                    <a:pt x="43" y="86"/>
                    <a:pt x="42" y="86"/>
                  </a:cubicBezTo>
                  <a:cubicBezTo>
                    <a:pt x="42" y="87"/>
                    <a:pt x="41" y="87"/>
                    <a:pt x="42" y="88"/>
                  </a:cubicBezTo>
                  <a:cubicBezTo>
                    <a:pt x="43" y="88"/>
                    <a:pt x="44" y="87"/>
                    <a:pt x="44" y="87"/>
                  </a:cubicBezTo>
                  <a:cubicBezTo>
                    <a:pt x="45" y="87"/>
                    <a:pt x="47" y="87"/>
                    <a:pt x="47" y="86"/>
                  </a:cubicBezTo>
                  <a:cubicBezTo>
                    <a:pt x="48" y="86"/>
                    <a:pt x="49" y="81"/>
                    <a:pt x="49" y="80"/>
                  </a:cubicBezTo>
                  <a:cubicBezTo>
                    <a:pt x="49" y="80"/>
                    <a:pt x="48" y="79"/>
                    <a:pt x="48" y="78"/>
                  </a:cubicBezTo>
                  <a:cubicBezTo>
                    <a:pt x="48" y="77"/>
                    <a:pt x="49" y="77"/>
                    <a:pt x="49" y="76"/>
                  </a:cubicBezTo>
                  <a:cubicBezTo>
                    <a:pt x="49" y="76"/>
                    <a:pt x="49" y="75"/>
                    <a:pt x="50" y="75"/>
                  </a:cubicBezTo>
                  <a:cubicBezTo>
                    <a:pt x="50" y="75"/>
                    <a:pt x="50" y="73"/>
                    <a:pt x="49" y="73"/>
                  </a:cubicBezTo>
                  <a:cubicBezTo>
                    <a:pt x="49" y="73"/>
                    <a:pt x="49" y="73"/>
                    <a:pt x="49" y="74"/>
                  </a:cubicBezTo>
                  <a:close/>
                  <a:moveTo>
                    <a:pt x="76" y="54"/>
                  </a:moveTo>
                  <a:cubicBezTo>
                    <a:pt x="77" y="54"/>
                    <a:pt x="77" y="54"/>
                    <a:pt x="77" y="55"/>
                  </a:cubicBezTo>
                  <a:cubicBezTo>
                    <a:pt x="77" y="55"/>
                    <a:pt x="77" y="55"/>
                    <a:pt x="77" y="55"/>
                  </a:cubicBezTo>
                  <a:cubicBezTo>
                    <a:pt x="76" y="55"/>
                    <a:pt x="76" y="54"/>
                    <a:pt x="76" y="54"/>
                  </a:cubicBezTo>
                  <a:cubicBezTo>
                    <a:pt x="76" y="54"/>
                    <a:pt x="76" y="54"/>
                    <a:pt x="76" y="54"/>
                  </a:cubicBezTo>
                  <a:close/>
                  <a:moveTo>
                    <a:pt x="28" y="77"/>
                  </a:moveTo>
                  <a:cubicBezTo>
                    <a:pt x="28" y="78"/>
                    <a:pt x="27" y="80"/>
                    <a:pt x="27" y="81"/>
                  </a:cubicBezTo>
                  <a:cubicBezTo>
                    <a:pt x="27" y="82"/>
                    <a:pt x="30" y="81"/>
                    <a:pt x="31" y="80"/>
                  </a:cubicBezTo>
                  <a:cubicBezTo>
                    <a:pt x="31" y="80"/>
                    <a:pt x="32" y="79"/>
                    <a:pt x="32" y="79"/>
                  </a:cubicBezTo>
                  <a:cubicBezTo>
                    <a:pt x="32" y="79"/>
                    <a:pt x="32" y="78"/>
                    <a:pt x="32" y="78"/>
                  </a:cubicBezTo>
                  <a:cubicBezTo>
                    <a:pt x="32" y="78"/>
                    <a:pt x="31" y="78"/>
                    <a:pt x="31" y="78"/>
                  </a:cubicBezTo>
                  <a:cubicBezTo>
                    <a:pt x="30" y="78"/>
                    <a:pt x="29" y="77"/>
                    <a:pt x="29" y="77"/>
                  </a:cubicBezTo>
                  <a:cubicBezTo>
                    <a:pt x="28" y="77"/>
                    <a:pt x="28" y="77"/>
                    <a:pt x="28" y="77"/>
                  </a:cubicBezTo>
                  <a:close/>
                  <a:moveTo>
                    <a:pt x="35" y="65"/>
                  </a:moveTo>
                  <a:cubicBezTo>
                    <a:pt x="34" y="66"/>
                    <a:pt x="33" y="69"/>
                    <a:pt x="34" y="70"/>
                  </a:cubicBezTo>
                  <a:cubicBezTo>
                    <a:pt x="34" y="71"/>
                    <a:pt x="35" y="71"/>
                    <a:pt x="35" y="71"/>
                  </a:cubicBezTo>
                  <a:cubicBezTo>
                    <a:pt x="35" y="71"/>
                    <a:pt x="36" y="70"/>
                    <a:pt x="36" y="70"/>
                  </a:cubicBezTo>
                  <a:cubicBezTo>
                    <a:pt x="36" y="69"/>
                    <a:pt x="36" y="68"/>
                    <a:pt x="36" y="68"/>
                  </a:cubicBezTo>
                  <a:cubicBezTo>
                    <a:pt x="37" y="67"/>
                    <a:pt x="38" y="66"/>
                    <a:pt x="37" y="65"/>
                  </a:cubicBezTo>
                  <a:cubicBezTo>
                    <a:pt x="37" y="63"/>
                    <a:pt x="35" y="64"/>
                    <a:pt x="35" y="65"/>
                  </a:cubicBezTo>
                  <a:close/>
                  <a:moveTo>
                    <a:pt x="31" y="38"/>
                  </a:moveTo>
                  <a:cubicBezTo>
                    <a:pt x="30" y="40"/>
                    <a:pt x="30" y="40"/>
                    <a:pt x="28" y="41"/>
                  </a:cubicBezTo>
                  <a:cubicBezTo>
                    <a:pt x="28" y="41"/>
                    <a:pt x="28" y="42"/>
                    <a:pt x="28" y="42"/>
                  </a:cubicBezTo>
                  <a:cubicBezTo>
                    <a:pt x="28" y="42"/>
                    <a:pt x="28" y="42"/>
                    <a:pt x="28" y="42"/>
                  </a:cubicBezTo>
                  <a:cubicBezTo>
                    <a:pt x="29" y="42"/>
                    <a:pt x="30" y="41"/>
                    <a:pt x="30" y="42"/>
                  </a:cubicBezTo>
                  <a:cubicBezTo>
                    <a:pt x="31" y="43"/>
                    <a:pt x="29" y="44"/>
                    <a:pt x="28" y="44"/>
                  </a:cubicBezTo>
                  <a:cubicBezTo>
                    <a:pt x="28" y="44"/>
                    <a:pt x="27" y="44"/>
                    <a:pt x="28" y="44"/>
                  </a:cubicBezTo>
                  <a:cubicBezTo>
                    <a:pt x="28" y="43"/>
                    <a:pt x="28" y="43"/>
                    <a:pt x="28" y="43"/>
                  </a:cubicBezTo>
                  <a:cubicBezTo>
                    <a:pt x="28" y="43"/>
                    <a:pt x="28" y="43"/>
                    <a:pt x="28" y="42"/>
                  </a:cubicBezTo>
                  <a:cubicBezTo>
                    <a:pt x="27" y="43"/>
                    <a:pt x="26" y="43"/>
                    <a:pt x="27" y="44"/>
                  </a:cubicBezTo>
                  <a:cubicBezTo>
                    <a:pt x="27" y="44"/>
                    <a:pt x="27" y="44"/>
                    <a:pt x="27" y="45"/>
                  </a:cubicBezTo>
                  <a:cubicBezTo>
                    <a:pt x="27" y="45"/>
                    <a:pt x="28" y="45"/>
                    <a:pt x="28" y="45"/>
                  </a:cubicBezTo>
                  <a:cubicBezTo>
                    <a:pt x="27" y="45"/>
                    <a:pt x="27" y="46"/>
                    <a:pt x="27" y="46"/>
                  </a:cubicBezTo>
                  <a:cubicBezTo>
                    <a:pt x="27" y="46"/>
                    <a:pt x="26" y="47"/>
                    <a:pt x="26" y="47"/>
                  </a:cubicBezTo>
                  <a:cubicBezTo>
                    <a:pt x="26" y="48"/>
                    <a:pt x="26" y="48"/>
                    <a:pt x="26" y="49"/>
                  </a:cubicBezTo>
                  <a:cubicBezTo>
                    <a:pt x="25" y="50"/>
                    <a:pt x="25" y="52"/>
                    <a:pt x="24" y="52"/>
                  </a:cubicBezTo>
                  <a:cubicBezTo>
                    <a:pt x="24" y="53"/>
                    <a:pt x="27" y="52"/>
                    <a:pt x="27" y="52"/>
                  </a:cubicBezTo>
                  <a:cubicBezTo>
                    <a:pt x="27" y="51"/>
                    <a:pt x="27" y="51"/>
                    <a:pt x="28" y="50"/>
                  </a:cubicBezTo>
                  <a:cubicBezTo>
                    <a:pt x="30" y="51"/>
                    <a:pt x="30" y="47"/>
                    <a:pt x="30" y="45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1"/>
                    <a:pt x="31" y="41"/>
                    <a:pt x="31" y="40"/>
                  </a:cubicBezTo>
                  <a:cubicBezTo>
                    <a:pt x="31" y="40"/>
                    <a:pt x="31" y="39"/>
                    <a:pt x="31" y="39"/>
                  </a:cubicBezTo>
                  <a:cubicBezTo>
                    <a:pt x="31" y="39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ubicBezTo>
                    <a:pt x="31" y="38"/>
                    <a:pt x="31" y="38"/>
                    <a:pt x="31" y="38"/>
                  </a:cubicBezTo>
                  <a:close/>
                  <a:moveTo>
                    <a:pt x="26" y="2"/>
                  </a:moveTo>
                  <a:cubicBezTo>
                    <a:pt x="27" y="1"/>
                    <a:pt x="28" y="1"/>
                    <a:pt x="29" y="0"/>
                  </a:cubicBezTo>
                  <a:cubicBezTo>
                    <a:pt x="30" y="0"/>
                    <a:pt x="34" y="0"/>
                    <a:pt x="34" y="1"/>
                  </a:cubicBezTo>
                  <a:cubicBezTo>
                    <a:pt x="35" y="1"/>
                    <a:pt x="36" y="2"/>
                    <a:pt x="36" y="3"/>
                  </a:cubicBezTo>
                  <a:cubicBezTo>
                    <a:pt x="36" y="4"/>
                    <a:pt x="35" y="4"/>
                    <a:pt x="35" y="4"/>
                  </a:cubicBezTo>
                  <a:cubicBezTo>
                    <a:pt x="34" y="7"/>
                    <a:pt x="32" y="8"/>
                    <a:pt x="31" y="11"/>
                  </a:cubicBezTo>
                  <a:cubicBezTo>
                    <a:pt x="31" y="11"/>
                    <a:pt x="30" y="12"/>
                    <a:pt x="30" y="13"/>
                  </a:cubicBezTo>
                  <a:cubicBezTo>
                    <a:pt x="29" y="14"/>
                    <a:pt x="29" y="14"/>
                    <a:pt x="29" y="14"/>
                  </a:cubicBezTo>
                  <a:cubicBezTo>
                    <a:pt x="28" y="15"/>
                    <a:pt x="28" y="16"/>
                    <a:pt x="28" y="17"/>
                  </a:cubicBezTo>
                  <a:cubicBezTo>
                    <a:pt x="27" y="18"/>
                    <a:pt x="26" y="19"/>
                    <a:pt x="26" y="20"/>
                  </a:cubicBezTo>
                  <a:cubicBezTo>
                    <a:pt x="25" y="21"/>
                    <a:pt x="25" y="22"/>
                    <a:pt x="24" y="23"/>
                  </a:cubicBezTo>
                  <a:cubicBezTo>
                    <a:pt x="23" y="24"/>
                    <a:pt x="23" y="24"/>
                    <a:pt x="23" y="25"/>
                  </a:cubicBezTo>
                  <a:cubicBezTo>
                    <a:pt x="22" y="26"/>
                    <a:pt x="20" y="28"/>
                    <a:pt x="20" y="30"/>
                  </a:cubicBezTo>
                  <a:cubicBezTo>
                    <a:pt x="21" y="30"/>
                    <a:pt x="21" y="30"/>
                    <a:pt x="20" y="30"/>
                  </a:cubicBezTo>
                  <a:cubicBezTo>
                    <a:pt x="20" y="30"/>
                    <a:pt x="21" y="30"/>
                    <a:pt x="21" y="30"/>
                  </a:cubicBezTo>
                  <a:cubicBezTo>
                    <a:pt x="20" y="30"/>
                    <a:pt x="20" y="30"/>
                    <a:pt x="20" y="30"/>
                  </a:cubicBezTo>
                  <a:cubicBezTo>
                    <a:pt x="20" y="30"/>
                    <a:pt x="19" y="31"/>
                    <a:pt x="19" y="31"/>
                  </a:cubicBezTo>
                  <a:cubicBezTo>
                    <a:pt x="18" y="32"/>
                    <a:pt x="15" y="38"/>
                    <a:pt x="16" y="40"/>
                  </a:cubicBezTo>
                  <a:cubicBezTo>
                    <a:pt x="16" y="41"/>
                    <a:pt x="17" y="41"/>
                    <a:pt x="18" y="41"/>
                  </a:cubicBezTo>
                  <a:cubicBezTo>
                    <a:pt x="18" y="42"/>
                    <a:pt x="19" y="43"/>
                    <a:pt x="19" y="44"/>
                  </a:cubicBezTo>
                  <a:cubicBezTo>
                    <a:pt x="19" y="44"/>
                    <a:pt x="19" y="44"/>
                    <a:pt x="19" y="45"/>
                  </a:cubicBezTo>
                  <a:cubicBezTo>
                    <a:pt x="19" y="46"/>
                    <a:pt x="18" y="48"/>
                    <a:pt x="19" y="49"/>
                  </a:cubicBezTo>
                  <a:cubicBezTo>
                    <a:pt x="19" y="49"/>
                    <a:pt x="19" y="50"/>
                    <a:pt x="20" y="50"/>
                  </a:cubicBezTo>
                  <a:cubicBezTo>
                    <a:pt x="20" y="50"/>
                    <a:pt x="21" y="49"/>
                    <a:pt x="21" y="49"/>
                  </a:cubicBezTo>
                  <a:cubicBezTo>
                    <a:pt x="22" y="48"/>
                    <a:pt x="22" y="46"/>
                    <a:pt x="23" y="45"/>
                  </a:cubicBezTo>
                  <a:cubicBezTo>
                    <a:pt x="23" y="44"/>
                    <a:pt x="24" y="43"/>
                    <a:pt x="24" y="43"/>
                  </a:cubicBezTo>
                  <a:cubicBezTo>
                    <a:pt x="25" y="42"/>
                    <a:pt x="25" y="42"/>
                    <a:pt x="25" y="42"/>
                  </a:cubicBezTo>
                  <a:cubicBezTo>
                    <a:pt x="25" y="40"/>
                    <a:pt x="26" y="39"/>
                    <a:pt x="27" y="38"/>
                  </a:cubicBezTo>
                  <a:cubicBezTo>
                    <a:pt x="27" y="37"/>
                    <a:pt x="28" y="36"/>
                    <a:pt x="29" y="35"/>
                  </a:cubicBezTo>
                  <a:cubicBezTo>
                    <a:pt x="29" y="35"/>
                    <a:pt x="29" y="34"/>
                    <a:pt x="29" y="34"/>
                  </a:cubicBezTo>
                  <a:cubicBezTo>
                    <a:pt x="30" y="33"/>
                    <a:pt x="30" y="33"/>
                    <a:pt x="30" y="33"/>
                  </a:cubicBezTo>
                  <a:cubicBezTo>
                    <a:pt x="31" y="32"/>
                    <a:pt x="31" y="31"/>
                    <a:pt x="32" y="31"/>
                  </a:cubicBezTo>
                  <a:cubicBezTo>
                    <a:pt x="32" y="30"/>
                    <a:pt x="32" y="30"/>
                    <a:pt x="32" y="30"/>
                  </a:cubicBezTo>
                  <a:cubicBezTo>
                    <a:pt x="33" y="30"/>
                    <a:pt x="34" y="29"/>
                    <a:pt x="34" y="29"/>
                  </a:cubicBezTo>
                  <a:cubicBezTo>
                    <a:pt x="34" y="29"/>
                    <a:pt x="35" y="28"/>
                    <a:pt x="35" y="28"/>
                  </a:cubicBezTo>
                  <a:cubicBezTo>
                    <a:pt x="36" y="28"/>
                    <a:pt x="39" y="28"/>
                    <a:pt x="40" y="29"/>
                  </a:cubicBezTo>
                  <a:cubicBezTo>
                    <a:pt x="42" y="30"/>
                    <a:pt x="42" y="32"/>
                    <a:pt x="42" y="34"/>
                  </a:cubicBezTo>
                  <a:cubicBezTo>
                    <a:pt x="42" y="36"/>
                    <a:pt x="41" y="37"/>
                    <a:pt x="40" y="38"/>
                  </a:cubicBezTo>
                  <a:cubicBezTo>
                    <a:pt x="40" y="39"/>
                    <a:pt x="40" y="40"/>
                    <a:pt x="40" y="40"/>
                  </a:cubicBezTo>
                  <a:cubicBezTo>
                    <a:pt x="39" y="42"/>
                    <a:pt x="38" y="43"/>
                    <a:pt x="38" y="45"/>
                  </a:cubicBezTo>
                  <a:cubicBezTo>
                    <a:pt x="37" y="45"/>
                    <a:pt x="37" y="46"/>
                    <a:pt x="37" y="46"/>
                  </a:cubicBezTo>
                  <a:cubicBezTo>
                    <a:pt x="36" y="49"/>
                    <a:pt x="36" y="51"/>
                    <a:pt x="34" y="53"/>
                  </a:cubicBezTo>
                  <a:cubicBezTo>
                    <a:pt x="34" y="54"/>
                    <a:pt x="33" y="55"/>
                    <a:pt x="32" y="55"/>
                  </a:cubicBezTo>
                  <a:cubicBezTo>
                    <a:pt x="31" y="56"/>
                    <a:pt x="28" y="57"/>
                    <a:pt x="28" y="58"/>
                  </a:cubicBezTo>
                  <a:cubicBezTo>
                    <a:pt x="28" y="59"/>
                    <a:pt x="28" y="59"/>
                    <a:pt x="28" y="59"/>
                  </a:cubicBezTo>
                  <a:cubicBezTo>
                    <a:pt x="28" y="61"/>
                    <a:pt x="29" y="61"/>
                    <a:pt x="30" y="62"/>
                  </a:cubicBezTo>
                  <a:cubicBezTo>
                    <a:pt x="30" y="62"/>
                    <a:pt x="30" y="63"/>
                    <a:pt x="30" y="64"/>
                  </a:cubicBezTo>
                  <a:cubicBezTo>
                    <a:pt x="30" y="64"/>
                    <a:pt x="30" y="65"/>
                    <a:pt x="30" y="64"/>
                  </a:cubicBezTo>
                  <a:cubicBezTo>
                    <a:pt x="31" y="64"/>
                    <a:pt x="31" y="64"/>
                    <a:pt x="32" y="63"/>
                  </a:cubicBezTo>
                  <a:cubicBezTo>
                    <a:pt x="33" y="61"/>
                    <a:pt x="33" y="59"/>
                    <a:pt x="36" y="58"/>
                  </a:cubicBezTo>
                  <a:cubicBezTo>
                    <a:pt x="37" y="58"/>
                    <a:pt x="38" y="59"/>
                    <a:pt x="39" y="59"/>
                  </a:cubicBezTo>
                  <a:cubicBezTo>
                    <a:pt x="40" y="59"/>
                    <a:pt x="41" y="58"/>
                    <a:pt x="43" y="59"/>
                  </a:cubicBezTo>
                  <a:cubicBezTo>
                    <a:pt x="43" y="59"/>
                    <a:pt x="43" y="61"/>
                    <a:pt x="43" y="61"/>
                  </a:cubicBezTo>
                  <a:cubicBezTo>
                    <a:pt x="43" y="63"/>
                    <a:pt x="42" y="64"/>
                    <a:pt x="42" y="66"/>
                  </a:cubicBezTo>
                  <a:cubicBezTo>
                    <a:pt x="41" y="67"/>
                    <a:pt x="41" y="68"/>
                    <a:pt x="41" y="69"/>
                  </a:cubicBezTo>
                  <a:cubicBezTo>
                    <a:pt x="40" y="70"/>
                    <a:pt x="40" y="70"/>
                    <a:pt x="40" y="71"/>
                  </a:cubicBezTo>
                  <a:cubicBezTo>
                    <a:pt x="40" y="71"/>
                    <a:pt x="40" y="71"/>
                    <a:pt x="40" y="72"/>
                  </a:cubicBezTo>
                  <a:cubicBezTo>
                    <a:pt x="40" y="72"/>
                    <a:pt x="39" y="73"/>
                    <a:pt x="39" y="73"/>
                  </a:cubicBezTo>
                  <a:cubicBezTo>
                    <a:pt x="39" y="73"/>
                    <a:pt x="39" y="73"/>
                    <a:pt x="39" y="73"/>
                  </a:cubicBezTo>
                  <a:cubicBezTo>
                    <a:pt x="40" y="75"/>
                    <a:pt x="38" y="76"/>
                    <a:pt x="37" y="78"/>
                  </a:cubicBezTo>
                  <a:cubicBezTo>
                    <a:pt x="37" y="78"/>
                    <a:pt x="37" y="79"/>
                    <a:pt x="37" y="80"/>
                  </a:cubicBezTo>
                  <a:cubicBezTo>
                    <a:pt x="37" y="81"/>
                    <a:pt x="36" y="82"/>
                    <a:pt x="36" y="82"/>
                  </a:cubicBezTo>
                  <a:cubicBezTo>
                    <a:pt x="36" y="83"/>
                    <a:pt x="36" y="83"/>
                    <a:pt x="36" y="83"/>
                  </a:cubicBezTo>
                  <a:cubicBezTo>
                    <a:pt x="35" y="84"/>
                    <a:pt x="35" y="85"/>
                    <a:pt x="35" y="85"/>
                  </a:cubicBezTo>
                  <a:cubicBezTo>
                    <a:pt x="35" y="86"/>
                    <a:pt x="34" y="86"/>
                    <a:pt x="34" y="87"/>
                  </a:cubicBezTo>
                  <a:cubicBezTo>
                    <a:pt x="34" y="88"/>
                    <a:pt x="34" y="88"/>
                    <a:pt x="34" y="88"/>
                  </a:cubicBezTo>
                  <a:cubicBezTo>
                    <a:pt x="34" y="89"/>
                    <a:pt x="34" y="90"/>
                    <a:pt x="34" y="91"/>
                  </a:cubicBezTo>
                  <a:cubicBezTo>
                    <a:pt x="34" y="91"/>
                    <a:pt x="34" y="91"/>
                    <a:pt x="34" y="91"/>
                  </a:cubicBezTo>
                  <a:cubicBezTo>
                    <a:pt x="35" y="91"/>
                    <a:pt x="37" y="87"/>
                    <a:pt x="37" y="87"/>
                  </a:cubicBezTo>
                  <a:cubicBezTo>
                    <a:pt x="37" y="86"/>
                    <a:pt x="38" y="85"/>
                    <a:pt x="39" y="83"/>
                  </a:cubicBezTo>
                  <a:cubicBezTo>
                    <a:pt x="39" y="83"/>
                    <a:pt x="39" y="82"/>
                    <a:pt x="40" y="82"/>
                  </a:cubicBezTo>
                  <a:cubicBezTo>
                    <a:pt x="40" y="81"/>
                    <a:pt x="41" y="81"/>
                    <a:pt x="41" y="80"/>
                  </a:cubicBezTo>
                  <a:cubicBezTo>
                    <a:pt x="42" y="80"/>
                    <a:pt x="42" y="79"/>
                    <a:pt x="42" y="78"/>
                  </a:cubicBezTo>
                  <a:cubicBezTo>
                    <a:pt x="43" y="77"/>
                    <a:pt x="43" y="77"/>
                    <a:pt x="44" y="76"/>
                  </a:cubicBezTo>
                  <a:cubicBezTo>
                    <a:pt x="44" y="75"/>
                    <a:pt x="45" y="75"/>
                    <a:pt x="45" y="75"/>
                  </a:cubicBezTo>
                  <a:cubicBezTo>
                    <a:pt x="45" y="74"/>
                    <a:pt x="45" y="74"/>
                    <a:pt x="45" y="73"/>
                  </a:cubicBezTo>
                  <a:cubicBezTo>
                    <a:pt x="46" y="73"/>
                    <a:pt x="46" y="72"/>
                    <a:pt x="46" y="72"/>
                  </a:cubicBezTo>
                  <a:cubicBezTo>
                    <a:pt x="47" y="71"/>
                    <a:pt x="48" y="69"/>
                    <a:pt x="49" y="69"/>
                  </a:cubicBezTo>
                  <a:cubicBezTo>
                    <a:pt x="49" y="67"/>
                    <a:pt x="51" y="66"/>
                    <a:pt x="53" y="66"/>
                  </a:cubicBezTo>
                  <a:cubicBezTo>
                    <a:pt x="53" y="66"/>
                    <a:pt x="54" y="66"/>
                    <a:pt x="54" y="66"/>
                  </a:cubicBezTo>
                  <a:cubicBezTo>
                    <a:pt x="56" y="66"/>
                    <a:pt x="59" y="67"/>
                    <a:pt x="59" y="69"/>
                  </a:cubicBezTo>
                  <a:cubicBezTo>
                    <a:pt x="60" y="70"/>
                    <a:pt x="59" y="71"/>
                    <a:pt x="59" y="72"/>
                  </a:cubicBezTo>
                  <a:cubicBezTo>
                    <a:pt x="59" y="73"/>
                    <a:pt x="59" y="74"/>
                    <a:pt x="59" y="75"/>
                  </a:cubicBezTo>
                  <a:cubicBezTo>
                    <a:pt x="58" y="76"/>
                    <a:pt x="58" y="76"/>
                    <a:pt x="58" y="77"/>
                  </a:cubicBezTo>
                  <a:cubicBezTo>
                    <a:pt x="57" y="78"/>
                    <a:pt x="57" y="79"/>
                    <a:pt x="57" y="80"/>
                  </a:cubicBezTo>
                  <a:cubicBezTo>
                    <a:pt x="58" y="80"/>
                    <a:pt x="58" y="81"/>
                    <a:pt x="58" y="82"/>
                  </a:cubicBezTo>
                  <a:cubicBezTo>
                    <a:pt x="57" y="83"/>
                    <a:pt x="57" y="83"/>
                    <a:pt x="57" y="83"/>
                  </a:cubicBezTo>
                  <a:cubicBezTo>
                    <a:pt x="57" y="84"/>
                    <a:pt x="56" y="84"/>
                    <a:pt x="56" y="85"/>
                  </a:cubicBezTo>
                  <a:cubicBezTo>
                    <a:pt x="56" y="85"/>
                    <a:pt x="56" y="86"/>
                    <a:pt x="55" y="86"/>
                  </a:cubicBezTo>
                  <a:cubicBezTo>
                    <a:pt x="55" y="87"/>
                    <a:pt x="56" y="87"/>
                    <a:pt x="56" y="88"/>
                  </a:cubicBezTo>
                  <a:cubicBezTo>
                    <a:pt x="55" y="88"/>
                    <a:pt x="55" y="89"/>
                    <a:pt x="55" y="90"/>
                  </a:cubicBezTo>
                  <a:cubicBezTo>
                    <a:pt x="55" y="90"/>
                    <a:pt x="55" y="90"/>
                    <a:pt x="55" y="91"/>
                  </a:cubicBezTo>
                  <a:cubicBezTo>
                    <a:pt x="54" y="91"/>
                    <a:pt x="54" y="92"/>
                    <a:pt x="54" y="93"/>
                  </a:cubicBezTo>
                  <a:cubicBezTo>
                    <a:pt x="54" y="94"/>
                    <a:pt x="55" y="96"/>
                    <a:pt x="55" y="97"/>
                  </a:cubicBezTo>
                  <a:cubicBezTo>
                    <a:pt x="56" y="97"/>
                    <a:pt x="57" y="99"/>
                    <a:pt x="57" y="99"/>
                  </a:cubicBezTo>
                  <a:cubicBezTo>
                    <a:pt x="58" y="100"/>
                    <a:pt x="59" y="99"/>
                    <a:pt x="60" y="99"/>
                  </a:cubicBezTo>
                  <a:cubicBezTo>
                    <a:pt x="61" y="99"/>
                    <a:pt x="61" y="99"/>
                    <a:pt x="61" y="99"/>
                  </a:cubicBezTo>
                  <a:cubicBezTo>
                    <a:pt x="62" y="99"/>
                    <a:pt x="62" y="98"/>
                    <a:pt x="62" y="98"/>
                  </a:cubicBezTo>
                  <a:cubicBezTo>
                    <a:pt x="63" y="98"/>
                    <a:pt x="63" y="98"/>
                    <a:pt x="64" y="98"/>
                  </a:cubicBezTo>
                  <a:cubicBezTo>
                    <a:pt x="65" y="98"/>
                    <a:pt x="65" y="97"/>
                    <a:pt x="66" y="97"/>
                  </a:cubicBezTo>
                  <a:cubicBezTo>
                    <a:pt x="66" y="96"/>
                    <a:pt x="67" y="96"/>
                    <a:pt x="68" y="96"/>
                  </a:cubicBezTo>
                  <a:cubicBezTo>
                    <a:pt x="68" y="95"/>
                    <a:pt x="68" y="95"/>
                    <a:pt x="68" y="95"/>
                  </a:cubicBezTo>
                  <a:cubicBezTo>
                    <a:pt x="69" y="94"/>
                    <a:pt x="69" y="94"/>
                    <a:pt x="70" y="94"/>
                  </a:cubicBezTo>
                  <a:cubicBezTo>
                    <a:pt x="71" y="94"/>
                    <a:pt x="71" y="93"/>
                    <a:pt x="72" y="93"/>
                  </a:cubicBezTo>
                  <a:cubicBezTo>
                    <a:pt x="72" y="92"/>
                    <a:pt x="73" y="92"/>
                    <a:pt x="73" y="92"/>
                  </a:cubicBezTo>
                  <a:cubicBezTo>
                    <a:pt x="74" y="91"/>
                    <a:pt x="75" y="91"/>
                    <a:pt x="76" y="90"/>
                  </a:cubicBezTo>
                  <a:cubicBezTo>
                    <a:pt x="76" y="89"/>
                    <a:pt x="78" y="88"/>
                    <a:pt x="79" y="87"/>
                  </a:cubicBezTo>
                  <a:cubicBezTo>
                    <a:pt x="79" y="87"/>
                    <a:pt x="80" y="86"/>
                    <a:pt x="81" y="86"/>
                  </a:cubicBezTo>
                  <a:cubicBezTo>
                    <a:pt x="81" y="86"/>
                    <a:pt x="81" y="85"/>
                    <a:pt x="82" y="85"/>
                  </a:cubicBezTo>
                  <a:cubicBezTo>
                    <a:pt x="82" y="84"/>
                    <a:pt x="83" y="83"/>
                    <a:pt x="84" y="82"/>
                  </a:cubicBezTo>
                  <a:cubicBezTo>
                    <a:pt x="85" y="82"/>
                    <a:pt x="85" y="81"/>
                    <a:pt x="85" y="81"/>
                  </a:cubicBezTo>
                  <a:cubicBezTo>
                    <a:pt x="86" y="80"/>
                    <a:pt x="86" y="79"/>
                    <a:pt x="86" y="79"/>
                  </a:cubicBezTo>
                  <a:cubicBezTo>
                    <a:pt x="86" y="78"/>
                    <a:pt x="85" y="78"/>
                    <a:pt x="85" y="77"/>
                  </a:cubicBezTo>
                  <a:cubicBezTo>
                    <a:pt x="85" y="77"/>
                    <a:pt x="85" y="76"/>
                    <a:pt x="85" y="75"/>
                  </a:cubicBezTo>
                  <a:cubicBezTo>
                    <a:pt x="85" y="75"/>
                    <a:pt x="85" y="74"/>
                    <a:pt x="85" y="74"/>
                  </a:cubicBezTo>
                  <a:cubicBezTo>
                    <a:pt x="85" y="73"/>
                    <a:pt x="84" y="73"/>
                    <a:pt x="84" y="72"/>
                  </a:cubicBezTo>
                  <a:cubicBezTo>
                    <a:pt x="84" y="71"/>
                    <a:pt x="83" y="70"/>
                    <a:pt x="83" y="69"/>
                  </a:cubicBezTo>
                  <a:cubicBezTo>
                    <a:pt x="82" y="68"/>
                    <a:pt x="82" y="67"/>
                    <a:pt x="81" y="65"/>
                  </a:cubicBezTo>
                  <a:cubicBezTo>
                    <a:pt x="81" y="65"/>
                    <a:pt x="81" y="65"/>
                    <a:pt x="80" y="64"/>
                  </a:cubicBezTo>
                  <a:cubicBezTo>
                    <a:pt x="80" y="63"/>
                    <a:pt x="80" y="63"/>
                    <a:pt x="80" y="62"/>
                  </a:cubicBezTo>
                  <a:cubicBezTo>
                    <a:pt x="79" y="62"/>
                    <a:pt x="79" y="61"/>
                    <a:pt x="78" y="61"/>
                  </a:cubicBezTo>
                  <a:cubicBezTo>
                    <a:pt x="78" y="60"/>
                    <a:pt x="77" y="59"/>
                    <a:pt x="77" y="58"/>
                  </a:cubicBezTo>
                  <a:cubicBezTo>
                    <a:pt x="76" y="58"/>
                    <a:pt x="75" y="57"/>
                    <a:pt x="74" y="56"/>
                  </a:cubicBezTo>
                  <a:cubicBezTo>
                    <a:pt x="74" y="56"/>
                    <a:pt x="72" y="53"/>
                    <a:pt x="73" y="53"/>
                  </a:cubicBezTo>
                  <a:cubicBezTo>
                    <a:pt x="73" y="52"/>
                    <a:pt x="73" y="52"/>
                    <a:pt x="74" y="52"/>
                  </a:cubicBezTo>
                  <a:cubicBezTo>
                    <a:pt x="74" y="52"/>
                    <a:pt x="74" y="53"/>
                    <a:pt x="74" y="53"/>
                  </a:cubicBezTo>
                  <a:cubicBezTo>
                    <a:pt x="75" y="54"/>
                    <a:pt x="76" y="55"/>
                    <a:pt x="76" y="56"/>
                  </a:cubicBezTo>
                  <a:cubicBezTo>
                    <a:pt x="77" y="56"/>
                    <a:pt x="77" y="56"/>
                    <a:pt x="78" y="56"/>
                  </a:cubicBezTo>
                  <a:cubicBezTo>
                    <a:pt x="78" y="57"/>
                    <a:pt x="78" y="58"/>
                    <a:pt x="79" y="58"/>
                  </a:cubicBezTo>
                  <a:cubicBezTo>
                    <a:pt x="79" y="58"/>
                    <a:pt x="79" y="58"/>
                    <a:pt x="79" y="58"/>
                  </a:cubicBezTo>
                  <a:cubicBezTo>
                    <a:pt x="80" y="58"/>
                    <a:pt x="80" y="58"/>
                    <a:pt x="80" y="58"/>
                  </a:cubicBezTo>
                  <a:cubicBezTo>
                    <a:pt x="82" y="58"/>
                    <a:pt x="83" y="59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4" y="61"/>
                    <a:pt x="84" y="61"/>
                    <a:pt x="84" y="61"/>
                  </a:cubicBezTo>
                  <a:cubicBezTo>
                    <a:pt x="83" y="61"/>
                    <a:pt x="82" y="61"/>
                    <a:pt x="82" y="61"/>
                  </a:cubicBezTo>
                  <a:cubicBezTo>
                    <a:pt x="82" y="62"/>
                    <a:pt x="83" y="64"/>
                    <a:pt x="84" y="64"/>
                  </a:cubicBezTo>
                  <a:cubicBezTo>
                    <a:pt x="84" y="63"/>
                    <a:pt x="84" y="62"/>
                    <a:pt x="85" y="62"/>
                  </a:cubicBezTo>
                  <a:cubicBezTo>
                    <a:pt x="86" y="62"/>
                    <a:pt x="86" y="64"/>
                    <a:pt x="86" y="65"/>
                  </a:cubicBezTo>
                  <a:cubicBezTo>
                    <a:pt x="87" y="65"/>
                    <a:pt x="87" y="65"/>
                    <a:pt x="88" y="66"/>
                  </a:cubicBezTo>
                  <a:cubicBezTo>
                    <a:pt x="88" y="67"/>
                    <a:pt x="89" y="68"/>
                    <a:pt x="89" y="69"/>
                  </a:cubicBezTo>
                  <a:cubicBezTo>
                    <a:pt x="90" y="69"/>
                    <a:pt x="90" y="69"/>
                    <a:pt x="90" y="70"/>
                  </a:cubicBezTo>
                  <a:cubicBezTo>
                    <a:pt x="91" y="70"/>
                    <a:pt x="91" y="71"/>
                    <a:pt x="91" y="71"/>
                  </a:cubicBezTo>
                  <a:cubicBezTo>
                    <a:pt x="92" y="72"/>
                    <a:pt x="92" y="72"/>
                    <a:pt x="93" y="72"/>
                  </a:cubicBezTo>
                  <a:cubicBezTo>
                    <a:pt x="93" y="73"/>
                    <a:pt x="93" y="73"/>
                    <a:pt x="93" y="74"/>
                  </a:cubicBezTo>
                  <a:cubicBezTo>
                    <a:pt x="94" y="74"/>
                    <a:pt x="95" y="75"/>
                    <a:pt x="94" y="75"/>
                  </a:cubicBezTo>
                  <a:cubicBezTo>
                    <a:pt x="95" y="75"/>
                    <a:pt x="95" y="76"/>
                    <a:pt x="95" y="76"/>
                  </a:cubicBezTo>
                  <a:cubicBezTo>
                    <a:pt x="96" y="77"/>
                    <a:pt x="96" y="77"/>
                    <a:pt x="96" y="77"/>
                  </a:cubicBezTo>
                  <a:cubicBezTo>
                    <a:pt x="97" y="78"/>
                    <a:pt x="96" y="79"/>
                    <a:pt x="96" y="80"/>
                  </a:cubicBezTo>
                  <a:cubicBezTo>
                    <a:pt x="95" y="82"/>
                    <a:pt x="94" y="82"/>
                    <a:pt x="93" y="83"/>
                  </a:cubicBezTo>
                  <a:cubicBezTo>
                    <a:pt x="92" y="84"/>
                    <a:pt x="92" y="85"/>
                    <a:pt x="91" y="85"/>
                  </a:cubicBezTo>
                  <a:cubicBezTo>
                    <a:pt x="90" y="86"/>
                    <a:pt x="89" y="86"/>
                    <a:pt x="89" y="87"/>
                  </a:cubicBezTo>
                  <a:cubicBezTo>
                    <a:pt x="89" y="87"/>
                    <a:pt x="88" y="87"/>
                    <a:pt x="88" y="88"/>
                  </a:cubicBezTo>
                  <a:cubicBezTo>
                    <a:pt x="87" y="88"/>
                    <a:pt x="86" y="89"/>
                    <a:pt x="85" y="89"/>
                  </a:cubicBezTo>
                  <a:cubicBezTo>
                    <a:pt x="85" y="90"/>
                    <a:pt x="84" y="90"/>
                    <a:pt x="84" y="91"/>
                  </a:cubicBezTo>
                  <a:cubicBezTo>
                    <a:pt x="83" y="91"/>
                    <a:pt x="83" y="91"/>
                    <a:pt x="82" y="91"/>
                  </a:cubicBezTo>
                  <a:cubicBezTo>
                    <a:pt x="81" y="92"/>
                    <a:pt x="81" y="93"/>
                    <a:pt x="80" y="94"/>
                  </a:cubicBezTo>
                  <a:cubicBezTo>
                    <a:pt x="79" y="94"/>
                    <a:pt x="78" y="95"/>
                    <a:pt x="78" y="95"/>
                  </a:cubicBezTo>
                  <a:cubicBezTo>
                    <a:pt x="77" y="96"/>
                    <a:pt x="77" y="96"/>
                    <a:pt x="77" y="96"/>
                  </a:cubicBezTo>
                  <a:cubicBezTo>
                    <a:pt x="76" y="96"/>
                    <a:pt x="76" y="97"/>
                    <a:pt x="75" y="97"/>
                  </a:cubicBezTo>
                  <a:cubicBezTo>
                    <a:pt x="74" y="98"/>
                    <a:pt x="74" y="98"/>
                    <a:pt x="73" y="98"/>
                  </a:cubicBezTo>
                  <a:cubicBezTo>
                    <a:pt x="71" y="99"/>
                    <a:pt x="70" y="100"/>
                    <a:pt x="68" y="101"/>
                  </a:cubicBezTo>
                  <a:cubicBezTo>
                    <a:pt x="68" y="101"/>
                    <a:pt x="67" y="102"/>
                    <a:pt x="67" y="102"/>
                  </a:cubicBezTo>
                  <a:cubicBezTo>
                    <a:pt x="66" y="102"/>
                    <a:pt x="66" y="103"/>
                    <a:pt x="65" y="103"/>
                  </a:cubicBezTo>
                  <a:cubicBezTo>
                    <a:pt x="64" y="103"/>
                    <a:pt x="63" y="103"/>
                    <a:pt x="62" y="104"/>
                  </a:cubicBezTo>
                  <a:cubicBezTo>
                    <a:pt x="61" y="104"/>
                    <a:pt x="61" y="105"/>
                    <a:pt x="60" y="105"/>
                  </a:cubicBezTo>
                  <a:cubicBezTo>
                    <a:pt x="59" y="105"/>
                    <a:pt x="57" y="106"/>
                    <a:pt x="57" y="106"/>
                  </a:cubicBezTo>
                  <a:cubicBezTo>
                    <a:pt x="56" y="105"/>
                    <a:pt x="54" y="105"/>
                    <a:pt x="54" y="104"/>
                  </a:cubicBezTo>
                  <a:cubicBezTo>
                    <a:pt x="53" y="104"/>
                    <a:pt x="53" y="103"/>
                    <a:pt x="52" y="102"/>
                  </a:cubicBezTo>
                  <a:cubicBezTo>
                    <a:pt x="52" y="102"/>
                    <a:pt x="51" y="101"/>
                    <a:pt x="51" y="101"/>
                  </a:cubicBezTo>
                  <a:cubicBezTo>
                    <a:pt x="51" y="101"/>
                    <a:pt x="50" y="99"/>
                    <a:pt x="50" y="99"/>
                  </a:cubicBezTo>
                  <a:cubicBezTo>
                    <a:pt x="49" y="98"/>
                    <a:pt x="49" y="97"/>
                    <a:pt x="48" y="97"/>
                  </a:cubicBezTo>
                  <a:cubicBezTo>
                    <a:pt x="47" y="97"/>
                    <a:pt x="47" y="97"/>
                    <a:pt x="46" y="97"/>
                  </a:cubicBezTo>
                  <a:cubicBezTo>
                    <a:pt x="46" y="97"/>
                    <a:pt x="45" y="97"/>
                    <a:pt x="45" y="98"/>
                  </a:cubicBezTo>
                  <a:cubicBezTo>
                    <a:pt x="44" y="98"/>
                    <a:pt x="43" y="98"/>
                    <a:pt x="42" y="98"/>
                  </a:cubicBezTo>
                  <a:cubicBezTo>
                    <a:pt x="40" y="98"/>
                    <a:pt x="41" y="94"/>
                    <a:pt x="40" y="92"/>
                  </a:cubicBezTo>
                  <a:cubicBezTo>
                    <a:pt x="40" y="92"/>
                    <a:pt x="40" y="92"/>
                    <a:pt x="40" y="92"/>
                  </a:cubicBezTo>
                  <a:cubicBezTo>
                    <a:pt x="39" y="92"/>
                    <a:pt x="39" y="95"/>
                    <a:pt x="39" y="96"/>
                  </a:cubicBezTo>
                  <a:cubicBezTo>
                    <a:pt x="39" y="96"/>
                    <a:pt x="39" y="96"/>
                    <a:pt x="39" y="97"/>
                  </a:cubicBezTo>
                  <a:cubicBezTo>
                    <a:pt x="39" y="97"/>
                    <a:pt x="38" y="98"/>
                    <a:pt x="38" y="99"/>
                  </a:cubicBezTo>
                  <a:cubicBezTo>
                    <a:pt x="38" y="101"/>
                    <a:pt x="39" y="105"/>
                    <a:pt x="35" y="106"/>
                  </a:cubicBezTo>
                  <a:cubicBezTo>
                    <a:pt x="35" y="106"/>
                    <a:pt x="34" y="106"/>
                    <a:pt x="33" y="106"/>
                  </a:cubicBezTo>
                  <a:cubicBezTo>
                    <a:pt x="32" y="105"/>
                    <a:pt x="32" y="105"/>
                    <a:pt x="32" y="104"/>
                  </a:cubicBezTo>
                  <a:cubicBezTo>
                    <a:pt x="31" y="103"/>
                    <a:pt x="30" y="103"/>
                    <a:pt x="30" y="102"/>
                  </a:cubicBezTo>
                  <a:cubicBezTo>
                    <a:pt x="30" y="100"/>
                    <a:pt x="30" y="99"/>
                    <a:pt x="30" y="97"/>
                  </a:cubicBezTo>
                  <a:cubicBezTo>
                    <a:pt x="30" y="97"/>
                    <a:pt x="30" y="97"/>
                    <a:pt x="30" y="96"/>
                  </a:cubicBezTo>
                  <a:cubicBezTo>
                    <a:pt x="30" y="96"/>
                    <a:pt x="30" y="96"/>
                    <a:pt x="30" y="95"/>
                  </a:cubicBezTo>
                  <a:cubicBezTo>
                    <a:pt x="30" y="95"/>
                    <a:pt x="30" y="94"/>
                    <a:pt x="30" y="93"/>
                  </a:cubicBezTo>
                  <a:cubicBezTo>
                    <a:pt x="30" y="93"/>
                    <a:pt x="30" y="92"/>
                    <a:pt x="31" y="91"/>
                  </a:cubicBezTo>
                  <a:cubicBezTo>
                    <a:pt x="31" y="90"/>
                    <a:pt x="31" y="88"/>
                    <a:pt x="30" y="87"/>
                  </a:cubicBezTo>
                  <a:cubicBezTo>
                    <a:pt x="30" y="86"/>
                    <a:pt x="31" y="85"/>
                    <a:pt x="31" y="84"/>
                  </a:cubicBezTo>
                  <a:cubicBezTo>
                    <a:pt x="30" y="83"/>
                    <a:pt x="24" y="88"/>
                    <a:pt x="22" y="84"/>
                  </a:cubicBezTo>
                  <a:cubicBezTo>
                    <a:pt x="22" y="84"/>
                    <a:pt x="22" y="83"/>
                    <a:pt x="22" y="83"/>
                  </a:cubicBezTo>
                  <a:cubicBezTo>
                    <a:pt x="22" y="82"/>
                    <a:pt x="22" y="81"/>
                    <a:pt x="23" y="80"/>
                  </a:cubicBezTo>
                  <a:cubicBezTo>
                    <a:pt x="23" y="79"/>
                    <a:pt x="23" y="78"/>
                    <a:pt x="24" y="77"/>
                  </a:cubicBezTo>
                  <a:cubicBezTo>
                    <a:pt x="24" y="76"/>
                    <a:pt x="24" y="76"/>
                    <a:pt x="25" y="76"/>
                  </a:cubicBezTo>
                  <a:cubicBezTo>
                    <a:pt x="25" y="75"/>
                    <a:pt x="26" y="74"/>
                    <a:pt x="26" y="73"/>
                  </a:cubicBezTo>
                  <a:cubicBezTo>
                    <a:pt x="27" y="72"/>
                    <a:pt x="26" y="72"/>
                    <a:pt x="26" y="71"/>
                  </a:cubicBezTo>
                  <a:cubicBezTo>
                    <a:pt x="26" y="70"/>
                    <a:pt x="26" y="67"/>
                    <a:pt x="24" y="66"/>
                  </a:cubicBezTo>
                  <a:cubicBezTo>
                    <a:pt x="23" y="66"/>
                    <a:pt x="23" y="66"/>
                    <a:pt x="22" y="66"/>
                  </a:cubicBezTo>
                  <a:cubicBezTo>
                    <a:pt x="21" y="67"/>
                    <a:pt x="21" y="70"/>
                    <a:pt x="21" y="71"/>
                  </a:cubicBezTo>
                  <a:cubicBezTo>
                    <a:pt x="20" y="72"/>
                    <a:pt x="20" y="72"/>
                    <a:pt x="20" y="73"/>
                  </a:cubicBezTo>
                  <a:cubicBezTo>
                    <a:pt x="20" y="74"/>
                    <a:pt x="19" y="75"/>
                    <a:pt x="19" y="76"/>
                  </a:cubicBezTo>
                  <a:cubicBezTo>
                    <a:pt x="19" y="77"/>
                    <a:pt x="19" y="78"/>
                    <a:pt x="18" y="78"/>
                  </a:cubicBezTo>
                  <a:cubicBezTo>
                    <a:pt x="18" y="79"/>
                    <a:pt x="18" y="80"/>
                    <a:pt x="17" y="81"/>
                  </a:cubicBezTo>
                  <a:cubicBezTo>
                    <a:pt x="17" y="82"/>
                    <a:pt x="15" y="83"/>
                    <a:pt x="15" y="84"/>
                  </a:cubicBezTo>
                  <a:cubicBezTo>
                    <a:pt x="14" y="84"/>
                    <a:pt x="13" y="85"/>
                    <a:pt x="13" y="85"/>
                  </a:cubicBezTo>
                  <a:cubicBezTo>
                    <a:pt x="11" y="85"/>
                    <a:pt x="10" y="86"/>
                    <a:pt x="9" y="87"/>
                  </a:cubicBezTo>
                  <a:cubicBezTo>
                    <a:pt x="8" y="87"/>
                    <a:pt x="8" y="87"/>
                    <a:pt x="7" y="87"/>
                  </a:cubicBezTo>
                  <a:cubicBezTo>
                    <a:pt x="6" y="87"/>
                    <a:pt x="5" y="87"/>
                    <a:pt x="4" y="87"/>
                  </a:cubicBezTo>
                  <a:cubicBezTo>
                    <a:pt x="3" y="88"/>
                    <a:pt x="2" y="88"/>
                    <a:pt x="1" y="86"/>
                  </a:cubicBezTo>
                  <a:cubicBezTo>
                    <a:pt x="1" y="86"/>
                    <a:pt x="1" y="86"/>
                    <a:pt x="1" y="86"/>
                  </a:cubicBezTo>
                  <a:cubicBezTo>
                    <a:pt x="0" y="84"/>
                    <a:pt x="4" y="80"/>
                    <a:pt x="5" y="79"/>
                  </a:cubicBezTo>
                  <a:cubicBezTo>
                    <a:pt x="5" y="79"/>
                    <a:pt x="6" y="79"/>
                    <a:pt x="6" y="79"/>
                  </a:cubicBezTo>
                  <a:cubicBezTo>
                    <a:pt x="6" y="78"/>
                    <a:pt x="6" y="78"/>
                    <a:pt x="6" y="77"/>
                  </a:cubicBezTo>
                  <a:cubicBezTo>
                    <a:pt x="7" y="77"/>
                    <a:pt x="7" y="77"/>
                    <a:pt x="7" y="76"/>
                  </a:cubicBezTo>
                  <a:cubicBezTo>
                    <a:pt x="9" y="74"/>
                    <a:pt x="10" y="72"/>
                    <a:pt x="12" y="70"/>
                  </a:cubicBezTo>
                  <a:cubicBezTo>
                    <a:pt x="12" y="69"/>
                    <a:pt x="13" y="67"/>
                    <a:pt x="13" y="66"/>
                  </a:cubicBezTo>
                  <a:cubicBezTo>
                    <a:pt x="13" y="65"/>
                    <a:pt x="14" y="65"/>
                    <a:pt x="14" y="64"/>
                  </a:cubicBezTo>
                  <a:cubicBezTo>
                    <a:pt x="15" y="63"/>
                    <a:pt x="15" y="62"/>
                    <a:pt x="15" y="60"/>
                  </a:cubicBezTo>
                  <a:cubicBezTo>
                    <a:pt x="16" y="59"/>
                    <a:pt x="16" y="58"/>
                    <a:pt x="17" y="57"/>
                  </a:cubicBezTo>
                  <a:cubicBezTo>
                    <a:pt x="17" y="57"/>
                    <a:pt x="17" y="57"/>
                    <a:pt x="17" y="56"/>
                  </a:cubicBezTo>
                  <a:cubicBezTo>
                    <a:pt x="17" y="55"/>
                    <a:pt x="16" y="55"/>
                    <a:pt x="15" y="54"/>
                  </a:cubicBezTo>
                  <a:cubicBezTo>
                    <a:pt x="15" y="54"/>
                    <a:pt x="15" y="53"/>
                    <a:pt x="14" y="53"/>
                  </a:cubicBezTo>
                  <a:cubicBezTo>
                    <a:pt x="14" y="51"/>
                    <a:pt x="13" y="50"/>
                    <a:pt x="12" y="49"/>
                  </a:cubicBezTo>
                  <a:cubicBezTo>
                    <a:pt x="12" y="48"/>
                    <a:pt x="11" y="48"/>
                    <a:pt x="10" y="47"/>
                  </a:cubicBezTo>
                  <a:cubicBezTo>
                    <a:pt x="10" y="47"/>
                    <a:pt x="10" y="46"/>
                    <a:pt x="10" y="46"/>
                  </a:cubicBezTo>
                  <a:cubicBezTo>
                    <a:pt x="10" y="45"/>
                    <a:pt x="12" y="42"/>
                    <a:pt x="13" y="41"/>
                  </a:cubicBezTo>
                  <a:cubicBezTo>
                    <a:pt x="13" y="40"/>
                    <a:pt x="14" y="40"/>
                    <a:pt x="14" y="39"/>
                  </a:cubicBezTo>
                  <a:cubicBezTo>
                    <a:pt x="14" y="38"/>
                    <a:pt x="14" y="38"/>
                    <a:pt x="15" y="37"/>
                  </a:cubicBezTo>
                  <a:cubicBezTo>
                    <a:pt x="15" y="36"/>
                    <a:pt x="16" y="34"/>
                    <a:pt x="15" y="33"/>
                  </a:cubicBezTo>
                  <a:cubicBezTo>
                    <a:pt x="14" y="32"/>
                    <a:pt x="12" y="32"/>
                    <a:pt x="12" y="32"/>
                  </a:cubicBezTo>
                  <a:cubicBezTo>
                    <a:pt x="11" y="32"/>
                    <a:pt x="10" y="33"/>
                    <a:pt x="9" y="33"/>
                  </a:cubicBezTo>
                  <a:cubicBezTo>
                    <a:pt x="8" y="33"/>
                    <a:pt x="8" y="33"/>
                    <a:pt x="7" y="33"/>
                  </a:cubicBezTo>
                  <a:cubicBezTo>
                    <a:pt x="6" y="33"/>
                    <a:pt x="6" y="34"/>
                    <a:pt x="5" y="34"/>
                  </a:cubicBezTo>
                  <a:cubicBezTo>
                    <a:pt x="5" y="34"/>
                    <a:pt x="5" y="34"/>
                    <a:pt x="4" y="34"/>
                  </a:cubicBezTo>
                  <a:cubicBezTo>
                    <a:pt x="3" y="35"/>
                    <a:pt x="2" y="36"/>
                    <a:pt x="1" y="35"/>
                  </a:cubicBezTo>
                  <a:cubicBezTo>
                    <a:pt x="0" y="35"/>
                    <a:pt x="0" y="35"/>
                    <a:pt x="0" y="34"/>
                  </a:cubicBezTo>
                  <a:cubicBezTo>
                    <a:pt x="0" y="34"/>
                    <a:pt x="0" y="33"/>
                    <a:pt x="0" y="33"/>
                  </a:cubicBezTo>
                  <a:cubicBezTo>
                    <a:pt x="2" y="30"/>
                    <a:pt x="4" y="27"/>
                    <a:pt x="7" y="25"/>
                  </a:cubicBezTo>
                  <a:cubicBezTo>
                    <a:pt x="8" y="24"/>
                    <a:pt x="8" y="23"/>
                    <a:pt x="9" y="22"/>
                  </a:cubicBezTo>
                  <a:cubicBezTo>
                    <a:pt x="10" y="22"/>
                    <a:pt x="10" y="21"/>
                    <a:pt x="10" y="21"/>
                  </a:cubicBezTo>
                  <a:cubicBezTo>
                    <a:pt x="10" y="21"/>
                    <a:pt x="11" y="20"/>
                    <a:pt x="11" y="19"/>
                  </a:cubicBezTo>
                  <a:cubicBezTo>
                    <a:pt x="12" y="19"/>
                    <a:pt x="12" y="19"/>
                    <a:pt x="12" y="18"/>
                  </a:cubicBezTo>
                  <a:cubicBezTo>
                    <a:pt x="13" y="18"/>
                    <a:pt x="13" y="17"/>
                    <a:pt x="14" y="16"/>
                  </a:cubicBezTo>
                  <a:cubicBezTo>
                    <a:pt x="14" y="16"/>
                    <a:pt x="15" y="15"/>
                    <a:pt x="15" y="15"/>
                  </a:cubicBezTo>
                  <a:cubicBezTo>
                    <a:pt x="16" y="13"/>
                    <a:pt x="17" y="12"/>
                    <a:pt x="18" y="11"/>
                  </a:cubicBezTo>
                  <a:cubicBezTo>
                    <a:pt x="19" y="10"/>
                    <a:pt x="19" y="9"/>
                    <a:pt x="20" y="9"/>
                  </a:cubicBezTo>
                  <a:cubicBezTo>
                    <a:pt x="22" y="7"/>
                    <a:pt x="23" y="4"/>
                    <a:pt x="25" y="3"/>
                  </a:cubicBezTo>
                  <a:cubicBezTo>
                    <a:pt x="25" y="3"/>
                    <a:pt x="26" y="3"/>
                    <a:pt x="26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Freeform 9"/>
            <p:cNvSpPr>
              <a:spLocks noEditPoints="1"/>
            </p:cNvSpPr>
            <p:nvPr/>
          </p:nvSpPr>
          <p:spPr bwMode="auto">
            <a:xfrm>
              <a:off x="5067300" y="2651125"/>
              <a:ext cx="201613" cy="306388"/>
            </a:xfrm>
            <a:custGeom>
              <a:avLst/>
              <a:gdLst>
                <a:gd name="T0" fmla="*/ 47 w 74"/>
                <a:gd name="T1" fmla="*/ 56 h 112"/>
                <a:gd name="T2" fmla="*/ 46 w 74"/>
                <a:gd name="T3" fmla="*/ 69 h 112"/>
                <a:gd name="T4" fmla="*/ 58 w 74"/>
                <a:gd name="T5" fmla="*/ 69 h 112"/>
                <a:gd name="T6" fmla="*/ 24 w 74"/>
                <a:gd name="T7" fmla="*/ 33 h 112"/>
                <a:gd name="T8" fmla="*/ 29 w 74"/>
                <a:gd name="T9" fmla="*/ 10 h 112"/>
                <a:gd name="T10" fmla="*/ 28 w 74"/>
                <a:gd name="T11" fmla="*/ 24 h 112"/>
                <a:gd name="T12" fmla="*/ 34 w 74"/>
                <a:gd name="T13" fmla="*/ 34 h 112"/>
                <a:gd name="T14" fmla="*/ 35 w 74"/>
                <a:gd name="T15" fmla="*/ 30 h 112"/>
                <a:gd name="T16" fmla="*/ 37 w 74"/>
                <a:gd name="T17" fmla="*/ 15 h 112"/>
                <a:gd name="T18" fmla="*/ 8 w 74"/>
                <a:gd name="T19" fmla="*/ 11 h 112"/>
                <a:gd name="T20" fmla="*/ 16 w 74"/>
                <a:gd name="T21" fmla="*/ 30 h 112"/>
                <a:gd name="T22" fmla="*/ 18 w 74"/>
                <a:gd name="T23" fmla="*/ 25 h 112"/>
                <a:gd name="T24" fmla="*/ 10 w 74"/>
                <a:gd name="T25" fmla="*/ 8 h 112"/>
                <a:gd name="T26" fmla="*/ 10 w 74"/>
                <a:gd name="T27" fmla="*/ 0 h 112"/>
                <a:gd name="T28" fmla="*/ 18 w 74"/>
                <a:gd name="T29" fmla="*/ 9 h 112"/>
                <a:gd name="T30" fmla="*/ 22 w 74"/>
                <a:gd name="T31" fmla="*/ 15 h 112"/>
                <a:gd name="T32" fmla="*/ 26 w 74"/>
                <a:gd name="T33" fmla="*/ 8 h 112"/>
                <a:gd name="T34" fmla="*/ 39 w 74"/>
                <a:gd name="T35" fmla="*/ 3 h 112"/>
                <a:gd name="T36" fmla="*/ 44 w 74"/>
                <a:gd name="T37" fmla="*/ 20 h 112"/>
                <a:gd name="T38" fmla="*/ 42 w 74"/>
                <a:gd name="T39" fmla="*/ 32 h 112"/>
                <a:gd name="T40" fmla="*/ 37 w 74"/>
                <a:gd name="T41" fmla="*/ 39 h 112"/>
                <a:gd name="T42" fmla="*/ 38 w 74"/>
                <a:gd name="T43" fmla="*/ 51 h 112"/>
                <a:gd name="T44" fmla="*/ 42 w 74"/>
                <a:gd name="T45" fmla="*/ 52 h 112"/>
                <a:gd name="T46" fmla="*/ 46 w 74"/>
                <a:gd name="T47" fmla="*/ 44 h 112"/>
                <a:gd name="T48" fmla="*/ 50 w 74"/>
                <a:gd name="T49" fmla="*/ 36 h 112"/>
                <a:gd name="T50" fmla="*/ 59 w 74"/>
                <a:gd name="T51" fmla="*/ 25 h 112"/>
                <a:gd name="T52" fmla="*/ 69 w 74"/>
                <a:gd name="T53" fmla="*/ 20 h 112"/>
                <a:gd name="T54" fmla="*/ 54 w 74"/>
                <a:gd name="T55" fmla="*/ 40 h 112"/>
                <a:gd name="T56" fmla="*/ 48 w 74"/>
                <a:gd name="T57" fmla="*/ 53 h 112"/>
                <a:gd name="T58" fmla="*/ 56 w 74"/>
                <a:gd name="T59" fmla="*/ 55 h 112"/>
                <a:gd name="T60" fmla="*/ 67 w 74"/>
                <a:gd name="T61" fmla="*/ 58 h 112"/>
                <a:gd name="T62" fmla="*/ 66 w 74"/>
                <a:gd name="T63" fmla="*/ 76 h 112"/>
                <a:gd name="T64" fmla="*/ 64 w 74"/>
                <a:gd name="T65" fmla="*/ 86 h 112"/>
                <a:gd name="T66" fmla="*/ 54 w 74"/>
                <a:gd name="T67" fmla="*/ 95 h 112"/>
                <a:gd name="T68" fmla="*/ 56 w 74"/>
                <a:gd name="T69" fmla="*/ 90 h 112"/>
                <a:gd name="T70" fmla="*/ 60 w 74"/>
                <a:gd name="T71" fmla="*/ 83 h 112"/>
                <a:gd name="T72" fmla="*/ 57 w 74"/>
                <a:gd name="T73" fmla="*/ 80 h 112"/>
                <a:gd name="T74" fmla="*/ 44 w 74"/>
                <a:gd name="T75" fmla="*/ 76 h 112"/>
                <a:gd name="T76" fmla="*/ 35 w 74"/>
                <a:gd name="T77" fmla="*/ 79 h 112"/>
                <a:gd name="T78" fmla="*/ 32 w 74"/>
                <a:gd name="T79" fmla="*/ 86 h 112"/>
                <a:gd name="T80" fmla="*/ 26 w 74"/>
                <a:gd name="T81" fmla="*/ 98 h 112"/>
                <a:gd name="T82" fmla="*/ 24 w 74"/>
                <a:gd name="T83" fmla="*/ 106 h 112"/>
                <a:gd name="T84" fmla="*/ 18 w 74"/>
                <a:gd name="T85" fmla="*/ 101 h 112"/>
                <a:gd name="T86" fmla="*/ 22 w 74"/>
                <a:gd name="T87" fmla="*/ 95 h 112"/>
                <a:gd name="T88" fmla="*/ 25 w 74"/>
                <a:gd name="T89" fmla="*/ 87 h 112"/>
                <a:gd name="T90" fmla="*/ 28 w 74"/>
                <a:gd name="T91" fmla="*/ 76 h 112"/>
                <a:gd name="T92" fmla="*/ 33 w 74"/>
                <a:gd name="T93" fmla="*/ 69 h 112"/>
                <a:gd name="T94" fmla="*/ 36 w 74"/>
                <a:gd name="T95" fmla="*/ 62 h 112"/>
                <a:gd name="T96" fmla="*/ 30 w 74"/>
                <a:gd name="T97" fmla="*/ 46 h 112"/>
                <a:gd name="T98" fmla="*/ 23 w 74"/>
                <a:gd name="T99" fmla="*/ 39 h 112"/>
                <a:gd name="T100" fmla="*/ 23 w 74"/>
                <a:gd name="T101" fmla="*/ 52 h 112"/>
                <a:gd name="T102" fmla="*/ 23 w 74"/>
                <a:gd name="T103" fmla="*/ 67 h 112"/>
                <a:gd name="T104" fmla="*/ 17 w 74"/>
                <a:gd name="T105" fmla="*/ 77 h 112"/>
                <a:gd name="T106" fmla="*/ 8 w 74"/>
                <a:gd name="T107" fmla="*/ 69 h 112"/>
                <a:gd name="T108" fmla="*/ 2 w 74"/>
                <a:gd name="T109" fmla="*/ 54 h 112"/>
                <a:gd name="T110" fmla="*/ 0 w 74"/>
                <a:gd name="T111" fmla="*/ 42 h 112"/>
                <a:gd name="T112" fmla="*/ 8 w 74"/>
                <a:gd name="T113" fmla="*/ 49 h 112"/>
                <a:gd name="T114" fmla="*/ 13 w 74"/>
                <a:gd name="T115" fmla="*/ 54 h 112"/>
                <a:gd name="T116" fmla="*/ 14 w 74"/>
                <a:gd name="T117" fmla="*/ 39 h 112"/>
                <a:gd name="T118" fmla="*/ 10 w 74"/>
                <a:gd name="T119" fmla="*/ 30 h 112"/>
                <a:gd name="T120" fmla="*/ 3 w 74"/>
                <a:gd name="T121" fmla="*/ 17 h 112"/>
                <a:gd name="T122" fmla="*/ 2 w 74"/>
                <a:gd name="T123" fmla="*/ 10 h 112"/>
                <a:gd name="T124" fmla="*/ 4 w 74"/>
                <a:gd name="T125" fmla="*/ 2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74" h="112">
                  <a:moveTo>
                    <a:pt x="65" y="61"/>
                  </a:moveTo>
                  <a:cubicBezTo>
                    <a:pt x="65" y="62"/>
                    <a:pt x="65" y="62"/>
                    <a:pt x="66" y="63"/>
                  </a:cubicBezTo>
                  <a:cubicBezTo>
                    <a:pt x="66" y="63"/>
                    <a:pt x="66" y="64"/>
                    <a:pt x="67" y="64"/>
                  </a:cubicBezTo>
                  <a:cubicBezTo>
                    <a:pt x="67" y="64"/>
                    <a:pt x="67" y="64"/>
                    <a:pt x="67" y="64"/>
                  </a:cubicBezTo>
                  <a:cubicBezTo>
                    <a:pt x="66" y="63"/>
                    <a:pt x="65" y="62"/>
                    <a:pt x="65" y="61"/>
                  </a:cubicBezTo>
                  <a:close/>
                  <a:moveTo>
                    <a:pt x="47" y="56"/>
                  </a:moveTo>
                  <a:cubicBezTo>
                    <a:pt x="47" y="57"/>
                    <a:pt x="47" y="57"/>
                    <a:pt x="47" y="58"/>
                  </a:cubicBezTo>
                  <a:cubicBezTo>
                    <a:pt x="46" y="59"/>
                    <a:pt x="46" y="60"/>
                    <a:pt x="46" y="60"/>
                  </a:cubicBezTo>
                  <a:cubicBezTo>
                    <a:pt x="46" y="61"/>
                    <a:pt x="45" y="61"/>
                    <a:pt x="45" y="62"/>
                  </a:cubicBezTo>
                  <a:cubicBezTo>
                    <a:pt x="45" y="62"/>
                    <a:pt x="44" y="64"/>
                    <a:pt x="44" y="65"/>
                  </a:cubicBezTo>
                  <a:cubicBezTo>
                    <a:pt x="44" y="66"/>
                    <a:pt x="45" y="67"/>
                    <a:pt x="45" y="68"/>
                  </a:cubicBezTo>
                  <a:cubicBezTo>
                    <a:pt x="46" y="68"/>
                    <a:pt x="46" y="69"/>
                    <a:pt x="46" y="69"/>
                  </a:cubicBezTo>
                  <a:cubicBezTo>
                    <a:pt x="46" y="69"/>
                    <a:pt x="46" y="70"/>
                    <a:pt x="46" y="70"/>
                  </a:cubicBezTo>
                  <a:cubicBezTo>
                    <a:pt x="47" y="71"/>
                    <a:pt x="50" y="75"/>
                    <a:pt x="50" y="75"/>
                  </a:cubicBezTo>
                  <a:cubicBezTo>
                    <a:pt x="51" y="75"/>
                    <a:pt x="51" y="75"/>
                    <a:pt x="51" y="75"/>
                  </a:cubicBezTo>
                  <a:cubicBezTo>
                    <a:pt x="51" y="74"/>
                    <a:pt x="52" y="74"/>
                    <a:pt x="53" y="74"/>
                  </a:cubicBezTo>
                  <a:cubicBezTo>
                    <a:pt x="53" y="73"/>
                    <a:pt x="55" y="72"/>
                    <a:pt x="56" y="71"/>
                  </a:cubicBezTo>
                  <a:cubicBezTo>
                    <a:pt x="56" y="70"/>
                    <a:pt x="57" y="69"/>
                    <a:pt x="58" y="69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66"/>
                    <a:pt x="56" y="63"/>
                    <a:pt x="54" y="61"/>
                  </a:cubicBezTo>
                  <a:cubicBezTo>
                    <a:pt x="54" y="61"/>
                    <a:pt x="53" y="61"/>
                    <a:pt x="53" y="60"/>
                  </a:cubicBezTo>
                  <a:cubicBezTo>
                    <a:pt x="52" y="60"/>
                    <a:pt x="51" y="60"/>
                    <a:pt x="51" y="59"/>
                  </a:cubicBezTo>
                  <a:cubicBezTo>
                    <a:pt x="50" y="58"/>
                    <a:pt x="49" y="56"/>
                    <a:pt x="47" y="56"/>
                  </a:cubicBezTo>
                  <a:close/>
                  <a:moveTo>
                    <a:pt x="24" y="33"/>
                  </a:moveTo>
                  <a:cubicBezTo>
                    <a:pt x="24" y="33"/>
                    <a:pt x="24" y="34"/>
                    <a:pt x="24" y="34"/>
                  </a:cubicBezTo>
                  <a:cubicBezTo>
                    <a:pt x="24" y="34"/>
                    <a:pt x="24" y="35"/>
                    <a:pt x="24" y="35"/>
                  </a:cubicBezTo>
                  <a:cubicBezTo>
                    <a:pt x="24" y="35"/>
                    <a:pt x="25" y="35"/>
                    <a:pt x="25" y="35"/>
                  </a:cubicBezTo>
                  <a:cubicBezTo>
                    <a:pt x="25" y="34"/>
                    <a:pt x="24" y="34"/>
                    <a:pt x="24" y="33"/>
                  </a:cubicBezTo>
                  <a:close/>
                  <a:moveTo>
                    <a:pt x="30" y="8"/>
                  </a:moveTo>
                  <a:cubicBezTo>
                    <a:pt x="30" y="9"/>
                    <a:pt x="29" y="9"/>
                    <a:pt x="29" y="10"/>
                  </a:cubicBezTo>
                  <a:cubicBezTo>
                    <a:pt x="28" y="11"/>
                    <a:pt x="28" y="12"/>
                    <a:pt x="28" y="13"/>
                  </a:cubicBezTo>
                  <a:cubicBezTo>
                    <a:pt x="28" y="13"/>
                    <a:pt x="28" y="14"/>
                    <a:pt x="27" y="14"/>
                  </a:cubicBezTo>
                  <a:cubicBezTo>
                    <a:pt x="27" y="15"/>
                    <a:pt x="27" y="16"/>
                    <a:pt x="27" y="16"/>
                  </a:cubicBezTo>
                  <a:cubicBezTo>
                    <a:pt x="27" y="17"/>
                    <a:pt x="27" y="18"/>
                    <a:pt x="26" y="19"/>
                  </a:cubicBezTo>
                  <a:cubicBezTo>
                    <a:pt x="26" y="19"/>
                    <a:pt x="26" y="20"/>
                    <a:pt x="26" y="21"/>
                  </a:cubicBezTo>
                  <a:cubicBezTo>
                    <a:pt x="26" y="22"/>
                    <a:pt x="27" y="23"/>
                    <a:pt x="28" y="24"/>
                  </a:cubicBezTo>
                  <a:cubicBezTo>
                    <a:pt x="28" y="25"/>
                    <a:pt x="29" y="25"/>
                    <a:pt x="29" y="26"/>
                  </a:cubicBezTo>
                  <a:cubicBezTo>
                    <a:pt x="29" y="27"/>
                    <a:pt x="30" y="28"/>
                    <a:pt x="30" y="28"/>
                  </a:cubicBezTo>
                  <a:cubicBezTo>
                    <a:pt x="31" y="29"/>
                    <a:pt x="31" y="30"/>
                    <a:pt x="32" y="30"/>
                  </a:cubicBezTo>
                  <a:cubicBezTo>
                    <a:pt x="32" y="31"/>
                    <a:pt x="33" y="32"/>
                    <a:pt x="33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4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3"/>
                  </a:cubicBezTo>
                  <a:cubicBezTo>
                    <a:pt x="34" y="33"/>
                    <a:pt x="34" y="33"/>
                    <a:pt x="34" y="32"/>
                  </a:cubicBezTo>
                  <a:cubicBezTo>
                    <a:pt x="34" y="32"/>
                    <a:pt x="34" y="31"/>
                    <a:pt x="34" y="31"/>
                  </a:cubicBezTo>
                  <a:cubicBezTo>
                    <a:pt x="35" y="31"/>
                    <a:pt x="35" y="30"/>
                    <a:pt x="35" y="30"/>
                  </a:cubicBezTo>
                  <a:cubicBezTo>
                    <a:pt x="36" y="29"/>
                    <a:pt x="36" y="28"/>
                    <a:pt x="36" y="27"/>
                  </a:cubicBezTo>
                  <a:cubicBezTo>
                    <a:pt x="36" y="26"/>
                    <a:pt x="35" y="25"/>
                    <a:pt x="35" y="24"/>
                  </a:cubicBezTo>
                  <a:cubicBezTo>
                    <a:pt x="36" y="23"/>
                    <a:pt x="36" y="23"/>
                    <a:pt x="37" y="22"/>
                  </a:cubicBezTo>
                  <a:cubicBezTo>
                    <a:pt x="36" y="21"/>
                    <a:pt x="36" y="20"/>
                    <a:pt x="36" y="18"/>
                  </a:cubicBezTo>
                  <a:cubicBezTo>
                    <a:pt x="36" y="18"/>
                    <a:pt x="36" y="18"/>
                    <a:pt x="37" y="17"/>
                  </a:cubicBezTo>
                  <a:cubicBezTo>
                    <a:pt x="37" y="17"/>
                    <a:pt x="36" y="16"/>
                    <a:pt x="37" y="15"/>
                  </a:cubicBezTo>
                  <a:cubicBezTo>
                    <a:pt x="37" y="15"/>
                    <a:pt x="37" y="14"/>
                    <a:pt x="37" y="14"/>
                  </a:cubicBezTo>
                  <a:cubicBezTo>
                    <a:pt x="37" y="12"/>
                    <a:pt x="36" y="10"/>
                    <a:pt x="34" y="8"/>
                  </a:cubicBezTo>
                  <a:cubicBezTo>
                    <a:pt x="33" y="7"/>
                    <a:pt x="32" y="7"/>
                    <a:pt x="30" y="8"/>
                  </a:cubicBezTo>
                  <a:close/>
                  <a:moveTo>
                    <a:pt x="8" y="6"/>
                  </a:moveTo>
                  <a:cubicBezTo>
                    <a:pt x="8" y="6"/>
                    <a:pt x="8" y="6"/>
                    <a:pt x="8" y="7"/>
                  </a:cubicBezTo>
                  <a:cubicBezTo>
                    <a:pt x="7" y="8"/>
                    <a:pt x="8" y="10"/>
                    <a:pt x="8" y="11"/>
                  </a:cubicBezTo>
                  <a:cubicBezTo>
                    <a:pt x="8" y="12"/>
                    <a:pt x="8" y="14"/>
                    <a:pt x="8" y="15"/>
                  </a:cubicBezTo>
                  <a:cubicBezTo>
                    <a:pt x="9" y="16"/>
                    <a:pt x="9" y="17"/>
                    <a:pt x="10" y="18"/>
                  </a:cubicBezTo>
                  <a:cubicBezTo>
                    <a:pt x="10" y="19"/>
                    <a:pt x="10" y="20"/>
                    <a:pt x="10" y="21"/>
                  </a:cubicBezTo>
                  <a:cubicBezTo>
                    <a:pt x="11" y="21"/>
                    <a:pt x="11" y="22"/>
                    <a:pt x="11" y="22"/>
                  </a:cubicBezTo>
                  <a:cubicBezTo>
                    <a:pt x="12" y="23"/>
                    <a:pt x="13" y="25"/>
                    <a:pt x="13" y="26"/>
                  </a:cubicBezTo>
                  <a:cubicBezTo>
                    <a:pt x="14" y="28"/>
                    <a:pt x="15" y="29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30"/>
                    <a:pt x="16" y="30"/>
                    <a:pt x="16" y="30"/>
                  </a:cubicBezTo>
                  <a:cubicBezTo>
                    <a:pt x="16" y="29"/>
                    <a:pt x="16" y="29"/>
                    <a:pt x="16" y="28"/>
                  </a:cubicBezTo>
                  <a:cubicBezTo>
                    <a:pt x="16" y="28"/>
                    <a:pt x="17" y="28"/>
                    <a:pt x="17" y="27"/>
                  </a:cubicBezTo>
                  <a:cubicBezTo>
                    <a:pt x="17" y="26"/>
                    <a:pt x="16" y="26"/>
                    <a:pt x="17" y="25"/>
                  </a:cubicBezTo>
                  <a:cubicBezTo>
                    <a:pt x="17" y="25"/>
                    <a:pt x="18" y="25"/>
                    <a:pt x="18" y="25"/>
                  </a:cubicBezTo>
                  <a:cubicBezTo>
                    <a:pt x="17" y="25"/>
                    <a:pt x="17" y="24"/>
                    <a:pt x="17" y="24"/>
                  </a:cubicBezTo>
                  <a:cubicBezTo>
                    <a:pt x="18" y="23"/>
                    <a:pt x="18" y="23"/>
                    <a:pt x="18" y="22"/>
                  </a:cubicBezTo>
                  <a:cubicBezTo>
                    <a:pt x="18" y="21"/>
                    <a:pt x="17" y="21"/>
                    <a:pt x="17" y="20"/>
                  </a:cubicBezTo>
                  <a:cubicBezTo>
                    <a:pt x="16" y="19"/>
                    <a:pt x="16" y="18"/>
                    <a:pt x="15" y="17"/>
                  </a:cubicBezTo>
                  <a:cubicBezTo>
                    <a:pt x="14" y="16"/>
                    <a:pt x="14" y="15"/>
                    <a:pt x="14" y="14"/>
                  </a:cubicBezTo>
                  <a:cubicBezTo>
                    <a:pt x="13" y="12"/>
                    <a:pt x="11" y="10"/>
                    <a:pt x="10" y="8"/>
                  </a:cubicBezTo>
                  <a:cubicBezTo>
                    <a:pt x="9" y="8"/>
                    <a:pt x="9" y="7"/>
                    <a:pt x="9" y="7"/>
                  </a:cubicBezTo>
                  <a:cubicBezTo>
                    <a:pt x="8" y="6"/>
                    <a:pt x="8" y="6"/>
                    <a:pt x="8" y="6"/>
                  </a:cubicBezTo>
                  <a:close/>
                  <a:moveTo>
                    <a:pt x="4" y="2"/>
                  </a:moveTo>
                  <a:cubicBezTo>
                    <a:pt x="5" y="1"/>
                    <a:pt x="7" y="0"/>
                    <a:pt x="8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1" y="1"/>
                    <a:pt x="11" y="1"/>
                    <a:pt x="11" y="1"/>
                  </a:cubicBezTo>
                  <a:cubicBezTo>
                    <a:pt x="12" y="1"/>
                    <a:pt x="13" y="2"/>
                    <a:pt x="13" y="2"/>
                  </a:cubicBezTo>
                  <a:cubicBezTo>
                    <a:pt x="14" y="3"/>
                    <a:pt x="14" y="3"/>
                    <a:pt x="15" y="4"/>
                  </a:cubicBezTo>
                  <a:cubicBezTo>
                    <a:pt x="15" y="5"/>
                    <a:pt x="16" y="5"/>
                    <a:pt x="16" y="6"/>
                  </a:cubicBezTo>
                  <a:cubicBezTo>
                    <a:pt x="17" y="6"/>
                    <a:pt x="17" y="7"/>
                    <a:pt x="18" y="7"/>
                  </a:cubicBezTo>
                  <a:cubicBezTo>
                    <a:pt x="18" y="8"/>
                    <a:pt x="18" y="8"/>
                    <a:pt x="18" y="9"/>
                  </a:cubicBezTo>
                  <a:cubicBezTo>
                    <a:pt x="19" y="10"/>
                    <a:pt x="19" y="10"/>
                    <a:pt x="19" y="11"/>
                  </a:cubicBezTo>
                  <a:cubicBezTo>
                    <a:pt x="20" y="11"/>
                    <a:pt x="20" y="12"/>
                    <a:pt x="20" y="12"/>
                  </a:cubicBezTo>
                  <a:cubicBezTo>
                    <a:pt x="20" y="12"/>
                    <a:pt x="20" y="13"/>
                    <a:pt x="21" y="13"/>
                  </a:cubicBezTo>
                  <a:cubicBezTo>
                    <a:pt x="21" y="13"/>
                    <a:pt x="21" y="14"/>
                    <a:pt x="21" y="14"/>
                  </a:cubicBezTo>
                  <a:cubicBezTo>
                    <a:pt x="21" y="14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4"/>
                    <a:pt x="22" y="13"/>
                    <a:pt x="22" y="12"/>
                  </a:cubicBezTo>
                  <a:cubicBezTo>
                    <a:pt x="23" y="11"/>
                    <a:pt x="24" y="11"/>
                    <a:pt x="24" y="10"/>
                  </a:cubicBezTo>
                  <a:cubicBezTo>
                    <a:pt x="24" y="10"/>
                    <a:pt x="25" y="9"/>
                    <a:pt x="25" y="9"/>
                  </a:cubicBezTo>
                  <a:cubicBezTo>
                    <a:pt x="25" y="9"/>
                    <a:pt x="25" y="8"/>
                    <a:pt x="26" y="8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27" y="6"/>
                    <a:pt x="28" y="6"/>
                    <a:pt x="29" y="5"/>
                  </a:cubicBezTo>
                  <a:cubicBezTo>
                    <a:pt x="30" y="4"/>
                    <a:pt x="31" y="3"/>
                    <a:pt x="32" y="3"/>
                  </a:cubicBezTo>
                  <a:cubicBezTo>
                    <a:pt x="33" y="2"/>
                    <a:pt x="34" y="2"/>
                    <a:pt x="34" y="2"/>
                  </a:cubicBezTo>
                  <a:cubicBezTo>
                    <a:pt x="35" y="2"/>
                    <a:pt x="35" y="2"/>
                    <a:pt x="35" y="2"/>
                  </a:cubicBezTo>
                  <a:cubicBezTo>
                    <a:pt x="36" y="2"/>
                    <a:pt x="38" y="2"/>
                    <a:pt x="39" y="3"/>
                  </a:cubicBezTo>
                  <a:cubicBezTo>
                    <a:pt x="40" y="3"/>
                    <a:pt x="43" y="7"/>
                    <a:pt x="44" y="8"/>
                  </a:cubicBezTo>
                  <a:cubicBezTo>
                    <a:pt x="44" y="9"/>
                    <a:pt x="44" y="10"/>
                    <a:pt x="44" y="11"/>
                  </a:cubicBezTo>
                  <a:cubicBezTo>
                    <a:pt x="44" y="11"/>
                    <a:pt x="44" y="12"/>
                    <a:pt x="44" y="12"/>
                  </a:cubicBezTo>
                  <a:cubicBezTo>
                    <a:pt x="45" y="13"/>
                    <a:pt x="44" y="13"/>
                    <a:pt x="44" y="14"/>
                  </a:cubicBezTo>
                  <a:cubicBezTo>
                    <a:pt x="44" y="14"/>
                    <a:pt x="44" y="15"/>
                    <a:pt x="45" y="15"/>
                  </a:cubicBezTo>
                  <a:cubicBezTo>
                    <a:pt x="44" y="17"/>
                    <a:pt x="44" y="19"/>
                    <a:pt x="44" y="20"/>
                  </a:cubicBezTo>
                  <a:cubicBezTo>
                    <a:pt x="44" y="21"/>
                    <a:pt x="44" y="23"/>
                    <a:pt x="44" y="24"/>
                  </a:cubicBezTo>
                  <a:cubicBezTo>
                    <a:pt x="44" y="25"/>
                    <a:pt x="44" y="26"/>
                    <a:pt x="44" y="26"/>
                  </a:cubicBezTo>
                  <a:cubicBezTo>
                    <a:pt x="44" y="27"/>
                    <a:pt x="44" y="27"/>
                    <a:pt x="44" y="28"/>
                  </a:cubicBezTo>
                  <a:cubicBezTo>
                    <a:pt x="43" y="28"/>
                    <a:pt x="43" y="29"/>
                    <a:pt x="43" y="29"/>
                  </a:cubicBezTo>
                  <a:cubicBezTo>
                    <a:pt x="43" y="30"/>
                    <a:pt x="43" y="30"/>
                    <a:pt x="42" y="30"/>
                  </a:cubicBezTo>
                  <a:cubicBezTo>
                    <a:pt x="42" y="31"/>
                    <a:pt x="42" y="31"/>
                    <a:pt x="42" y="32"/>
                  </a:cubicBezTo>
                  <a:cubicBezTo>
                    <a:pt x="42" y="32"/>
                    <a:pt x="41" y="32"/>
                    <a:pt x="41" y="33"/>
                  </a:cubicBezTo>
                  <a:cubicBezTo>
                    <a:pt x="41" y="33"/>
                    <a:pt x="41" y="34"/>
                    <a:pt x="41" y="34"/>
                  </a:cubicBezTo>
                  <a:cubicBezTo>
                    <a:pt x="40" y="34"/>
                    <a:pt x="40" y="35"/>
                    <a:pt x="40" y="35"/>
                  </a:cubicBezTo>
                  <a:cubicBezTo>
                    <a:pt x="40" y="35"/>
                    <a:pt x="39" y="36"/>
                    <a:pt x="39" y="36"/>
                  </a:cubicBezTo>
                  <a:cubicBezTo>
                    <a:pt x="38" y="37"/>
                    <a:pt x="38" y="37"/>
                    <a:pt x="38" y="38"/>
                  </a:cubicBezTo>
                  <a:cubicBezTo>
                    <a:pt x="37" y="38"/>
                    <a:pt x="37" y="38"/>
                    <a:pt x="37" y="39"/>
                  </a:cubicBezTo>
                  <a:cubicBezTo>
                    <a:pt x="36" y="39"/>
                    <a:pt x="36" y="43"/>
                    <a:pt x="36" y="43"/>
                  </a:cubicBezTo>
                  <a:cubicBezTo>
                    <a:pt x="36" y="44"/>
                    <a:pt x="37" y="45"/>
                    <a:pt x="37" y="45"/>
                  </a:cubicBezTo>
                  <a:cubicBezTo>
                    <a:pt x="37" y="46"/>
                    <a:pt x="36" y="46"/>
                    <a:pt x="36" y="47"/>
                  </a:cubicBezTo>
                  <a:cubicBezTo>
                    <a:pt x="36" y="47"/>
                    <a:pt x="37" y="48"/>
                    <a:pt x="37" y="48"/>
                  </a:cubicBezTo>
                  <a:cubicBezTo>
                    <a:pt x="37" y="49"/>
                    <a:pt x="37" y="49"/>
                    <a:pt x="37" y="50"/>
                  </a:cubicBezTo>
                  <a:cubicBezTo>
                    <a:pt x="37" y="50"/>
                    <a:pt x="38" y="51"/>
                    <a:pt x="38" y="51"/>
                  </a:cubicBezTo>
                  <a:cubicBezTo>
                    <a:pt x="38" y="52"/>
                    <a:pt x="39" y="54"/>
                    <a:pt x="39" y="55"/>
                  </a:cubicBezTo>
                  <a:cubicBezTo>
                    <a:pt x="39" y="55"/>
                    <a:pt x="39" y="56"/>
                    <a:pt x="39" y="56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40" y="56"/>
                    <a:pt x="40" y="55"/>
                    <a:pt x="41" y="55"/>
                  </a:cubicBezTo>
                  <a:cubicBezTo>
                    <a:pt x="41" y="55"/>
                    <a:pt x="41" y="54"/>
                    <a:pt x="41" y="54"/>
                  </a:cubicBezTo>
                  <a:cubicBezTo>
                    <a:pt x="41" y="53"/>
                    <a:pt x="41" y="52"/>
                    <a:pt x="42" y="52"/>
                  </a:cubicBezTo>
                  <a:cubicBezTo>
                    <a:pt x="42" y="51"/>
                    <a:pt x="42" y="51"/>
                    <a:pt x="42" y="50"/>
                  </a:cubicBezTo>
                  <a:cubicBezTo>
                    <a:pt x="42" y="50"/>
                    <a:pt x="43" y="49"/>
                    <a:pt x="43" y="49"/>
                  </a:cubicBezTo>
                  <a:cubicBezTo>
                    <a:pt x="43" y="48"/>
                    <a:pt x="43" y="48"/>
                    <a:pt x="44" y="47"/>
                  </a:cubicBezTo>
                  <a:cubicBezTo>
                    <a:pt x="44" y="47"/>
                    <a:pt x="44" y="46"/>
                    <a:pt x="45" y="46"/>
                  </a:cubicBezTo>
                  <a:cubicBezTo>
                    <a:pt x="45" y="46"/>
                    <a:pt x="45" y="45"/>
                    <a:pt x="45" y="45"/>
                  </a:cubicBezTo>
                  <a:cubicBezTo>
                    <a:pt x="45" y="44"/>
                    <a:pt x="46" y="44"/>
                    <a:pt x="46" y="44"/>
                  </a:cubicBezTo>
                  <a:cubicBezTo>
                    <a:pt x="47" y="43"/>
                    <a:pt x="46" y="42"/>
                    <a:pt x="47" y="41"/>
                  </a:cubicBezTo>
                  <a:cubicBezTo>
                    <a:pt x="48" y="41"/>
                    <a:pt x="48" y="40"/>
                    <a:pt x="48" y="40"/>
                  </a:cubicBezTo>
                  <a:cubicBezTo>
                    <a:pt x="48" y="40"/>
                    <a:pt x="48" y="39"/>
                    <a:pt x="48" y="39"/>
                  </a:cubicBezTo>
                  <a:cubicBezTo>
                    <a:pt x="48" y="39"/>
                    <a:pt x="49" y="38"/>
                    <a:pt x="49" y="38"/>
                  </a:cubicBezTo>
                  <a:cubicBezTo>
                    <a:pt x="49" y="37"/>
                    <a:pt x="50" y="37"/>
                    <a:pt x="50" y="37"/>
                  </a:cubicBezTo>
                  <a:cubicBezTo>
                    <a:pt x="50" y="37"/>
                    <a:pt x="50" y="36"/>
                    <a:pt x="50" y="36"/>
                  </a:cubicBezTo>
                  <a:cubicBezTo>
                    <a:pt x="50" y="35"/>
                    <a:pt x="51" y="35"/>
                    <a:pt x="52" y="34"/>
                  </a:cubicBezTo>
                  <a:cubicBezTo>
                    <a:pt x="52" y="33"/>
                    <a:pt x="53" y="32"/>
                    <a:pt x="54" y="31"/>
                  </a:cubicBezTo>
                  <a:cubicBezTo>
                    <a:pt x="54" y="31"/>
                    <a:pt x="55" y="30"/>
                    <a:pt x="56" y="29"/>
                  </a:cubicBezTo>
                  <a:cubicBezTo>
                    <a:pt x="56" y="29"/>
                    <a:pt x="57" y="28"/>
                    <a:pt x="57" y="28"/>
                  </a:cubicBezTo>
                  <a:cubicBezTo>
                    <a:pt x="57" y="27"/>
                    <a:pt x="57" y="27"/>
                    <a:pt x="58" y="26"/>
                  </a:cubicBezTo>
                  <a:cubicBezTo>
                    <a:pt x="58" y="26"/>
                    <a:pt x="59" y="25"/>
                    <a:pt x="59" y="25"/>
                  </a:cubicBezTo>
                  <a:cubicBezTo>
                    <a:pt x="60" y="24"/>
                    <a:pt x="61" y="23"/>
                    <a:pt x="62" y="22"/>
                  </a:cubicBezTo>
                  <a:cubicBezTo>
                    <a:pt x="63" y="22"/>
                    <a:pt x="63" y="22"/>
                    <a:pt x="63" y="21"/>
                  </a:cubicBezTo>
                  <a:cubicBezTo>
                    <a:pt x="64" y="20"/>
                    <a:pt x="66" y="19"/>
                    <a:pt x="67" y="20"/>
                  </a:cubicBezTo>
                  <a:cubicBezTo>
                    <a:pt x="67" y="20"/>
                    <a:pt x="67" y="20"/>
                    <a:pt x="67" y="20"/>
                  </a:cubicBezTo>
                  <a:cubicBezTo>
                    <a:pt x="68" y="20"/>
                    <a:pt x="69" y="19"/>
                    <a:pt x="69" y="20"/>
                  </a:cubicBezTo>
                  <a:cubicBezTo>
                    <a:pt x="69" y="20"/>
                    <a:pt x="69" y="20"/>
                    <a:pt x="69" y="20"/>
                  </a:cubicBezTo>
                  <a:cubicBezTo>
                    <a:pt x="68" y="21"/>
                    <a:pt x="67" y="22"/>
                    <a:pt x="66" y="24"/>
                  </a:cubicBezTo>
                  <a:cubicBezTo>
                    <a:pt x="65" y="25"/>
                    <a:pt x="65" y="26"/>
                    <a:pt x="64" y="27"/>
                  </a:cubicBezTo>
                  <a:cubicBezTo>
                    <a:pt x="63" y="29"/>
                    <a:pt x="61" y="29"/>
                    <a:pt x="59" y="31"/>
                  </a:cubicBezTo>
                  <a:cubicBezTo>
                    <a:pt x="58" y="32"/>
                    <a:pt x="58" y="34"/>
                    <a:pt x="57" y="36"/>
                  </a:cubicBezTo>
                  <a:cubicBezTo>
                    <a:pt x="56" y="36"/>
                    <a:pt x="55" y="37"/>
                    <a:pt x="55" y="37"/>
                  </a:cubicBezTo>
                  <a:cubicBezTo>
                    <a:pt x="55" y="38"/>
                    <a:pt x="55" y="39"/>
                    <a:pt x="54" y="40"/>
                  </a:cubicBezTo>
                  <a:cubicBezTo>
                    <a:pt x="54" y="41"/>
                    <a:pt x="53" y="42"/>
                    <a:pt x="52" y="43"/>
                  </a:cubicBezTo>
                  <a:cubicBezTo>
                    <a:pt x="52" y="43"/>
                    <a:pt x="52" y="44"/>
                    <a:pt x="52" y="45"/>
                  </a:cubicBezTo>
                  <a:cubicBezTo>
                    <a:pt x="52" y="45"/>
                    <a:pt x="51" y="45"/>
                    <a:pt x="51" y="46"/>
                  </a:cubicBezTo>
                  <a:cubicBezTo>
                    <a:pt x="51" y="46"/>
                    <a:pt x="51" y="47"/>
                    <a:pt x="51" y="48"/>
                  </a:cubicBezTo>
                  <a:cubicBezTo>
                    <a:pt x="50" y="49"/>
                    <a:pt x="50" y="49"/>
                    <a:pt x="50" y="50"/>
                  </a:cubicBezTo>
                  <a:cubicBezTo>
                    <a:pt x="49" y="51"/>
                    <a:pt x="49" y="52"/>
                    <a:pt x="48" y="53"/>
                  </a:cubicBezTo>
                  <a:cubicBezTo>
                    <a:pt x="49" y="53"/>
                    <a:pt x="49" y="53"/>
                    <a:pt x="48" y="53"/>
                  </a:cubicBezTo>
                  <a:cubicBezTo>
                    <a:pt x="48" y="53"/>
                    <a:pt x="49" y="53"/>
                    <a:pt x="49" y="53"/>
                  </a:cubicBezTo>
                  <a:cubicBezTo>
                    <a:pt x="50" y="53"/>
                    <a:pt x="52" y="53"/>
                    <a:pt x="53" y="54"/>
                  </a:cubicBezTo>
                  <a:cubicBezTo>
                    <a:pt x="53" y="54"/>
                    <a:pt x="53" y="54"/>
                    <a:pt x="54" y="54"/>
                  </a:cubicBezTo>
                  <a:cubicBezTo>
                    <a:pt x="54" y="54"/>
                    <a:pt x="55" y="55"/>
                    <a:pt x="55" y="55"/>
                  </a:cubicBezTo>
                  <a:cubicBezTo>
                    <a:pt x="56" y="55"/>
                    <a:pt x="56" y="55"/>
                    <a:pt x="56" y="55"/>
                  </a:cubicBezTo>
                  <a:cubicBezTo>
                    <a:pt x="57" y="55"/>
                    <a:pt x="57" y="55"/>
                    <a:pt x="57" y="55"/>
                  </a:cubicBezTo>
                  <a:cubicBezTo>
                    <a:pt x="58" y="56"/>
                    <a:pt x="58" y="56"/>
                    <a:pt x="59" y="56"/>
                  </a:cubicBezTo>
                  <a:cubicBezTo>
                    <a:pt x="59" y="56"/>
                    <a:pt x="60" y="56"/>
                    <a:pt x="60" y="56"/>
                  </a:cubicBezTo>
                  <a:cubicBezTo>
                    <a:pt x="61" y="57"/>
                    <a:pt x="61" y="58"/>
                    <a:pt x="62" y="58"/>
                  </a:cubicBezTo>
                  <a:cubicBezTo>
                    <a:pt x="63" y="58"/>
                    <a:pt x="63" y="58"/>
                    <a:pt x="64" y="58"/>
                  </a:cubicBezTo>
                  <a:cubicBezTo>
                    <a:pt x="65" y="58"/>
                    <a:pt x="66" y="58"/>
                    <a:pt x="67" y="58"/>
                  </a:cubicBezTo>
                  <a:cubicBezTo>
                    <a:pt x="67" y="59"/>
                    <a:pt x="68" y="59"/>
                    <a:pt x="69" y="60"/>
                  </a:cubicBezTo>
                  <a:cubicBezTo>
                    <a:pt x="70" y="60"/>
                    <a:pt x="71" y="60"/>
                    <a:pt x="72" y="60"/>
                  </a:cubicBezTo>
                  <a:cubicBezTo>
                    <a:pt x="73" y="61"/>
                    <a:pt x="74" y="63"/>
                    <a:pt x="74" y="64"/>
                  </a:cubicBezTo>
                  <a:cubicBezTo>
                    <a:pt x="74" y="67"/>
                    <a:pt x="68" y="69"/>
                    <a:pt x="66" y="72"/>
                  </a:cubicBezTo>
                  <a:cubicBezTo>
                    <a:pt x="66" y="72"/>
                    <a:pt x="66" y="74"/>
                    <a:pt x="66" y="74"/>
                  </a:cubicBezTo>
                  <a:cubicBezTo>
                    <a:pt x="66" y="75"/>
                    <a:pt x="66" y="75"/>
                    <a:pt x="66" y="76"/>
                  </a:cubicBezTo>
                  <a:cubicBezTo>
                    <a:pt x="66" y="77"/>
                    <a:pt x="66" y="77"/>
                    <a:pt x="66" y="78"/>
                  </a:cubicBezTo>
                  <a:cubicBezTo>
                    <a:pt x="66" y="79"/>
                    <a:pt x="66" y="80"/>
                    <a:pt x="66" y="80"/>
                  </a:cubicBezTo>
                  <a:cubicBezTo>
                    <a:pt x="66" y="81"/>
                    <a:pt x="65" y="82"/>
                    <a:pt x="65" y="82"/>
                  </a:cubicBezTo>
                  <a:cubicBezTo>
                    <a:pt x="65" y="83"/>
                    <a:pt x="65" y="83"/>
                    <a:pt x="65" y="84"/>
                  </a:cubicBezTo>
                  <a:cubicBezTo>
                    <a:pt x="65" y="84"/>
                    <a:pt x="65" y="84"/>
                    <a:pt x="64" y="85"/>
                  </a:cubicBezTo>
                  <a:cubicBezTo>
                    <a:pt x="64" y="85"/>
                    <a:pt x="64" y="86"/>
                    <a:pt x="64" y="86"/>
                  </a:cubicBezTo>
                  <a:cubicBezTo>
                    <a:pt x="63" y="87"/>
                    <a:pt x="63" y="88"/>
                    <a:pt x="62" y="89"/>
                  </a:cubicBezTo>
                  <a:cubicBezTo>
                    <a:pt x="62" y="89"/>
                    <a:pt x="62" y="89"/>
                    <a:pt x="61" y="89"/>
                  </a:cubicBezTo>
                  <a:cubicBezTo>
                    <a:pt x="61" y="90"/>
                    <a:pt x="61" y="90"/>
                    <a:pt x="60" y="90"/>
                  </a:cubicBezTo>
                  <a:cubicBezTo>
                    <a:pt x="60" y="91"/>
                    <a:pt x="60" y="91"/>
                    <a:pt x="60" y="92"/>
                  </a:cubicBezTo>
                  <a:cubicBezTo>
                    <a:pt x="59" y="93"/>
                    <a:pt x="57" y="94"/>
                    <a:pt x="56" y="95"/>
                  </a:cubicBezTo>
                  <a:cubicBezTo>
                    <a:pt x="55" y="95"/>
                    <a:pt x="55" y="95"/>
                    <a:pt x="54" y="95"/>
                  </a:cubicBezTo>
                  <a:cubicBezTo>
                    <a:pt x="54" y="95"/>
                    <a:pt x="53" y="96"/>
                    <a:pt x="53" y="96"/>
                  </a:cubicBezTo>
                  <a:cubicBezTo>
                    <a:pt x="53" y="96"/>
                    <a:pt x="52" y="96"/>
                    <a:pt x="52" y="96"/>
                  </a:cubicBezTo>
                  <a:cubicBezTo>
                    <a:pt x="52" y="96"/>
                    <a:pt x="51" y="95"/>
                    <a:pt x="51" y="95"/>
                  </a:cubicBezTo>
                  <a:cubicBezTo>
                    <a:pt x="51" y="94"/>
                    <a:pt x="52" y="94"/>
                    <a:pt x="53" y="93"/>
                  </a:cubicBezTo>
                  <a:cubicBezTo>
                    <a:pt x="53" y="93"/>
                    <a:pt x="53" y="93"/>
                    <a:pt x="53" y="93"/>
                  </a:cubicBezTo>
                  <a:cubicBezTo>
                    <a:pt x="54" y="92"/>
                    <a:pt x="56" y="91"/>
                    <a:pt x="56" y="90"/>
                  </a:cubicBezTo>
                  <a:cubicBezTo>
                    <a:pt x="56" y="90"/>
                    <a:pt x="57" y="90"/>
                    <a:pt x="57" y="89"/>
                  </a:cubicBezTo>
                  <a:cubicBezTo>
                    <a:pt x="57" y="89"/>
                    <a:pt x="57" y="89"/>
                    <a:pt x="57" y="88"/>
                  </a:cubicBezTo>
                  <a:cubicBezTo>
                    <a:pt x="58" y="88"/>
                    <a:pt x="58" y="87"/>
                    <a:pt x="59" y="87"/>
                  </a:cubicBezTo>
                  <a:cubicBezTo>
                    <a:pt x="59" y="87"/>
                    <a:pt x="59" y="87"/>
                    <a:pt x="59" y="86"/>
                  </a:cubicBezTo>
                  <a:cubicBezTo>
                    <a:pt x="59" y="86"/>
                    <a:pt x="59" y="85"/>
                    <a:pt x="60" y="84"/>
                  </a:cubicBezTo>
                  <a:cubicBezTo>
                    <a:pt x="60" y="84"/>
                    <a:pt x="60" y="83"/>
                    <a:pt x="60" y="83"/>
                  </a:cubicBezTo>
                  <a:cubicBezTo>
                    <a:pt x="60" y="82"/>
                    <a:pt x="61" y="82"/>
                    <a:pt x="61" y="82"/>
                  </a:cubicBezTo>
                  <a:cubicBezTo>
                    <a:pt x="61" y="81"/>
                    <a:pt x="61" y="81"/>
                    <a:pt x="61" y="80"/>
                  </a:cubicBezTo>
                  <a:cubicBezTo>
                    <a:pt x="61" y="80"/>
                    <a:pt x="61" y="79"/>
                    <a:pt x="61" y="79"/>
                  </a:cubicBezTo>
                  <a:cubicBezTo>
                    <a:pt x="61" y="78"/>
                    <a:pt x="61" y="77"/>
                    <a:pt x="61" y="76"/>
                  </a:cubicBezTo>
                  <a:cubicBezTo>
                    <a:pt x="60" y="77"/>
                    <a:pt x="59" y="77"/>
                    <a:pt x="59" y="78"/>
                  </a:cubicBezTo>
                  <a:cubicBezTo>
                    <a:pt x="58" y="78"/>
                    <a:pt x="57" y="79"/>
                    <a:pt x="57" y="80"/>
                  </a:cubicBezTo>
                  <a:cubicBezTo>
                    <a:pt x="56" y="80"/>
                    <a:pt x="56" y="80"/>
                    <a:pt x="55" y="80"/>
                  </a:cubicBezTo>
                  <a:cubicBezTo>
                    <a:pt x="54" y="81"/>
                    <a:pt x="54" y="81"/>
                    <a:pt x="53" y="81"/>
                  </a:cubicBezTo>
                  <a:cubicBezTo>
                    <a:pt x="52" y="82"/>
                    <a:pt x="50" y="81"/>
                    <a:pt x="49" y="80"/>
                  </a:cubicBezTo>
                  <a:cubicBezTo>
                    <a:pt x="48" y="80"/>
                    <a:pt x="47" y="80"/>
                    <a:pt x="47" y="79"/>
                  </a:cubicBezTo>
                  <a:cubicBezTo>
                    <a:pt x="46" y="78"/>
                    <a:pt x="46" y="78"/>
                    <a:pt x="45" y="77"/>
                  </a:cubicBezTo>
                  <a:cubicBezTo>
                    <a:pt x="45" y="77"/>
                    <a:pt x="44" y="76"/>
                    <a:pt x="44" y="76"/>
                  </a:cubicBezTo>
                  <a:cubicBezTo>
                    <a:pt x="43" y="75"/>
                    <a:pt x="42" y="73"/>
                    <a:pt x="41" y="72"/>
                  </a:cubicBezTo>
                  <a:cubicBezTo>
                    <a:pt x="41" y="71"/>
                    <a:pt x="41" y="71"/>
                    <a:pt x="40" y="70"/>
                  </a:cubicBezTo>
                  <a:cubicBezTo>
                    <a:pt x="39" y="71"/>
                    <a:pt x="39" y="72"/>
                    <a:pt x="39" y="73"/>
                  </a:cubicBezTo>
                  <a:cubicBezTo>
                    <a:pt x="38" y="74"/>
                    <a:pt x="38" y="75"/>
                    <a:pt x="37" y="76"/>
                  </a:cubicBezTo>
                  <a:cubicBezTo>
                    <a:pt x="37" y="76"/>
                    <a:pt x="37" y="77"/>
                    <a:pt x="36" y="77"/>
                  </a:cubicBezTo>
                  <a:cubicBezTo>
                    <a:pt x="36" y="78"/>
                    <a:pt x="36" y="78"/>
                    <a:pt x="35" y="79"/>
                  </a:cubicBezTo>
                  <a:cubicBezTo>
                    <a:pt x="35" y="79"/>
                    <a:pt x="35" y="79"/>
                    <a:pt x="35" y="79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1"/>
                    <a:pt x="34" y="81"/>
                    <a:pt x="34" y="82"/>
                  </a:cubicBezTo>
                  <a:cubicBezTo>
                    <a:pt x="34" y="82"/>
                    <a:pt x="34" y="83"/>
                    <a:pt x="33" y="83"/>
                  </a:cubicBezTo>
                  <a:cubicBezTo>
                    <a:pt x="33" y="83"/>
                    <a:pt x="33" y="84"/>
                    <a:pt x="33" y="84"/>
                  </a:cubicBezTo>
                  <a:cubicBezTo>
                    <a:pt x="33" y="85"/>
                    <a:pt x="32" y="85"/>
                    <a:pt x="32" y="86"/>
                  </a:cubicBezTo>
                  <a:cubicBezTo>
                    <a:pt x="32" y="86"/>
                    <a:pt x="31" y="87"/>
                    <a:pt x="31" y="87"/>
                  </a:cubicBezTo>
                  <a:cubicBezTo>
                    <a:pt x="31" y="88"/>
                    <a:pt x="31" y="89"/>
                    <a:pt x="30" y="89"/>
                  </a:cubicBezTo>
                  <a:cubicBezTo>
                    <a:pt x="30" y="90"/>
                    <a:pt x="30" y="90"/>
                    <a:pt x="30" y="90"/>
                  </a:cubicBezTo>
                  <a:cubicBezTo>
                    <a:pt x="29" y="91"/>
                    <a:pt x="29" y="92"/>
                    <a:pt x="28" y="93"/>
                  </a:cubicBezTo>
                  <a:cubicBezTo>
                    <a:pt x="28" y="94"/>
                    <a:pt x="28" y="95"/>
                    <a:pt x="27" y="96"/>
                  </a:cubicBezTo>
                  <a:cubicBezTo>
                    <a:pt x="27" y="97"/>
                    <a:pt x="26" y="98"/>
                    <a:pt x="26" y="98"/>
                  </a:cubicBezTo>
                  <a:cubicBezTo>
                    <a:pt x="25" y="99"/>
                    <a:pt x="25" y="99"/>
                    <a:pt x="25" y="100"/>
                  </a:cubicBezTo>
                  <a:cubicBezTo>
                    <a:pt x="25" y="100"/>
                    <a:pt x="24" y="101"/>
                    <a:pt x="24" y="101"/>
                  </a:cubicBezTo>
                  <a:cubicBezTo>
                    <a:pt x="24" y="102"/>
                    <a:pt x="24" y="103"/>
                    <a:pt x="23" y="104"/>
                  </a:cubicBezTo>
                  <a:cubicBezTo>
                    <a:pt x="23" y="104"/>
                    <a:pt x="23" y="104"/>
                    <a:pt x="23" y="104"/>
                  </a:cubicBezTo>
                  <a:cubicBezTo>
                    <a:pt x="23" y="105"/>
                    <a:pt x="23" y="105"/>
                    <a:pt x="23" y="105"/>
                  </a:cubicBezTo>
                  <a:cubicBezTo>
                    <a:pt x="23" y="105"/>
                    <a:pt x="24" y="105"/>
                    <a:pt x="24" y="106"/>
                  </a:cubicBezTo>
                  <a:cubicBezTo>
                    <a:pt x="24" y="107"/>
                    <a:pt x="22" y="109"/>
                    <a:pt x="21" y="110"/>
                  </a:cubicBezTo>
                  <a:cubicBezTo>
                    <a:pt x="20" y="110"/>
                    <a:pt x="19" y="112"/>
                    <a:pt x="18" y="111"/>
                  </a:cubicBezTo>
                  <a:cubicBezTo>
                    <a:pt x="17" y="110"/>
                    <a:pt x="16" y="108"/>
                    <a:pt x="17" y="107"/>
                  </a:cubicBezTo>
                  <a:cubicBezTo>
                    <a:pt x="17" y="106"/>
                    <a:pt x="17" y="106"/>
                    <a:pt x="17" y="105"/>
                  </a:cubicBezTo>
                  <a:cubicBezTo>
                    <a:pt x="17" y="105"/>
                    <a:pt x="17" y="104"/>
                    <a:pt x="17" y="104"/>
                  </a:cubicBezTo>
                  <a:cubicBezTo>
                    <a:pt x="18" y="103"/>
                    <a:pt x="19" y="102"/>
                    <a:pt x="18" y="101"/>
                  </a:cubicBezTo>
                  <a:cubicBezTo>
                    <a:pt x="19" y="101"/>
                    <a:pt x="19" y="100"/>
                    <a:pt x="20" y="100"/>
                  </a:cubicBezTo>
                  <a:cubicBezTo>
                    <a:pt x="20" y="100"/>
                    <a:pt x="20" y="99"/>
                    <a:pt x="20" y="99"/>
                  </a:cubicBezTo>
                  <a:cubicBezTo>
                    <a:pt x="20" y="98"/>
                    <a:pt x="20" y="98"/>
                    <a:pt x="21" y="98"/>
                  </a:cubicBezTo>
                  <a:cubicBezTo>
                    <a:pt x="21" y="97"/>
                    <a:pt x="21" y="97"/>
                    <a:pt x="21" y="97"/>
                  </a:cubicBezTo>
                  <a:cubicBezTo>
                    <a:pt x="21" y="97"/>
                    <a:pt x="21" y="96"/>
                    <a:pt x="21" y="96"/>
                  </a:cubicBezTo>
                  <a:cubicBezTo>
                    <a:pt x="21" y="95"/>
                    <a:pt x="22" y="95"/>
                    <a:pt x="22" y="95"/>
                  </a:cubicBezTo>
                  <a:cubicBezTo>
                    <a:pt x="22" y="94"/>
                    <a:pt x="22" y="94"/>
                    <a:pt x="22" y="94"/>
                  </a:cubicBezTo>
                  <a:cubicBezTo>
                    <a:pt x="22" y="93"/>
                    <a:pt x="23" y="93"/>
                    <a:pt x="23" y="93"/>
                  </a:cubicBezTo>
                  <a:cubicBezTo>
                    <a:pt x="23" y="92"/>
                    <a:pt x="23" y="91"/>
                    <a:pt x="23" y="91"/>
                  </a:cubicBezTo>
                  <a:cubicBezTo>
                    <a:pt x="23" y="90"/>
                    <a:pt x="24" y="90"/>
                    <a:pt x="24" y="90"/>
                  </a:cubicBezTo>
                  <a:cubicBezTo>
                    <a:pt x="24" y="89"/>
                    <a:pt x="24" y="89"/>
                    <a:pt x="24" y="88"/>
                  </a:cubicBezTo>
                  <a:cubicBezTo>
                    <a:pt x="25" y="88"/>
                    <a:pt x="25" y="87"/>
                    <a:pt x="25" y="87"/>
                  </a:cubicBezTo>
                  <a:cubicBezTo>
                    <a:pt x="25" y="86"/>
                    <a:pt x="26" y="85"/>
                    <a:pt x="26" y="85"/>
                  </a:cubicBezTo>
                  <a:cubicBezTo>
                    <a:pt x="26" y="84"/>
                    <a:pt x="26" y="84"/>
                    <a:pt x="26" y="84"/>
                  </a:cubicBezTo>
                  <a:cubicBezTo>
                    <a:pt x="26" y="83"/>
                    <a:pt x="26" y="83"/>
                    <a:pt x="27" y="82"/>
                  </a:cubicBezTo>
                  <a:cubicBezTo>
                    <a:pt x="27" y="81"/>
                    <a:pt x="27" y="81"/>
                    <a:pt x="28" y="80"/>
                  </a:cubicBezTo>
                  <a:cubicBezTo>
                    <a:pt x="28" y="80"/>
                    <a:pt x="28" y="79"/>
                    <a:pt x="28" y="79"/>
                  </a:cubicBezTo>
                  <a:cubicBezTo>
                    <a:pt x="28" y="78"/>
                    <a:pt x="29" y="77"/>
                    <a:pt x="28" y="76"/>
                  </a:cubicBezTo>
                  <a:cubicBezTo>
                    <a:pt x="29" y="76"/>
                    <a:pt x="29" y="76"/>
                    <a:pt x="29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5"/>
                    <a:pt x="30" y="75"/>
                    <a:pt x="30" y="75"/>
                  </a:cubicBezTo>
                  <a:cubicBezTo>
                    <a:pt x="30" y="73"/>
                    <a:pt x="31" y="73"/>
                    <a:pt x="31" y="72"/>
                  </a:cubicBezTo>
                  <a:cubicBezTo>
                    <a:pt x="31" y="71"/>
                    <a:pt x="32" y="71"/>
                    <a:pt x="32" y="70"/>
                  </a:cubicBezTo>
                  <a:cubicBezTo>
                    <a:pt x="32" y="70"/>
                    <a:pt x="33" y="69"/>
                    <a:pt x="33" y="69"/>
                  </a:cubicBezTo>
                  <a:cubicBezTo>
                    <a:pt x="33" y="68"/>
                    <a:pt x="33" y="68"/>
                    <a:pt x="33" y="67"/>
                  </a:cubicBezTo>
                  <a:cubicBezTo>
                    <a:pt x="34" y="67"/>
                    <a:pt x="34" y="67"/>
                    <a:pt x="34" y="66"/>
                  </a:cubicBezTo>
                  <a:cubicBezTo>
                    <a:pt x="35" y="66"/>
                    <a:pt x="35" y="65"/>
                    <a:pt x="35" y="65"/>
                  </a:cubicBezTo>
                  <a:cubicBezTo>
                    <a:pt x="35" y="64"/>
                    <a:pt x="36" y="64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2"/>
                  </a:cubicBezTo>
                  <a:cubicBezTo>
                    <a:pt x="36" y="62"/>
                    <a:pt x="36" y="62"/>
                    <a:pt x="36" y="61"/>
                  </a:cubicBezTo>
                  <a:cubicBezTo>
                    <a:pt x="36" y="59"/>
                    <a:pt x="35" y="57"/>
                    <a:pt x="34" y="55"/>
                  </a:cubicBezTo>
                  <a:cubicBezTo>
                    <a:pt x="34" y="55"/>
                    <a:pt x="33" y="54"/>
                    <a:pt x="33" y="54"/>
                  </a:cubicBezTo>
                  <a:cubicBezTo>
                    <a:pt x="33" y="52"/>
                    <a:pt x="32" y="51"/>
                    <a:pt x="31" y="50"/>
                  </a:cubicBezTo>
                  <a:cubicBezTo>
                    <a:pt x="31" y="50"/>
                    <a:pt x="31" y="49"/>
                    <a:pt x="31" y="48"/>
                  </a:cubicBezTo>
                  <a:cubicBezTo>
                    <a:pt x="31" y="48"/>
                    <a:pt x="30" y="47"/>
                    <a:pt x="30" y="46"/>
                  </a:cubicBezTo>
                  <a:cubicBezTo>
                    <a:pt x="30" y="46"/>
                    <a:pt x="30" y="46"/>
                    <a:pt x="30" y="46"/>
                  </a:cubicBezTo>
                  <a:cubicBezTo>
                    <a:pt x="30" y="45"/>
                    <a:pt x="30" y="44"/>
                    <a:pt x="29" y="44"/>
                  </a:cubicBezTo>
                  <a:cubicBezTo>
                    <a:pt x="29" y="43"/>
                    <a:pt x="29" y="43"/>
                    <a:pt x="28" y="42"/>
                  </a:cubicBezTo>
                  <a:cubicBezTo>
                    <a:pt x="28" y="42"/>
                    <a:pt x="28" y="41"/>
                    <a:pt x="28" y="41"/>
                  </a:cubicBezTo>
                  <a:cubicBezTo>
                    <a:pt x="27" y="40"/>
                    <a:pt x="25" y="40"/>
                    <a:pt x="24" y="40"/>
                  </a:cubicBezTo>
                  <a:cubicBezTo>
                    <a:pt x="24" y="40"/>
                    <a:pt x="24" y="40"/>
                    <a:pt x="23" y="39"/>
                  </a:cubicBezTo>
                  <a:cubicBezTo>
                    <a:pt x="23" y="40"/>
                    <a:pt x="23" y="40"/>
                    <a:pt x="23" y="41"/>
                  </a:cubicBezTo>
                  <a:cubicBezTo>
                    <a:pt x="23" y="41"/>
                    <a:pt x="23" y="42"/>
                    <a:pt x="23" y="42"/>
                  </a:cubicBezTo>
                  <a:cubicBezTo>
                    <a:pt x="23" y="43"/>
                    <a:pt x="23" y="43"/>
                    <a:pt x="23" y="44"/>
                  </a:cubicBezTo>
                  <a:cubicBezTo>
                    <a:pt x="23" y="44"/>
                    <a:pt x="23" y="44"/>
                    <a:pt x="23" y="45"/>
                  </a:cubicBezTo>
                  <a:cubicBezTo>
                    <a:pt x="23" y="45"/>
                    <a:pt x="23" y="46"/>
                    <a:pt x="23" y="46"/>
                  </a:cubicBezTo>
                  <a:cubicBezTo>
                    <a:pt x="23" y="48"/>
                    <a:pt x="23" y="50"/>
                    <a:pt x="23" y="52"/>
                  </a:cubicBezTo>
                  <a:cubicBezTo>
                    <a:pt x="23" y="53"/>
                    <a:pt x="23" y="53"/>
                    <a:pt x="23" y="54"/>
                  </a:cubicBezTo>
                  <a:cubicBezTo>
                    <a:pt x="23" y="54"/>
                    <a:pt x="23" y="55"/>
                    <a:pt x="24" y="55"/>
                  </a:cubicBezTo>
                  <a:cubicBezTo>
                    <a:pt x="24" y="56"/>
                    <a:pt x="23" y="57"/>
                    <a:pt x="23" y="58"/>
                  </a:cubicBezTo>
                  <a:cubicBezTo>
                    <a:pt x="23" y="59"/>
                    <a:pt x="23" y="61"/>
                    <a:pt x="24" y="62"/>
                  </a:cubicBezTo>
                  <a:cubicBezTo>
                    <a:pt x="24" y="62"/>
                    <a:pt x="24" y="63"/>
                    <a:pt x="24" y="63"/>
                  </a:cubicBezTo>
                  <a:cubicBezTo>
                    <a:pt x="24" y="64"/>
                    <a:pt x="23" y="65"/>
                    <a:pt x="23" y="67"/>
                  </a:cubicBezTo>
                  <a:cubicBezTo>
                    <a:pt x="23" y="67"/>
                    <a:pt x="24" y="68"/>
                    <a:pt x="24" y="68"/>
                  </a:cubicBezTo>
                  <a:cubicBezTo>
                    <a:pt x="24" y="69"/>
                    <a:pt x="23" y="69"/>
                    <a:pt x="23" y="70"/>
                  </a:cubicBezTo>
                  <a:cubicBezTo>
                    <a:pt x="23" y="71"/>
                    <a:pt x="23" y="71"/>
                    <a:pt x="22" y="72"/>
                  </a:cubicBezTo>
                  <a:cubicBezTo>
                    <a:pt x="22" y="73"/>
                    <a:pt x="22" y="74"/>
                    <a:pt x="21" y="75"/>
                  </a:cubicBezTo>
                  <a:cubicBezTo>
                    <a:pt x="21" y="75"/>
                    <a:pt x="21" y="76"/>
                    <a:pt x="20" y="77"/>
                  </a:cubicBezTo>
                  <a:cubicBezTo>
                    <a:pt x="19" y="77"/>
                    <a:pt x="18" y="77"/>
                    <a:pt x="17" y="77"/>
                  </a:cubicBezTo>
                  <a:cubicBezTo>
                    <a:pt x="16" y="77"/>
                    <a:pt x="16" y="77"/>
                    <a:pt x="15" y="77"/>
                  </a:cubicBezTo>
                  <a:cubicBezTo>
                    <a:pt x="14" y="77"/>
                    <a:pt x="13" y="78"/>
                    <a:pt x="12" y="77"/>
                  </a:cubicBezTo>
                  <a:cubicBezTo>
                    <a:pt x="11" y="77"/>
                    <a:pt x="10" y="75"/>
                    <a:pt x="10" y="74"/>
                  </a:cubicBezTo>
                  <a:cubicBezTo>
                    <a:pt x="10" y="74"/>
                    <a:pt x="10" y="74"/>
                    <a:pt x="10" y="73"/>
                  </a:cubicBezTo>
                  <a:cubicBezTo>
                    <a:pt x="9" y="73"/>
                    <a:pt x="9" y="72"/>
                    <a:pt x="9" y="72"/>
                  </a:cubicBezTo>
                  <a:cubicBezTo>
                    <a:pt x="8" y="71"/>
                    <a:pt x="8" y="70"/>
                    <a:pt x="8" y="69"/>
                  </a:cubicBezTo>
                  <a:cubicBezTo>
                    <a:pt x="8" y="69"/>
                    <a:pt x="7" y="68"/>
                    <a:pt x="7" y="67"/>
                  </a:cubicBezTo>
                  <a:cubicBezTo>
                    <a:pt x="6" y="66"/>
                    <a:pt x="6" y="66"/>
                    <a:pt x="6" y="65"/>
                  </a:cubicBezTo>
                  <a:cubicBezTo>
                    <a:pt x="5" y="64"/>
                    <a:pt x="5" y="63"/>
                    <a:pt x="5" y="62"/>
                  </a:cubicBezTo>
                  <a:cubicBezTo>
                    <a:pt x="4" y="61"/>
                    <a:pt x="4" y="60"/>
                    <a:pt x="4" y="60"/>
                  </a:cubicBezTo>
                  <a:cubicBezTo>
                    <a:pt x="3" y="59"/>
                    <a:pt x="3" y="58"/>
                    <a:pt x="2" y="57"/>
                  </a:cubicBezTo>
                  <a:cubicBezTo>
                    <a:pt x="2" y="56"/>
                    <a:pt x="2" y="55"/>
                    <a:pt x="2" y="54"/>
                  </a:cubicBezTo>
                  <a:cubicBezTo>
                    <a:pt x="2" y="53"/>
                    <a:pt x="1" y="53"/>
                    <a:pt x="1" y="52"/>
                  </a:cubicBezTo>
                  <a:cubicBezTo>
                    <a:pt x="1" y="52"/>
                    <a:pt x="1" y="51"/>
                    <a:pt x="1" y="51"/>
                  </a:cubicBezTo>
                  <a:cubicBezTo>
                    <a:pt x="1" y="50"/>
                    <a:pt x="1" y="48"/>
                    <a:pt x="0" y="47"/>
                  </a:cubicBezTo>
                  <a:cubicBezTo>
                    <a:pt x="0" y="46"/>
                    <a:pt x="0" y="45"/>
                    <a:pt x="0" y="44"/>
                  </a:cubicBezTo>
                  <a:cubicBezTo>
                    <a:pt x="0" y="44"/>
                    <a:pt x="0" y="44"/>
                    <a:pt x="0" y="43"/>
                  </a:cubicBezTo>
                  <a:cubicBezTo>
                    <a:pt x="0" y="43"/>
                    <a:pt x="0" y="42"/>
                    <a:pt x="0" y="42"/>
                  </a:cubicBezTo>
                  <a:cubicBezTo>
                    <a:pt x="0" y="41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1" y="39"/>
                    <a:pt x="1" y="38"/>
                    <a:pt x="2" y="39"/>
                  </a:cubicBezTo>
                  <a:cubicBezTo>
                    <a:pt x="4" y="40"/>
                    <a:pt x="4" y="43"/>
                    <a:pt x="5" y="44"/>
                  </a:cubicBezTo>
                  <a:cubicBezTo>
                    <a:pt x="6" y="45"/>
                    <a:pt x="7" y="47"/>
                    <a:pt x="8" y="48"/>
                  </a:cubicBezTo>
                  <a:cubicBezTo>
                    <a:pt x="8" y="48"/>
                    <a:pt x="8" y="49"/>
                    <a:pt x="8" y="49"/>
                  </a:cubicBezTo>
                  <a:cubicBezTo>
                    <a:pt x="9" y="50"/>
                    <a:pt x="9" y="50"/>
                    <a:pt x="10" y="51"/>
                  </a:cubicBezTo>
                  <a:cubicBezTo>
                    <a:pt x="11" y="52"/>
                    <a:pt x="11" y="53"/>
                    <a:pt x="12" y="54"/>
                  </a:cubicBezTo>
                  <a:cubicBezTo>
                    <a:pt x="12" y="55"/>
                    <a:pt x="12" y="56"/>
                    <a:pt x="13" y="56"/>
                  </a:cubicBezTo>
                  <a:cubicBezTo>
                    <a:pt x="13" y="56"/>
                    <a:pt x="13" y="56"/>
                    <a:pt x="13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3"/>
                    <a:pt x="13" y="53"/>
                    <a:pt x="13" y="53"/>
                  </a:cubicBezTo>
                  <a:cubicBezTo>
                    <a:pt x="13" y="52"/>
                    <a:pt x="13" y="51"/>
                    <a:pt x="13" y="51"/>
                  </a:cubicBezTo>
                  <a:cubicBezTo>
                    <a:pt x="13" y="50"/>
                    <a:pt x="13" y="50"/>
                    <a:pt x="13" y="49"/>
                  </a:cubicBezTo>
                  <a:cubicBezTo>
                    <a:pt x="13" y="49"/>
                    <a:pt x="13" y="48"/>
                    <a:pt x="13" y="48"/>
                  </a:cubicBezTo>
                  <a:cubicBezTo>
                    <a:pt x="14" y="46"/>
                    <a:pt x="14" y="45"/>
                    <a:pt x="14" y="43"/>
                  </a:cubicBezTo>
                  <a:cubicBezTo>
                    <a:pt x="14" y="42"/>
                    <a:pt x="14" y="41"/>
                    <a:pt x="14" y="39"/>
                  </a:cubicBezTo>
                  <a:cubicBezTo>
                    <a:pt x="14" y="39"/>
                    <a:pt x="14" y="38"/>
                    <a:pt x="14" y="38"/>
                  </a:cubicBezTo>
                  <a:cubicBezTo>
                    <a:pt x="14" y="37"/>
                    <a:pt x="14" y="37"/>
                    <a:pt x="15" y="37"/>
                  </a:cubicBezTo>
                  <a:cubicBezTo>
                    <a:pt x="15" y="37"/>
                    <a:pt x="15" y="36"/>
                    <a:pt x="15" y="35"/>
                  </a:cubicBezTo>
                  <a:cubicBezTo>
                    <a:pt x="15" y="35"/>
                    <a:pt x="15" y="35"/>
                    <a:pt x="15" y="35"/>
                  </a:cubicBezTo>
                  <a:cubicBezTo>
                    <a:pt x="15" y="34"/>
                    <a:pt x="12" y="31"/>
                    <a:pt x="11" y="31"/>
                  </a:cubicBezTo>
                  <a:cubicBezTo>
                    <a:pt x="11" y="30"/>
                    <a:pt x="10" y="30"/>
                    <a:pt x="10" y="30"/>
                  </a:cubicBezTo>
                  <a:cubicBezTo>
                    <a:pt x="9" y="30"/>
                    <a:pt x="9" y="29"/>
                    <a:pt x="9" y="28"/>
                  </a:cubicBezTo>
                  <a:cubicBezTo>
                    <a:pt x="8" y="27"/>
                    <a:pt x="8" y="26"/>
                    <a:pt x="7" y="25"/>
                  </a:cubicBezTo>
                  <a:cubicBezTo>
                    <a:pt x="7" y="25"/>
                    <a:pt x="7" y="24"/>
                    <a:pt x="6" y="23"/>
                  </a:cubicBezTo>
                  <a:cubicBezTo>
                    <a:pt x="6" y="22"/>
                    <a:pt x="4" y="21"/>
                    <a:pt x="4" y="20"/>
                  </a:cubicBezTo>
                  <a:cubicBezTo>
                    <a:pt x="4" y="20"/>
                    <a:pt x="4" y="19"/>
                    <a:pt x="4" y="19"/>
                  </a:cubicBezTo>
                  <a:cubicBezTo>
                    <a:pt x="4" y="18"/>
                    <a:pt x="4" y="18"/>
                    <a:pt x="3" y="17"/>
                  </a:cubicBezTo>
                  <a:cubicBezTo>
                    <a:pt x="3" y="16"/>
                    <a:pt x="3" y="16"/>
                    <a:pt x="3" y="15"/>
                  </a:cubicBezTo>
                  <a:cubicBezTo>
                    <a:pt x="3" y="15"/>
                    <a:pt x="3" y="15"/>
                    <a:pt x="3" y="14"/>
                  </a:cubicBezTo>
                  <a:cubicBezTo>
                    <a:pt x="3" y="14"/>
                    <a:pt x="3" y="13"/>
                    <a:pt x="2" y="13"/>
                  </a:cubicBezTo>
                  <a:cubicBezTo>
                    <a:pt x="2" y="13"/>
                    <a:pt x="2" y="12"/>
                    <a:pt x="2" y="12"/>
                  </a:cubicBezTo>
                  <a:cubicBezTo>
                    <a:pt x="2" y="12"/>
                    <a:pt x="2" y="11"/>
                    <a:pt x="2" y="11"/>
                  </a:cubicBezTo>
                  <a:cubicBezTo>
                    <a:pt x="2" y="11"/>
                    <a:pt x="2" y="10"/>
                    <a:pt x="2" y="10"/>
                  </a:cubicBezTo>
                  <a:cubicBezTo>
                    <a:pt x="2" y="9"/>
                    <a:pt x="2" y="8"/>
                    <a:pt x="2" y="8"/>
                  </a:cubicBezTo>
                  <a:cubicBezTo>
                    <a:pt x="2" y="7"/>
                    <a:pt x="2" y="7"/>
                    <a:pt x="2" y="7"/>
                  </a:cubicBezTo>
                  <a:cubicBezTo>
                    <a:pt x="2" y="6"/>
                    <a:pt x="2" y="6"/>
                    <a:pt x="2" y="5"/>
                  </a:cubicBezTo>
                  <a:cubicBezTo>
                    <a:pt x="2" y="5"/>
                    <a:pt x="2" y="5"/>
                    <a:pt x="2" y="5"/>
                  </a:cubicBezTo>
                  <a:cubicBezTo>
                    <a:pt x="3" y="4"/>
                    <a:pt x="3" y="4"/>
                    <a:pt x="3" y="3"/>
                  </a:cubicBezTo>
                  <a:cubicBezTo>
                    <a:pt x="3" y="2"/>
                    <a:pt x="4" y="2"/>
                    <a:pt x="4" y="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Freeform 10"/>
            <p:cNvSpPr>
              <a:spLocks noEditPoints="1"/>
            </p:cNvSpPr>
            <p:nvPr/>
          </p:nvSpPr>
          <p:spPr bwMode="auto">
            <a:xfrm>
              <a:off x="6569075" y="2411413"/>
              <a:ext cx="277813" cy="306388"/>
            </a:xfrm>
            <a:custGeom>
              <a:avLst/>
              <a:gdLst>
                <a:gd name="T0" fmla="*/ 16 w 102"/>
                <a:gd name="T1" fmla="*/ 44 h 112"/>
                <a:gd name="T2" fmla="*/ 74 w 102"/>
                <a:gd name="T3" fmla="*/ 56 h 112"/>
                <a:gd name="T4" fmla="*/ 71 w 102"/>
                <a:gd name="T5" fmla="*/ 62 h 112"/>
                <a:gd name="T6" fmla="*/ 78 w 102"/>
                <a:gd name="T7" fmla="*/ 59 h 112"/>
                <a:gd name="T8" fmla="*/ 61 w 102"/>
                <a:gd name="T9" fmla="*/ 14 h 112"/>
                <a:gd name="T10" fmla="*/ 96 w 102"/>
                <a:gd name="T11" fmla="*/ 19 h 112"/>
                <a:gd name="T12" fmla="*/ 97 w 102"/>
                <a:gd name="T13" fmla="*/ 24 h 112"/>
                <a:gd name="T14" fmla="*/ 93 w 102"/>
                <a:gd name="T15" fmla="*/ 31 h 112"/>
                <a:gd name="T16" fmla="*/ 96 w 102"/>
                <a:gd name="T17" fmla="*/ 33 h 112"/>
                <a:gd name="T18" fmla="*/ 97 w 102"/>
                <a:gd name="T19" fmla="*/ 40 h 112"/>
                <a:gd name="T20" fmla="*/ 86 w 102"/>
                <a:gd name="T21" fmla="*/ 42 h 112"/>
                <a:gd name="T22" fmla="*/ 78 w 102"/>
                <a:gd name="T23" fmla="*/ 43 h 112"/>
                <a:gd name="T24" fmla="*/ 70 w 102"/>
                <a:gd name="T25" fmla="*/ 49 h 112"/>
                <a:gd name="T26" fmla="*/ 86 w 102"/>
                <a:gd name="T27" fmla="*/ 54 h 112"/>
                <a:gd name="T28" fmla="*/ 84 w 102"/>
                <a:gd name="T29" fmla="*/ 64 h 112"/>
                <a:gd name="T30" fmla="*/ 75 w 102"/>
                <a:gd name="T31" fmla="*/ 70 h 112"/>
                <a:gd name="T32" fmla="*/ 76 w 102"/>
                <a:gd name="T33" fmla="*/ 76 h 112"/>
                <a:gd name="T34" fmla="*/ 78 w 102"/>
                <a:gd name="T35" fmla="*/ 87 h 112"/>
                <a:gd name="T36" fmla="*/ 81 w 102"/>
                <a:gd name="T37" fmla="*/ 94 h 112"/>
                <a:gd name="T38" fmla="*/ 77 w 102"/>
                <a:gd name="T39" fmla="*/ 109 h 112"/>
                <a:gd name="T40" fmla="*/ 76 w 102"/>
                <a:gd name="T41" fmla="*/ 111 h 112"/>
                <a:gd name="T42" fmla="*/ 71 w 102"/>
                <a:gd name="T43" fmla="*/ 99 h 112"/>
                <a:gd name="T44" fmla="*/ 68 w 102"/>
                <a:gd name="T45" fmla="*/ 80 h 112"/>
                <a:gd name="T46" fmla="*/ 68 w 102"/>
                <a:gd name="T47" fmla="*/ 76 h 112"/>
                <a:gd name="T48" fmla="*/ 59 w 102"/>
                <a:gd name="T49" fmla="*/ 72 h 112"/>
                <a:gd name="T50" fmla="*/ 39 w 102"/>
                <a:gd name="T51" fmla="*/ 62 h 112"/>
                <a:gd name="T52" fmla="*/ 45 w 102"/>
                <a:gd name="T53" fmla="*/ 54 h 112"/>
                <a:gd name="T54" fmla="*/ 54 w 102"/>
                <a:gd name="T55" fmla="*/ 66 h 112"/>
                <a:gd name="T56" fmla="*/ 64 w 102"/>
                <a:gd name="T57" fmla="*/ 63 h 112"/>
                <a:gd name="T58" fmla="*/ 54 w 102"/>
                <a:gd name="T59" fmla="*/ 50 h 112"/>
                <a:gd name="T60" fmla="*/ 64 w 102"/>
                <a:gd name="T61" fmla="*/ 43 h 112"/>
                <a:gd name="T62" fmla="*/ 58 w 102"/>
                <a:gd name="T63" fmla="*/ 40 h 112"/>
                <a:gd name="T64" fmla="*/ 45 w 102"/>
                <a:gd name="T65" fmla="*/ 38 h 112"/>
                <a:gd name="T66" fmla="*/ 30 w 102"/>
                <a:gd name="T67" fmla="*/ 41 h 112"/>
                <a:gd name="T68" fmla="*/ 18 w 102"/>
                <a:gd name="T69" fmla="*/ 54 h 112"/>
                <a:gd name="T70" fmla="*/ 10 w 102"/>
                <a:gd name="T71" fmla="*/ 57 h 112"/>
                <a:gd name="T72" fmla="*/ 10 w 102"/>
                <a:gd name="T73" fmla="*/ 46 h 112"/>
                <a:gd name="T74" fmla="*/ 10 w 102"/>
                <a:gd name="T75" fmla="*/ 38 h 112"/>
                <a:gd name="T76" fmla="*/ 4 w 102"/>
                <a:gd name="T77" fmla="*/ 34 h 112"/>
                <a:gd name="T78" fmla="*/ 2 w 102"/>
                <a:gd name="T79" fmla="*/ 25 h 112"/>
                <a:gd name="T80" fmla="*/ 17 w 102"/>
                <a:gd name="T81" fmla="*/ 28 h 112"/>
                <a:gd name="T82" fmla="*/ 26 w 102"/>
                <a:gd name="T83" fmla="*/ 29 h 112"/>
                <a:gd name="T84" fmla="*/ 36 w 102"/>
                <a:gd name="T85" fmla="*/ 27 h 112"/>
                <a:gd name="T86" fmla="*/ 35 w 102"/>
                <a:gd name="T87" fmla="*/ 20 h 112"/>
                <a:gd name="T88" fmla="*/ 30 w 102"/>
                <a:gd name="T89" fmla="*/ 12 h 112"/>
                <a:gd name="T90" fmla="*/ 40 w 102"/>
                <a:gd name="T91" fmla="*/ 13 h 112"/>
                <a:gd name="T92" fmla="*/ 48 w 102"/>
                <a:gd name="T93" fmla="*/ 14 h 112"/>
                <a:gd name="T94" fmla="*/ 63 w 102"/>
                <a:gd name="T95" fmla="*/ 4 h 112"/>
                <a:gd name="T96" fmla="*/ 71 w 102"/>
                <a:gd name="T97" fmla="*/ 0 h 112"/>
                <a:gd name="T98" fmla="*/ 72 w 102"/>
                <a:gd name="T99" fmla="*/ 12 h 112"/>
                <a:gd name="T100" fmla="*/ 72 w 102"/>
                <a:gd name="T101" fmla="*/ 14 h 112"/>
                <a:gd name="T102" fmla="*/ 68 w 102"/>
                <a:gd name="T103" fmla="*/ 21 h 112"/>
                <a:gd name="T104" fmla="*/ 52 w 102"/>
                <a:gd name="T105" fmla="*/ 25 h 112"/>
                <a:gd name="T106" fmla="*/ 49 w 102"/>
                <a:gd name="T107" fmla="*/ 31 h 112"/>
                <a:gd name="T108" fmla="*/ 58 w 102"/>
                <a:gd name="T109" fmla="*/ 32 h 112"/>
                <a:gd name="T110" fmla="*/ 72 w 102"/>
                <a:gd name="T111" fmla="*/ 32 h 112"/>
                <a:gd name="T112" fmla="*/ 83 w 102"/>
                <a:gd name="T113" fmla="*/ 28 h 112"/>
                <a:gd name="T114" fmla="*/ 94 w 102"/>
                <a:gd name="T115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2" h="112">
                  <a:moveTo>
                    <a:pt x="7" y="29"/>
                  </a:moveTo>
                  <a:cubicBezTo>
                    <a:pt x="7" y="29"/>
                    <a:pt x="7" y="29"/>
                    <a:pt x="7" y="29"/>
                  </a:cubicBezTo>
                  <a:cubicBezTo>
                    <a:pt x="7" y="29"/>
                    <a:pt x="7" y="29"/>
                    <a:pt x="7" y="29"/>
                  </a:cubicBezTo>
                  <a:close/>
                  <a:moveTo>
                    <a:pt x="20" y="38"/>
                  </a:moveTo>
                  <a:cubicBezTo>
                    <a:pt x="20" y="38"/>
                    <a:pt x="14" y="38"/>
                    <a:pt x="14" y="39"/>
                  </a:cubicBezTo>
                  <a:cubicBezTo>
                    <a:pt x="14" y="40"/>
                    <a:pt x="14" y="41"/>
                    <a:pt x="15" y="41"/>
                  </a:cubicBezTo>
                  <a:cubicBezTo>
                    <a:pt x="15" y="42"/>
                    <a:pt x="15" y="43"/>
                    <a:pt x="16" y="44"/>
                  </a:cubicBezTo>
                  <a:cubicBezTo>
                    <a:pt x="16" y="44"/>
                    <a:pt x="17" y="43"/>
                    <a:pt x="17" y="43"/>
                  </a:cubicBezTo>
                  <a:cubicBezTo>
                    <a:pt x="18" y="42"/>
                    <a:pt x="19" y="42"/>
                    <a:pt x="19" y="41"/>
                  </a:cubicBezTo>
                  <a:cubicBezTo>
                    <a:pt x="20" y="41"/>
                    <a:pt x="21" y="40"/>
                    <a:pt x="21" y="40"/>
                  </a:cubicBezTo>
                  <a:cubicBezTo>
                    <a:pt x="21" y="38"/>
                    <a:pt x="21" y="39"/>
                    <a:pt x="20" y="38"/>
                  </a:cubicBezTo>
                  <a:close/>
                  <a:moveTo>
                    <a:pt x="78" y="57"/>
                  </a:moveTo>
                  <a:cubicBezTo>
                    <a:pt x="77" y="57"/>
                    <a:pt x="77" y="57"/>
                    <a:pt x="76" y="56"/>
                  </a:cubicBezTo>
                  <a:cubicBezTo>
                    <a:pt x="76" y="56"/>
                    <a:pt x="74" y="56"/>
                    <a:pt x="74" y="56"/>
                  </a:cubicBezTo>
                  <a:cubicBezTo>
                    <a:pt x="74" y="56"/>
                    <a:pt x="73" y="56"/>
                    <a:pt x="73" y="56"/>
                  </a:cubicBezTo>
                  <a:cubicBezTo>
                    <a:pt x="72" y="56"/>
                    <a:pt x="72" y="56"/>
                    <a:pt x="71" y="56"/>
                  </a:cubicBezTo>
                  <a:cubicBezTo>
                    <a:pt x="71" y="56"/>
                    <a:pt x="70" y="55"/>
                    <a:pt x="70" y="55"/>
                  </a:cubicBezTo>
                  <a:cubicBezTo>
                    <a:pt x="70" y="56"/>
                    <a:pt x="69" y="56"/>
                    <a:pt x="69" y="56"/>
                  </a:cubicBezTo>
                  <a:cubicBezTo>
                    <a:pt x="69" y="57"/>
                    <a:pt x="70" y="58"/>
                    <a:pt x="69" y="58"/>
                  </a:cubicBezTo>
                  <a:cubicBezTo>
                    <a:pt x="70" y="59"/>
                    <a:pt x="70" y="60"/>
                    <a:pt x="70" y="60"/>
                  </a:cubicBezTo>
                  <a:cubicBezTo>
                    <a:pt x="71" y="61"/>
                    <a:pt x="71" y="61"/>
                    <a:pt x="71" y="62"/>
                  </a:cubicBezTo>
                  <a:cubicBezTo>
                    <a:pt x="72" y="62"/>
                    <a:pt x="72" y="63"/>
                    <a:pt x="73" y="63"/>
                  </a:cubicBezTo>
                  <a:cubicBezTo>
                    <a:pt x="73" y="63"/>
                    <a:pt x="75" y="63"/>
                    <a:pt x="75" y="63"/>
                  </a:cubicBezTo>
                  <a:cubicBezTo>
                    <a:pt x="75" y="62"/>
                    <a:pt x="76" y="62"/>
                    <a:pt x="76" y="62"/>
                  </a:cubicBezTo>
                  <a:cubicBezTo>
                    <a:pt x="77" y="62"/>
                    <a:pt x="77" y="62"/>
                    <a:pt x="77" y="61"/>
                  </a:cubicBezTo>
                  <a:cubicBezTo>
                    <a:pt x="77" y="61"/>
                    <a:pt x="78" y="61"/>
                    <a:pt x="78" y="61"/>
                  </a:cubicBezTo>
                  <a:cubicBezTo>
                    <a:pt x="78" y="61"/>
                    <a:pt x="78" y="61"/>
                    <a:pt x="79" y="60"/>
                  </a:cubicBezTo>
                  <a:cubicBezTo>
                    <a:pt x="78" y="60"/>
                    <a:pt x="79" y="59"/>
                    <a:pt x="78" y="59"/>
                  </a:cubicBezTo>
                  <a:cubicBezTo>
                    <a:pt x="78" y="58"/>
                    <a:pt x="78" y="58"/>
                    <a:pt x="78" y="57"/>
                  </a:cubicBezTo>
                  <a:close/>
                  <a:moveTo>
                    <a:pt x="64" y="11"/>
                  </a:moveTo>
                  <a:cubicBezTo>
                    <a:pt x="63" y="11"/>
                    <a:pt x="62" y="12"/>
                    <a:pt x="62" y="13"/>
                  </a:cubicBezTo>
                  <a:cubicBezTo>
                    <a:pt x="61" y="13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1" y="14"/>
                    <a:pt x="61" y="14"/>
                  </a:cubicBezTo>
                  <a:cubicBezTo>
                    <a:pt x="61" y="14"/>
                    <a:pt x="62" y="14"/>
                    <a:pt x="62" y="14"/>
                  </a:cubicBezTo>
                  <a:cubicBezTo>
                    <a:pt x="62" y="14"/>
                    <a:pt x="65" y="13"/>
                    <a:pt x="65" y="13"/>
                  </a:cubicBezTo>
                  <a:cubicBezTo>
                    <a:pt x="65" y="13"/>
                    <a:pt x="65" y="12"/>
                    <a:pt x="64" y="11"/>
                  </a:cubicBezTo>
                  <a:close/>
                  <a:moveTo>
                    <a:pt x="95" y="17"/>
                  </a:moveTo>
                  <a:cubicBezTo>
                    <a:pt x="95" y="17"/>
                    <a:pt x="96" y="18"/>
                    <a:pt x="96" y="18"/>
                  </a:cubicBezTo>
                  <a:cubicBezTo>
                    <a:pt x="96" y="18"/>
                    <a:pt x="96" y="19"/>
                    <a:pt x="96" y="19"/>
                  </a:cubicBezTo>
                  <a:cubicBezTo>
                    <a:pt x="97" y="19"/>
                    <a:pt x="96" y="19"/>
                    <a:pt x="97" y="20"/>
                  </a:cubicBezTo>
                  <a:cubicBezTo>
                    <a:pt x="97" y="20"/>
                    <a:pt x="97" y="20"/>
                    <a:pt x="97" y="20"/>
                  </a:cubicBezTo>
                  <a:cubicBezTo>
                    <a:pt x="97" y="20"/>
                    <a:pt x="97" y="21"/>
                    <a:pt x="97" y="21"/>
                  </a:cubicBezTo>
                  <a:cubicBezTo>
                    <a:pt x="97" y="22"/>
                    <a:pt x="97" y="22"/>
                    <a:pt x="97" y="23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7" y="24"/>
                    <a:pt x="97" y="24"/>
                  </a:cubicBezTo>
                  <a:cubicBezTo>
                    <a:pt x="97" y="24"/>
                    <a:pt x="98" y="24"/>
                    <a:pt x="97" y="24"/>
                  </a:cubicBezTo>
                  <a:cubicBezTo>
                    <a:pt x="97" y="25"/>
                    <a:pt x="97" y="25"/>
                    <a:pt x="97" y="26"/>
                  </a:cubicBezTo>
                  <a:cubicBezTo>
                    <a:pt x="97" y="27"/>
                    <a:pt x="94" y="29"/>
                    <a:pt x="94" y="30"/>
                  </a:cubicBezTo>
                  <a:cubicBezTo>
                    <a:pt x="94" y="30"/>
                    <a:pt x="94" y="30"/>
                    <a:pt x="94" y="30"/>
                  </a:cubicBezTo>
                  <a:cubicBezTo>
                    <a:pt x="94" y="30"/>
                    <a:pt x="93" y="30"/>
                    <a:pt x="93" y="30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3" y="31"/>
                  </a:cubicBezTo>
                  <a:cubicBezTo>
                    <a:pt x="93" y="31"/>
                    <a:pt x="93" y="31"/>
                    <a:pt x="92" y="32"/>
                  </a:cubicBezTo>
                  <a:cubicBezTo>
                    <a:pt x="92" y="32"/>
                    <a:pt x="90" y="32"/>
                    <a:pt x="90" y="32"/>
                  </a:cubicBezTo>
                  <a:cubicBezTo>
                    <a:pt x="91" y="33"/>
                    <a:pt x="91" y="33"/>
                    <a:pt x="91" y="33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5" y="33"/>
                    <a:pt x="96" y="33"/>
                    <a:pt x="96" y="33"/>
                  </a:cubicBezTo>
                  <a:cubicBezTo>
                    <a:pt x="97" y="33"/>
                    <a:pt x="97" y="33"/>
                    <a:pt x="97" y="33"/>
                  </a:cubicBezTo>
                  <a:cubicBezTo>
                    <a:pt x="98" y="33"/>
                    <a:pt x="98" y="33"/>
                    <a:pt x="98" y="33"/>
                  </a:cubicBezTo>
                  <a:cubicBezTo>
                    <a:pt x="99" y="33"/>
                    <a:pt x="100" y="32"/>
                    <a:pt x="100" y="31"/>
                  </a:cubicBezTo>
                  <a:cubicBezTo>
                    <a:pt x="100" y="31"/>
                    <a:pt x="101" y="31"/>
                    <a:pt x="101" y="30"/>
                  </a:cubicBezTo>
                  <a:cubicBezTo>
                    <a:pt x="101" y="30"/>
                    <a:pt x="101" y="31"/>
                    <a:pt x="101" y="31"/>
                  </a:cubicBezTo>
                  <a:cubicBezTo>
                    <a:pt x="102" y="32"/>
                    <a:pt x="101" y="37"/>
                    <a:pt x="101" y="38"/>
                  </a:cubicBezTo>
                  <a:cubicBezTo>
                    <a:pt x="100" y="38"/>
                    <a:pt x="98" y="40"/>
                    <a:pt x="97" y="40"/>
                  </a:cubicBezTo>
                  <a:cubicBezTo>
                    <a:pt x="97" y="40"/>
                    <a:pt x="95" y="40"/>
                    <a:pt x="95" y="40"/>
                  </a:cubicBezTo>
                  <a:cubicBezTo>
                    <a:pt x="95" y="40"/>
                    <a:pt x="94" y="40"/>
                    <a:pt x="94" y="40"/>
                  </a:cubicBezTo>
                  <a:cubicBezTo>
                    <a:pt x="94" y="40"/>
                    <a:pt x="94" y="40"/>
                    <a:pt x="93" y="41"/>
                  </a:cubicBezTo>
                  <a:cubicBezTo>
                    <a:pt x="93" y="41"/>
                    <a:pt x="92" y="41"/>
                    <a:pt x="92" y="41"/>
                  </a:cubicBezTo>
                  <a:cubicBezTo>
                    <a:pt x="91" y="41"/>
                    <a:pt x="91" y="42"/>
                    <a:pt x="90" y="42"/>
                  </a:cubicBezTo>
                  <a:cubicBezTo>
                    <a:pt x="89" y="42"/>
                    <a:pt x="87" y="41"/>
                    <a:pt x="86" y="42"/>
                  </a:cubicBezTo>
                  <a:cubicBezTo>
                    <a:pt x="86" y="42"/>
                    <a:pt x="86" y="42"/>
                    <a:pt x="86" y="42"/>
                  </a:cubicBezTo>
                  <a:cubicBezTo>
                    <a:pt x="86" y="42"/>
                    <a:pt x="85" y="42"/>
                    <a:pt x="85" y="42"/>
                  </a:cubicBezTo>
                  <a:cubicBezTo>
                    <a:pt x="84" y="41"/>
                    <a:pt x="80" y="42"/>
                    <a:pt x="79" y="43"/>
                  </a:cubicBezTo>
                  <a:cubicBezTo>
                    <a:pt x="79" y="43"/>
                    <a:pt x="79" y="43"/>
                    <a:pt x="79" y="42"/>
                  </a:cubicBezTo>
                  <a:cubicBezTo>
                    <a:pt x="79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8" y="43"/>
                    <a:pt x="78" y="43"/>
                    <a:pt x="78" y="43"/>
                  </a:cubicBezTo>
                  <a:cubicBezTo>
                    <a:pt x="77" y="44"/>
                    <a:pt x="75" y="44"/>
                    <a:pt x="74" y="45"/>
                  </a:cubicBezTo>
                  <a:cubicBezTo>
                    <a:pt x="74" y="45"/>
                    <a:pt x="74" y="45"/>
                    <a:pt x="73" y="45"/>
                  </a:cubicBezTo>
                  <a:cubicBezTo>
                    <a:pt x="73" y="45"/>
                    <a:pt x="72" y="45"/>
                    <a:pt x="72" y="45"/>
                  </a:cubicBezTo>
                  <a:cubicBezTo>
                    <a:pt x="71" y="45"/>
                    <a:pt x="71" y="46"/>
                    <a:pt x="71" y="46"/>
                  </a:cubicBezTo>
                  <a:cubicBezTo>
                    <a:pt x="70" y="46"/>
                    <a:pt x="70" y="47"/>
                    <a:pt x="70" y="47"/>
                  </a:cubicBezTo>
                  <a:cubicBezTo>
                    <a:pt x="68" y="46"/>
                    <a:pt x="66" y="48"/>
                    <a:pt x="68" y="49"/>
                  </a:cubicBezTo>
                  <a:cubicBezTo>
                    <a:pt x="69" y="49"/>
                    <a:pt x="70" y="49"/>
                    <a:pt x="70" y="49"/>
                  </a:cubicBezTo>
                  <a:cubicBezTo>
                    <a:pt x="71" y="49"/>
                    <a:pt x="74" y="50"/>
                    <a:pt x="74" y="50"/>
                  </a:cubicBezTo>
                  <a:cubicBezTo>
                    <a:pt x="75" y="50"/>
                    <a:pt x="75" y="50"/>
                    <a:pt x="74" y="50"/>
                  </a:cubicBezTo>
                  <a:cubicBezTo>
                    <a:pt x="75" y="50"/>
                    <a:pt x="75" y="51"/>
                    <a:pt x="75" y="51"/>
                  </a:cubicBezTo>
                  <a:cubicBezTo>
                    <a:pt x="76" y="51"/>
                    <a:pt x="81" y="53"/>
                    <a:pt x="82" y="52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82" y="53"/>
                    <a:pt x="84" y="53"/>
                    <a:pt x="85" y="53"/>
                  </a:cubicBezTo>
                  <a:cubicBezTo>
                    <a:pt x="85" y="54"/>
                    <a:pt x="85" y="54"/>
                    <a:pt x="86" y="54"/>
                  </a:cubicBezTo>
                  <a:cubicBezTo>
                    <a:pt x="86" y="54"/>
                    <a:pt x="86" y="55"/>
                    <a:pt x="87" y="55"/>
                  </a:cubicBezTo>
                  <a:cubicBezTo>
                    <a:pt x="87" y="55"/>
                    <a:pt x="88" y="55"/>
                    <a:pt x="88" y="55"/>
                  </a:cubicBezTo>
                  <a:cubicBezTo>
                    <a:pt x="88" y="55"/>
                    <a:pt x="88" y="56"/>
                    <a:pt x="88" y="56"/>
                  </a:cubicBezTo>
                  <a:cubicBezTo>
                    <a:pt x="88" y="57"/>
                    <a:pt x="88" y="57"/>
                    <a:pt x="89" y="58"/>
                  </a:cubicBezTo>
                  <a:cubicBezTo>
                    <a:pt x="89" y="59"/>
                    <a:pt x="89" y="59"/>
                    <a:pt x="88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7" y="62"/>
                    <a:pt x="85" y="63"/>
                    <a:pt x="84" y="64"/>
                  </a:cubicBezTo>
                  <a:cubicBezTo>
                    <a:pt x="84" y="64"/>
                    <a:pt x="83" y="65"/>
                    <a:pt x="83" y="66"/>
                  </a:cubicBezTo>
                  <a:cubicBezTo>
                    <a:pt x="82" y="66"/>
                    <a:pt x="81" y="66"/>
                    <a:pt x="81" y="67"/>
                  </a:cubicBezTo>
                  <a:cubicBezTo>
                    <a:pt x="80" y="67"/>
                    <a:pt x="80" y="67"/>
                    <a:pt x="80" y="67"/>
                  </a:cubicBezTo>
                  <a:cubicBezTo>
                    <a:pt x="79" y="67"/>
                    <a:pt x="77" y="69"/>
                    <a:pt x="77" y="70"/>
                  </a:cubicBezTo>
                  <a:cubicBezTo>
                    <a:pt x="76" y="70"/>
                    <a:pt x="76" y="70"/>
                    <a:pt x="76" y="70"/>
                  </a:cubicBezTo>
                  <a:cubicBezTo>
                    <a:pt x="76" y="70"/>
                    <a:pt x="76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0"/>
                    <a:pt x="75" y="70"/>
                    <a:pt x="75" y="7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75" y="72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5" y="73"/>
                    <a:pt x="75" y="73"/>
                    <a:pt x="75" y="73"/>
                  </a:cubicBezTo>
                  <a:cubicBezTo>
                    <a:pt x="76" y="74"/>
                    <a:pt x="76" y="75"/>
                    <a:pt x="76" y="76"/>
                  </a:cubicBezTo>
                  <a:cubicBezTo>
                    <a:pt x="76" y="76"/>
                    <a:pt x="76" y="76"/>
                    <a:pt x="76" y="76"/>
                  </a:cubicBezTo>
                  <a:cubicBezTo>
                    <a:pt x="76" y="76"/>
                    <a:pt x="76" y="76"/>
                    <a:pt x="77" y="77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8"/>
                    <a:pt x="77" y="79"/>
                    <a:pt x="77" y="80"/>
                  </a:cubicBezTo>
                  <a:cubicBezTo>
                    <a:pt x="77" y="81"/>
                    <a:pt x="78" y="82"/>
                    <a:pt x="78" y="83"/>
                  </a:cubicBezTo>
                  <a:cubicBezTo>
                    <a:pt x="78" y="84"/>
                    <a:pt x="78" y="85"/>
                    <a:pt x="78" y="86"/>
                  </a:cubicBezTo>
                  <a:cubicBezTo>
                    <a:pt x="78" y="86"/>
                    <a:pt x="78" y="87"/>
                    <a:pt x="78" y="87"/>
                  </a:cubicBezTo>
                  <a:cubicBezTo>
                    <a:pt x="78" y="87"/>
                    <a:pt x="78" y="87"/>
                    <a:pt x="78" y="87"/>
                  </a:cubicBezTo>
                  <a:cubicBezTo>
                    <a:pt x="78" y="87"/>
                    <a:pt x="78" y="88"/>
                    <a:pt x="78" y="88"/>
                  </a:cubicBezTo>
                  <a:cubicBezTo>
                    <a:pt x="78" y="88"/>
                    <a:pt x="78" y="88"/>
                    <a:pt x="79" y="87"/>
                  </a:cubicBezTo>
                  <a:cubicBezTo>
                    <a:pt x="79" y="88"/>
                    <a:pt x="79" y="89"/>
                    <a:pt x="79" y="90"/>
                  </a:cubicBezTo>
                  <a:cubicBezTo>
                    <a:pt x="79" y="90"/>
                    <a:pt x="80" y="91"/>
                    <a:pt x="80" y="91"/>
                  </a:cubicBezTo>
                  <a:cubicBezTo>
                    <a:pt x="80" y="91"/>
                    <a:pt x="80" y="92"/>
                    <a:pt x="80" y="92"/>
                  </a:cubicBezTo>
                  <a:cubicBezTo>
                    <a:pt x="80" y="93"/>
                    <a:pt x="81" y="93"/>
                    <a:pt x="81" y="94"/>
                  </a:cubicBezTo>
                  <a:cubicBezTo>
                    <a:pt x="82" y="95"/>
                    <a:pt x="81" y="96"/>
                    <a:pt x="82" y="97"/>
                  </a:cubicBezTo>
                  <a:cubicBezTo>
                    <a:pt x="82" y="98"/>
                    <a:pt x="82" y="98"/>
                    <a:pt x="82" y="99"/>
                  </a:cubicBezTo>
                  <a:cubicBezTo>
                    <a:pt x="82" y="100"/>
                    <a:pt x="82" y="101"/>
                    <a:pt x="82" y="101"/>
                  </a:cubicBezTo>
                  <a:cubicBezTo>
                    <a:pt x="82" y="102"/>
                    <a:pt x="81" y="102"/>
                    <a:pt x="81" y="103"/>
                  </a:cubicBezTo>
                  <a:cubicBezTo>
                    <a:pt x="81" y="103"/>
                    <a:pt x="81" y="103"/>
                    <a:pt x="81" y="103"/>
                  </a:cubicBezTo>
                  <a:cubicBezTo>
                    <a:pt x="81" y="104"/>
                    <a:pt x="81" y="104"/>
                    <a:pt x="81" y="104"/>
                  </a:cubicBezTo>
                  <a:cubicBezTo>
                    <a:pt x="81" y="105"/>
                    <a:pt x="78" y="109"/>
                    <a:pt x="77" y="109"/>
                  </a:cubicBezTo>
                  <a:cubicBezTo>
                    <a:pt x="77" y="109"/>
                    <a:pt x="77" y="110"/>
                    <a:pt x="77" y="110"/>
                  </a:cubicBezTo>
                  <a:cubicBezTo>
                    <a:pt x="77" y="110"/>
                    <a:pt x="76" y="110"/>
                    <a:pt x="76" y="110"/>
                  </a:cubicBezTo>
                  <a:cubicBezTo>
                    <a:pt x="76" y="111"/>
                    <a:pt x="75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6" y="111"/>
                    <a:pt x="76" y="111"/>
                    <a:pt x="76" y="111"/>
                  </a:cubicBezTo>
                  <a:cubicBezTo>
                    <a:pt x="75" y="112"/>
                    <a:pt x="72" y="111"/>
                    <a:pt x="72" y="110"/>
                  </a:cubicBezTo>
                  <a:cubicBezTo>
                    <a:pt x="72" y="110"/>
                    <a:pt x="72" y="109"/>
                    <a:pt x="72" y="109"/>
                  </a:cubicBezTo>
                  <a:cubicBezTo>
                    <a:pt x="72" y="108"/>
                    <a:pt x="73" y="107"/>
                    <a:pt x="73" y="106"/>
                  </a:cubicBezTo>
                  <a:cubicBezTo>
                    <a:pt x="72" y="105"/>
                    <a:pt x="72" y="104"/>
                    <a:pt x="72" y="103"/>
                  </a:cubicBezTo>
                  <a:cubicBezTo>
                    <a:pt x="72" y="103"/>
                    <a:pt x="72" y="102"/>
                    <a:pt x="71" y="101"/>
                  </a:cubicBezTo>
                  <a:cubicBezTo>
                    <a:pt x="71" y="101"/>
                    <a:pt x="72" y="101"/>
                    <a:pt x="72" y="100"/>
                  </a:cubicBezTo>
                  <a:cubicBezTo>
                    <a:pt x="71" y="100"/>
                    <a:pt x="71" y="99"/>
                    <a:pt x="71" y="99"/>
                  </a:cubicBezTo>
                  <a:cubicBezTo>
                    <a:pt x="71" y="98"/>
                    <a:pt x="72" y="97"/>
                    <a:pt x="72" y="96"/>
                  </a:cubicBezTo>
                  <a:cubicBezTo>
                    <a:pt x="72" y="94"/>
                    <a:pt x="71" y="93"/>
                    <a:pt x="71" y="92"/>
                  </a:cubicBezTo>
                  <a:cubicBezTo>
                    <a:pt x="71" y="91"/>
                    <a:pt x="71" y="91"/>
                    <a:pt x="71" y="90"/>
                  </a:cubicBezTo>
                  <a:cubicBezTo>
                    <a:pt x="70" y="89"/>
                    <a:pt x="70" y="88"/>
                    <a:pt x="70" y="87"/>
                  </a:cubicBezTo>
                  <a:cubicBezTo>
                    <a:pt x="70" y="87"/>
                    <a:pt x="69" y="86"/>
                    <a:pt x="69" y="85"/>
                  </a:cubicBezTo>
                  <a:cubicBezTo>
                    <a:pt x="69" y="84"/>
                    <a:pt x="69" y="83"/>
                    <a:pt x="69" y="82"/>
                  </a:cubicBezTo>
                  <a:cubicBezTo>
                    <a:pt x="69" y="81"/>
                    <a:pt x="69" y="81"/>
                    <a:pt x="68" y="80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80"/>
                    <a:pt x="68" y="80"/>
                    <a:pt x="69" y="80"/>
                  </a:cubicBezTo>
                  <a:cubicBezTo>
                    <a:pt x="69" y="80"/>
                    <a:pt x="68" y="80"/>
                    <a:pt x="68" y="80"/>
                  </a:cubicBezTo>
                  <a:cubicBezTo>
                    <a:pt x="68" y="80"/>
                    <a:pt x="69" y="80"/>
                    <a:pt x="69" y="80"/>
                  </a:cubicBezTo>
                  <a:cubicBezTo>
                    <a:pt x="68" y="80"/>
                    <a:pt x="68" y="78"/>
                    <a:pt x="68" y="78"/>
                  </a:cubicBezTo>
                  <a:cubicBezTo>
                    <a:pt x="68" y="78"/>
                    <a:pt x="68" y="78"/>
                    <a:pt x="68" y="78"/>
                  </a:cubicBezTo>
                  <a:cubicBezTo>
                    <a:pt x="68" y="78"/>
                    <a:pt x="68" y="76"/>
                    <a:pt x="68" y="76"/>
                  </a:cubicBezTo>
                  <a:cubicBezTo>
                    <a:pt x="68" y="76"/>
                    <a:pt x="68" y="76"/>
                    <a:pt x="68" y="76"/>
                  </a:cubicBezTo>
                  <a:cubicBezTo>
                    <a:pt x="67" y="76"/>
                    <a:pt x="67" y="75"/>
                    <a:pt x="67" y="75"/>
                  </a:cubicBezTo>
                  <a:cubicBezTo>
                    <a:pt x="67" y="74"/>
                    <a:pt x="67" y="73"/>
                    <a:pt x="67" y="73"/>
                  </a:cubicBezTo>
                  <a:cubicBezTo>
                    <a:pt x="66" y="73"/>
                    <a:pt x="66" y="72"/>
                    <a:pt x="65" y="72"/>
                  </a:cubicBezTo>
                  <a:cubicBezTo>
                    <a:pt x="65" y="72"/>
                    <a:pt x="65" y="72"/>
                    <a:pt x="64" y="72"/>
                  </a:cubicBezTo>
                  <a:cubicBezTo>
                    <a:pt x="63" y="72"/>
                    <a:pt x="62" y="72"/>
                    <a:pt x="61" y="72"/>
                  </a:cubicBezTo>
                  <a:cubicBezTo>
                    <a:pt x="61" y="72"/>
                    <a:pt x="60" y="72"/>
                    <a:pt x="59" y="72"/>
                  </a:cubicBezTo>
                  <a:cubicBezTo>
                    <a:pt x="59" y="72"/>
                    <a:pt x="57" y="72"/>
                    <a:pt x="57" y="72"/>
                  </a:cubicBezTo>
                  <a:cubicBezTo>
                    <a:pt x="56" y="73"/>
                    <a:pt x="54" y="72"/>
                    <a:pt x="53" y="72"/>
                  </a:cubicBezTo>
                  <a:cubicBezTo>
                    <a:pt x="52" y="72"/>
                    <a:pt x="52" y="73"/>
                    <a:pt x="51" y="73"/>
                  </a:cubicBezTo>
                  <a:cubicBezTo>
                    <a:pt x="50" y="72"/>
                    <a:pt x="50" y="72"/>
                    <a:pt x="49" y="72"/>
                  </a:cubicBezTo>
                  <a:cubicBezTo>
                    <a:pt x="48" y="72"/>
                    <a:pt x="48" y="72"/>
                    <a:pt x="47" y="72"/>
                  </a:cubicBezTo>
                  <a:cubicBezTo>
                    <a:pt x="46" y="71"/>
                    <a:pt x="38" y="66"/>
                    <a:pt x="40" y="64"/>
                  </a:cubicBezTo>
                  <a:cubicBezTo>
                    <a:pt x="40" y="64"/>
                    <a:pt x="39" y="63"/>
                    <a:pt x="39" y="62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0" y="60"/>
                    <a:pt x="40" y="60"/>
                    <a:pt x="40" y="59"/>
                  </a:cubicBezTo>
                  <a:cubicBezTo>
                    <a:pt x="40" y="59"/>
                    <a:pt x="41" y="58"/>
                    <a:pt x="41" y="57"/>
                  </a:cubicBezTo>
                  <a:cubicBezTo>
                    <a:pt x="41" y="57"/>
                    <a:pt x="41" y="56"/>
                    <a:pt x="41" y="55"/>
                  </a:cubicBezTo>
                  <a:cubicBezTo>
                    <a:pt x="41" y="55"/>
                    <a:pt x="42" y="54"/>
                    <a:pt x="42" y="54"/>
                  </a:cubicBezTo>
                  <a:cubicBezTo>
                    <a:pt x="43" y="53"/>
                    <a:pt x="43" y="51"/>
                    <a:pt x="45" y="52"/>
                  </a:cubicBezTo>
                  <a:cubicBezTo>
                    <a:pt x="45" y="52"/>
                    <a:pt x="45" y="54"/>
                    <a:pt x="45" y="54"/>
                  </a:cubicBezTo>
                  <a:cubicBezTo>
                    <a:pt x="45" y="55"/>
                    <a:pt x="45" y="57"/>
                    <a:pt x="45" y="58"/>
                  </a:cubicBezTo>
                  <a:cubicBezTo>
                    <a:pt x="46" y="58"/>
                    <a:pt x="46" y="59"/>
                    <a:pt x="46" y="60"/>
                  </a:cubicBezTo>
                  <a:cubicBezTo>
                    <a:pt x="46" y="60"/>
                    <a:pt x="46" y="61"/>
                    <a:pt x="47" y="62"/>
                  </a:cubicBezTo>
                  <a:cubicBezTo>
                    <a:pt x="47" y="62"/>
                    <a:pt x="47" y="62"/>
                    <a:pt x="47" y="63"/>
                  </a:cubicBezTo>
                  <a:cubicBezTo>
                    <a:pt x="47" y="63"/>
                    <a:pt x="48" y="63"/>
                    <a:pt x="48" y="64"/>
                  </a:cubicBezTo>
                  <a:cubicBezTo>
                    <a:pt x="49" y="64"/>
                    <a:pt x="50" y="65"/>
                    <a:pt x="51" y="66"/>
                  </a:cubicBezTo>
                  <a:cubicBezTo>
                    <a:pt x="52" y="66"/>
                    <a:pt x="53" y="66"/>
                    <a:pt x="54" y="66"/>
                  </a:cubicBezTo>
                  <a:cubicBezTo>
                    <a:pt x="54" y="66"/>
                    <a:pt x="54" y="66"/>
                    <a:pt x="54" y="66"/>
                  </a:cubicBezTo>
                  <a:cubicBezTo>
                    <a:pt x="55" y="66"/>
                    <a:pt x="56" y="67"/>
                    <a:pt x="58" y="66"/>
                  </a:cubicBezTo>
                  <a:cubicBezTo>
                    <a:pt x="58" y="66"/>
                    <a:pt x="59" y="66"/>
                    <a:pt x="60" y="66"/>
                  </a:cubicBezTo>
                  <a:cubicBezTo>
                    <a:pt x="60" y="65"/>
                    <a:pt x="61" y="65"/>
                    <a:pt x="62" y="65"/>
                  </a:cubicBezTo>
                  <a:cubicBezTo>
                    <a:pt x="63" y="65"/>
                    <a:pt x="63" y="65"/>
                    <a:pt x="64" y="65"/>
                  </a:cubicBezTo>
                  <a:cubicBezTo>
                    <a:pt x="64" y="65"/>
                    <a:pt x="64" y="64"/>
                    <a:pt x="64" y="64"/>
                  </a:cubicBezTo>
                  <a:cubicBezTo>
                    <a:pt x="64" y="64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4" y="63"/>
                    <a:pt x="64" y="63"/>
                    <a:pt x="64" y="63"/>
                  </a:cubicBezTo>
                  <a:cubicBezTo>
                    <a:pt x="63" y="62"/>
                    <a:pt x="63" y="61"/>
                    <a:pt x="63" y="60"/>
                  </a:cubicBezTo>
                  <a:cubicBezTo>
                    <a:pt x="63" y="59"/>
                    <a:pt x="62" y="59"/>
                    <a:pt x="61" y="58"/>
                  </a:cubicBezTo>
                  <a:cubicBezTo>
                    <a:pt x="61" y="58"/>
                    <a:pt x="61" y="58"/>
                    <a:pt x="61" y="58"/>
                  </a:cubicBezTo>
                  <a:cubicBezTo>
                    <a:pt x="61" y="58"/>
                    <a:pt x="61" y="57"/>
                    <a:pt x="61" y="57"/>
                  </a:cubicBezTo>
                  <a:cubicBezTo>
                    <a:pt x="60" y="55"/>
                    <a:pt x="54" y="51"/>
                    <a:pt x="54" y="50"/>
                  </a:cubicBezTo>
                  <a:cubicBezTo>
                    <a:pt x="53" y="50"/>
                    <a:pt x="53" y="49"/>
                    <a:pt x="54" y="49"/>
                  </a:cubicBezTo>
                  <a:cubicBezTo>
                    <a:pt x="54" y="48"/>
                    <a:pt x="56" y="46"/>
                    <a:pt x="56" y="46"/>
                  </a:cubicBezTo>
                  <a:cubicBezTo>
                    <a:pt x="57" y="45"/>
                    <a:pt x="58" y="45"/>
                    <a:pt x="58" y="45"/>
                  </a:cubicBezTo>
                  <a:cubicBezTo>
                    <a:pt x="59" y="45"/>
                    <a:pt x="59" y="45"/>
                    <a:pt x="60" y="45"/>
                  </a:cubicBezTo>
                  <a:cubicBezTo>
                    <a:pt x="60" y="45"/>
                    <a:pt x="60" y="45"/>
                    <a:pt x="61" y="45"/>
                  </a:cubicBezTo>
                  <a:cubicBezTo>
                    <a:pt x="61" y="45"/>
                    <a:pt x="61" y="44"/>
                    <a:pt x="62" y="44"/>
                  </a:cubicBezTo>
                  <a:cubicBezTo>
                    <a:pt x="62" y="43"/>
                    <a:pt x="63" y="43"/>
                    <a:pt x="64" y="43"/>
                  </a:cubicBezTo>
                  <a:cubicBezTo>
                    <a:pt x="64" y="43"/>
                    <a:pt x="65" y="43"/>
                    <a:pt x="65" y="42"/>
                  </a:cubicBezTo>
                  <a:cubicBezTo>
                    <a:pt x="65" y="42"/>
                    <a:pt x="65" y="42"/>
                    <a:pt x="66" y="41"/>
                  </a:cubicBezTo>
                  <a:cubicBezTo>
                    <a:pt x="65" y="41"/>
                    <a:pt x="65" y="41"/>
                    <a:pt x="64" y="41"/>
                  </a:cubicBezTo>
                  <a:cubicBezTo>
                    <a:pt x="64" y="40"/>
                    <a:pt x="63" y="40"/>
                    <a:pt x="63" y="40"/>
                  </a:cubicBezTo>
                  <a:cubicBezTo>
                    <a:pt x="62" y="40"/>
                    <a:pt x="62" y="40"/>
                    <a:pt x="61" y="40"/>
                  </a:cubicBezTo>
                  <a:cubicBezTo>
                    <a:pt x="61" y="40"/>
                    <a:pt x="60" y="40"/>
                    <a:pt x="59" y="40"/>
                  </a:cubicBezTo>
                  <a:cubicBezTo>
                    <a:pt x="59" y="40"/>
                    <a:pt x="59" y="40"/>
                    <a:pt x="58" y="40"/>
                  </a:cubicBezTo>
                  <a:cubicBezTo>
                    <a:pt x="58" y="39"/>
                    <a:pt x="57" y="39"/>
                    <a:pt x="56" y="39"/>
                  </a:cubicBezTo>
                  <a:cubicBezTo>
                    <a:pt x="55" y="39"/>
                    <a:pt x="54" y="39"/>
                    <a:pt x="52" y="39"/>
                  </a:cubicBezTo>
                  <a:cubicBezTo>
                    <a:pt x="52" y="39"/>
                    <a:pt x="51" y="39"/>
                    <a:pt x="51" y="38"/>
                  </a:cubicBezTo>
                  <a:cubicBezTo>
                    <a:pt x="51" y="38"/>
                    <a:pt x="50" y="39"/>
                    <a:pt x="50" y="39"/>
                  </a:cubicBezTo>
                  <a:cubicBezTo>
                    <a:pt x="50" y="39"/>
                    <a:pt x="49" y="39"/>
                    <a:pt x="49" y="39"/>
                  </a:cubicBezTo>
                  <a:cubicBezTo>
                    <a:pt x="48" y="38"/>
                    <a:pt x="47" y="39"/>
                    <a:pt x="46" y="38"/>
                  </a:cubicBezTo>
                  <a:cubicBezTo>
                    <a:pt x="46" y="38"/>
                    <a:pt x="45" y="38"/>
                    <a:pt x="45" y="38"/>
                  </a:cubicBezTo>
                  <a:cubicBezTo>
                    <a:pt x="44" y="38"/>
                    <a:pt x="43" y="38"/>
                    <a:pt x="42" y="38"/>
                  </a:cubicBezTo>
                  <a:cubicBezTo>
                    <a:pt x="42" y="38"/>
                    <a:pt x="41" y="38"/>
                    <a:pt x="40" y="38"/>
                  </a:cubicBezTo>
                  <a:cubicBezTo>
                    <a:pt x="40" y="38"/>
                    <a:pt x="39" y="38"/>
                    <a:pt x="39" y="38"/>
                  </a:cubicBezTo>
                  <a:cubicBezTo>
                    <a:pt x="38" y="38"/>
                    <a:pt x="37" y="38"/>
                    <a:pt x="36" y="38"/>
                  </a:cubicBezTo>
                  <a:cubicBezTo>
                    <a:pt x="36" y="38"/>
                    <a:pt x="35" y="38"/>
                    <a:pt x="34" y="38"/>
                  </a:cubicBezTo>
                  <a:cubicBezTo>
                    <a:pt x="33" y="38"/>
                    <a:pt x="33" y="39"/>
                    <a:pt x="33" y="39"/>
                  </a:cubicBezTo>
                  <a:cubicBezTo>
                    <a:pt x="32" y="40"/>
                    <a:pt x="31" y="40"/>
                    <a:pt x="30" y="41"/>
                  </a:cubicBezTo>
                  <a:cubicBezTo>
                    <a:pt x="29" y="41"/>
                    <a:pt x="29" y="42"/>
                    <a:pt x="28" y="43"/>
                  </a:cubicBezTo>
                  <a:cubicBezTo>
                    <a:pt x="27" y="44"/>
                    <a:pt x="26" y="46"/>
                    <a:pt x="24" y="48"/>
                  </a:cubicBezTo>
                  <a:cubicBezTo>
                    <a:pt x="23" y="49"/>
                    <a:pt x="22" y="50"/>
                    <a:pt x="21" y="51"/>
                  </a:cubicBezTo>
                  <a:cubicBezTo>
                    <a:pt x="20" y="52"/>
                    <a:pt x="19" y="53"/>
                    <a:pt x="18" y="53"/>
                  </a:cubicBezTo>
                  <a:cubicBezTo>
                    <a:pt x="18" y="53"/>
                    <a:pt x="18" y="53"/>
                    <a:pt x="18" y="53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8" y="54"/>
                    <a:pt x="18" y="54"/>
                  </a:cubicBezTo>
                  <a:cubicBezTo>
                    <a:pt x="18" y="54"/>
                    <a:pt x="17" y="55"/>
                    <a:pt x="17" y="56"/>
                  </a:cubicBezTo>
                  <a:cubicBezTo>
                    <a:pt x="17" y="56"/>
                    <a:pt x="17" y="56"/>
                    <a:pt x="17" y="56"/>
                  </a:cubicBezTo>
                  <a:cubicBezTo>
                    <a:pt x="17" y="56"/>
                    <a:pt x="16" y="56"/>
                    <a:pt x="16" y="56"/>
                  </a:cubicBezTo>
                  <a:cubicBezTo>
                    <a:pt x="16" y="56"/>
                    <a:pt x="15" y="56"/>
                    <a:pt x="15" y="56"/>
                  </a:cubicBezTo>
                  <a:cubicBezTo>
                    <a:pt x="15" y="57"/>
                    <a:pt x="15" y="57"/>
                    <a:pt x="14" y="57"/>
                  </a:cubicBezTo>
                  <a:cubicBezTo>
                    <a:pt x="14" y="57"/>
                    <a:pt x="13" y="57"/>
                    <a:pt x="12" y="57"/>
                  </a:cubicBezTo>
                  <a:cubicBezTo>
                    <a:pt x="11" y="57"/>
                    <a:pt x="11" y="57"/>
                    <a:pt x="10" y="57"/>
                  </a:cubicBezTo>
                  <a:cubicBezTo>
                    <a:pt x="9" y="57"/>
                    <a:pt x="9" y="56"/>
                    <a:pt x="8" y="56"/>
                  </a:cubicBezTo>
                  <a:cubicBezTo>
                    <a:pt x="8" y="55"/>
                    <a:pt x="7" y="54"/>
                    <a:pt x="7" y="54"/>
                  </a:cubicBezTo>
                  <a:cubicBezTo>
                    <a:pt x="7" y="53"/>
                    <a:pt x="8" y="52"/>
                    <a:pt x="8" y="51"/>
                  </a:cubicBezTo>
                  <a:cubicBezTo>
                    <a:pt x="8" y="51"/>
                    <a:pt x="8" y="51"/>
                    <a:pt x="9" y="51"/>
                  </a:cubicBezTo>
                  <a:cubicBezTo>
                    <a:pt x="9" y="50"/>
                    <a:pt x="9" y="50"/>
                    <a:pt x="9" y="49"/>
                  </a:cubicBezTo>
                  <a:cubicBezTo>
                    <a:pt x="9" y="48"/>
                    <a:pt x="9" y="48"/>
                    <a:pt x="9" y="47"/>
                  </a:cubicBezTo>
                  <a:cubicBezTo>
                    <a:pt x="10" y="47"/>
                    <a:pt x="9" y="46"/>
                    <a:pt x="10" y="46"/>
                  </a:cubicBezTo>
                  <a:cubicBezTo>
                    <a:pt x="10" y="45"/>
                    <a:pt x="10" y="45"/>
                    <a:pt x="10" y="45"/>
                  </a:cubicBezTo>
                  <a:cubicBezTo>
                    <a:pt x="10" y="44"/>
                    <a:pt x="10" y="44"/>
                    <a:pt x="11" y="44"/>
                  </a:cubicBezTo>
                  <a:cubicBezTo>
                    <a:pt x="11" y="43"/>
                    <a:pt x="11" y="43"/>
                    <a:pt x="11" y="43"/>
                  </a:cubicBezTo>
                  <a:cubicBezTo>
                    <a:pt x="11" y="42"/>
                    <a:pt x="12" y="42"/>
                    <a:pt x="12" y="41"/>
                  </a:cubicBezTo>
                  <a:cubicBezTo>
                    <a:pt x="12" y="41"/>
                    <a:pt x="12" y="40"/>
                    <a:pt x="12" y="39"/>
                  </a:cubicBezTo>
                  <a:cubicBezTo>
                    <a:pt x="12" y="39"/>
                    <a:pt x="12" y="39"/>
                    <a:pt x="12" y="39"/>
                  </a:cubicBezTo>
                  <a:cubicBezTo>
                    <a:pt x="12" y="38"/>
                    <a:pt x="11" y="38"/>
                    <a:pt x="10" y="38"/>
                  </a:cubicBezTo>
                  <a:cubicBezTo>
                    <a:pt x="9" y="38"/>
                    <a:pt x="9" y="38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8" y="37"/>
                    <a:pt x="8" y="37"/>
                    <a:pt x="8" y="37"/>
                  </a:cubicBezTo>
                  <a:cubicBezTo>
                    <a:pt x="6" y="37"/>
                    <a:pt x="6" y="36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5"/>
                    <a:pt x="5" y="35"/>
                  </a:cubicBezTo>
                  <a:cubicBezTo>
                    <a:pt x="5" y="35"/>
                    <a:pt x="5" y="34"/>
                    <a:pt x="4" y="34"/>
                  </a:cubicBezTo>
                  <a:cubicBezTo>
                    <a:pt x="3" y="33"/>
                    <a:pt x="3" y="32"/>
                    <a:pt x="2" y="31"/>
                  </a:cubicBezTo>
                  <a:cubicBezTo>
                    <a:pt x="2" y="31"/>
                    <a:pt x="2" y="30"/>
                    <a:pt x="2" y="30"/>
                  </a:cubicBezTo>
                  <a:cubicBezTo>
                    <a:pt x="1" y="29"/>
                    <a:pt x="1" y="29"/>
                    <a:pt x="1" y="28"/>
                  </a:cubicBezTo>
                  <a:cubicBezTo>
                    <a:pt x="0" y="28"/>
                    <a:pt x="0" y="27"/>
                    <a:pt x="0" y="27"/>
                  </a:cubicBezTo>
                  <a:cubicBezTo>
                    <a:pt x="0" y="27"/>
                    <a:pt x="0" y="26"/>
                    <a:pt x="0" y="26"/>
                  </a:cubicBezTo>
                  <a:cubicBezTo>
                    <a:pt x="1" y="26"/>
                    <a:pt x="1" y="25"/>
                    <a:pt x="2" y="26"/>
                  </a:cubicBezTo>
                  <a:cubicBezTo>
                    <a:pt x="2" y="26"/>
                    <a:pt x="2" y="26"/>
                    <a:pt x="2" y="25"/>
                  </a:cubicBezTo>
                  <a:cubicBezTo>
                    <a:pt x="3" y="26"/>
                    <a:pt x="4" y="26"/>
                    <a:pt x="5" y="27"/>
                  </a:cubicBezTo>
                  <a:cubicBezTo>
                    <a:pt x="7" y="27"/>
                    <a:pt x="8" y="28"/>
                    <a:pt x="9" y="29"/>
                  </a:cubicBezTo>
                  <a:cubicBezTo>
                    <a:pt x="10" y="28"/>
                    <a:pt x="12" y="29"/>
                    <a:pt x="12" y="29"/>
                  </a:cubicBezTo>
                  <a:cubicBezTo>
                    <a:pt x="13" y="28"/>
                    <a:pt x="14" y="28"/>
                    <a:pt x="15" y="28"/>
                  </a:cubicBezTo>
                  <a:cubicBezTo>
                    <a:pt x="15" y="28"/>
                    <a:pt x="15" y="29"/>
                    <a:pt x="16" y="29"/>
                  </a:cubicBezTo>
                  <a:cubicBezTo>
                    <a:pt x="16" y="29"/>
                    <a:pt x="16" y="29"/>
                    <a:pt x="16" y="29"/>
                  </a:cubicBezTo>
                  <a:cubicBezTo>
                    <a:pt x="16" y="29"/>
                    <a:pt x="17" y="28"/>
                    <a:pt x="17" y="28"/>
                  </a:cubicBezTo>
                  <a:cubicBezTo>
                    <a:pt x="18" y="28"/>
                    <a:pt x="18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19" y="29"/>
                    <a:pt x="19" y="29"/>
                    <a:pt x="19" y="29"/>
                  </a:cubicBezTo>
                  <a:cubicBezTo>
                    <a:pt x="20" y="29"/>
                    <a:pt x="25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6" y="29"/>
                    <a:pt x="27" y="29"/>
                    <a:pt x="27" y="29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8" y="29"/>
                    <a:pt x="29" y="29"/>
                    <a:pt x="29" y="29"/>
                  </a:cubicBezTo>
                  <a:cubicBezTo>
                    <a:pt x="29" y="29"/>
                    <a:pt x="32" y="29"/>
                    <a:pt x="32" y="29"/>
                  </a:cubicBezTo>
                  <a:cubicBezTo>
                    <a:pt x="33" y="29"/>
                    <a:pt x="33" y="28"/>
                    <a:pt x="34" y="28"/>
                  </a:cubicBezTo>
                  <a:cubicBezTo>
                    <a:pt x="34" y="28"/>
                    <a:pt x="36" y="27"/>
                    <a:pt x="36" y="27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36" y="26"/>
                    <a:pt x="37" y="26"/>
                    <a:pt x="37" y="26"/>
                  </a:cubicBezTo>
                  <a:cubicBezTo>
                    <a:pt x="37" y="25"/>
                    <a:pt x="38" y="25"/>
                    <a:pt x="38" y="25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8" y="24"/>
                    <a:pt x="39" y="23"/>
                    <a:pt x="39" y="22"/>
                  </a:cubicBezTo>
                  <a:cubicBezTo>
                    <a:pt x="39" y="22"/>
                    <a:pt x="38" y="21"/>
                    <a:pt x="37" y="21"/>
                  </a:cubicBezTo>
                  <a:cubicBezTo>
                    <a:pt x="37" y="21"/>
                    <a:pt x="36" y="21"/>
                    <a:pt x="36" y="21"/>
                  </a:cubicBezTo>
                  <a:cubicBezTo>
                    <a:pt x="36" y="21"/>
                    <a:pt x="35" y="20"/>
                    <a:pt x="35" y="20"/>
                  </a:cubicBezTo>
                  <a:cubicBezTo>
                    <a:pt x="34" y="20"/>
                    <a:pt x="33" y="20"/>
                    <a:pt x="33" y="20"/>
                  </a:cubicBezTo>
                  <a:cubicBezTo>
                    <a:pt x="32" y="20"/>
                    <a:pt x="32" y="20"/>
                    <a:pt x="31" y="20"/>
                  </a:cubicBezTo>
                  <a:cubicBezTo>
                    <a:pt x="31" y="19"/>
                    <a:pt x="31" y="19"/>
                    <a:pt x="31" y="19"/>
                  </a:cubicBezTo>
                  <a:cubicBezTo>
                    <a:pt x="31" y="19"/>
                    <a:pt x="30" y="19"/>
                    <a:pt x="30" y="18"/>
                  </a:cubicBezTo>
                  <a:cubicBezTo>
                    <a:pt x="30" y="18"/>
                    <a:pt x="31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0" y="15"/>
                    <a:pt x="30" y="12"/>
                    <a:pt x="30" y="12"/>
                  </a:cubicBezTo>
                  <a:cubicBezTo>
                    <a:pt x="30" y="12"/>
                    <a:pt x="30" y="12"/>
                    <a:pt x="30" y="12"/>
                  </a:cubicBezTo>
                  <a:cubicBezTo>
                    <a:pt x="31" y="11"/>
                    <a:pt x="31" y="11"/>
                    <a:pt x="32" y="12"/>
                  </a:cubicBezTo>
                  <a:cubicBezTo>
                    <a:pt x="33" y="12"/>
                    <a:pt x="33" y="11"/>
                    <a:pt x="34" y="12"/>
                  </a:cubicBezTo>
                  <a:cubicBezTo>
                    <a:pt x="34" y="12"/>
                    <a:pt x="35" y="12"/>
                    <a:pt x="35" y="12"/>
                  </a:cubicBezTo>
                  <a:cubicBezTo>
                    <a:pt x="36" y="12"/>
                    <a:pt x="36" y="12"/>
                    <a:pt x="37" y="12"/>
                  </a:cubicBezTo>
                  <a:cubicBezTo>
                    <a:pt x="37" y="12"/>
                    <a:pt x="38" y="12"/>
                    <a:pt x="39" y="13"/>
                  </a:cubicBezTo>
                  <a:cubicBezTo>
                    <a:pt x="39" y="13"/>
                    <a:pt x="40" y="13"/>
                    <a:pt x="40" y="13"/>
                  </a:cubicBezTo>
                  <a:cubicBezTo>
                    <a:pt x="40" y="13"/>
                    <a:pt x="41" y="13"/>
                    <a:pt x="41" y="13"/>
                  </a:cubicBezTo>
                  <a:cubicBezTo>
                    <a:pt x="42" y="13"/>
                    <a:pt x="42" y="13"/>
                    <a:pt x="42" y="13"/>
                  </a:cubicBezTo>
                  <a:cubicBezTo>
                    <a:pt x="43" y="13"/>
                    <a:pt x="43" y="13"/>
                    <a:pt x="44" y="13"/>
                  </a:cubicBezTo>
                  <a:cubicBezTo>
                    <a:pt x="45" y="13"/>
                    <a:pt x="45" y="14"/>
                    <a:pt x="46" y="14"/>
                  </a:cubicBezTo>
                  <a:cubicBezTo>
                    <a:pt x="47" y="14"/>
                    <a:pt x="48" y="13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8" y="14"/>
                    <a:pt x="48" y="14"/>
                    <a:pt x="48" y="14"/>
                  </a:cubicBezTo>
                  <a:cubicBezTo>
                    <a:pt x="49" y="14"/>
                    <a:pt x="50" y="14"/>
                    <a:pt x="51" y="14"/>
                  </a:cubicBezTo>
                  <a:cubicBezTo>
                    <a:pt x="51" y="14"/>
                    <a:pt x="51" y="13"/>
                    <a:pt x="51" y="13"/>
                  </a:cubicBezTo>
                  <a:cubicBezTo>
                    <a:pt x="52" y="13"/>
                    <a:pt x="52" y="12"/>
                    <a:pt x="53" y="12"/>
                  </a:cubicBezTo>
                  <a:cubicBezTo>
                    <a:pt x="53" y="11"/>
                    <a:pt x="54" y="11"/>
                    <a:pt x="55" y="11"/>
                  </a:cubicBezTo>
                  <a:cubicBezTo>
                    <a:pt x="56" y="10"/>
                    <a:pt x="56" y="9"/>
                    <a:pt x="57" y="8"/>
                  </a:cubicBezTo>
                  <a:cubicBezTo>
                    <a:pt x="58" y="7"/>
                    <a:pt x="59" y="7"/>
                    <a:pt x="60" y="7"/>
                  </a:cubicBezTo>
                  <a:cubicBezTo>
                    <a:pt x="62" y="5"/>
                    <a:pt x="61" y="4"/>
                    <a:pt x="63" y="4"/>
                  </a:cubicBezTo>
                  <a:cubicBezTo>
                    <a:pt x="64" y="4"/>
                    <a:pt x="64" y="4"/>
                    <a:pt x="64" y="4"/>
                  </a:cubicBezTo>
                  <a:cubicBezTo>
                    <a:pt x="64" y="4"/>
                    <a:pt x="64" y="3"/>
                    <a:pt x="65" y="3"/>
                  </a:cubicBezTo>
                  <a:cubicBezTo>
                    <a:pt x="65" y="3"/>
                    <a:pt x="66" y="2"/>
                    <a:pt x="67" y="2"/>
                  </a:cubicBezTo>
                  <a:cubicBezTo>
                    <a:pt x="67" y="1"/>
                    <a:pt x="67" y="1"/>
                    <a:pt x="68" y="1"/>
                  </a:cubicBezTo>
                  <a:cubicBezTo>
                    <a:pt x="69" y="1"/>
                    <a:pt x="70" y="1"/>
                    <a:pt x="70" y="0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0"/>
                    <a:pt x="71" y="0"/>
                    <a:pt x="71" y="0"/>
                  </a:cubicBezTo>
                  <a:cubicBezTo>
                    <a:pt x="72" y="1"/>
                    <a:pt x="72" y="2"/>
                    <a:pt x="72" y="2"/>
                  </a:cubicBezTo>
                  <a:cubicBezTo>
                    <a:pt x="71" y="3"/>
                    <a:pt x="71" y="7"/>
                    <a:pt x="72" y="8"/>
                  </a:cubicBezTo>
                  <a:cubicBezTo>
                    <a:pt x="72" y="8"/>
                    <a:pt x="72" y="8"/>
                    <a:pt x="72" y="8"/>
                  </a:cubicBezTo>
                  <a:cubicBezTo>
                    <a:pt x="72" y="8"/>
                    <a:pt x="71" y="9"/>
                    <a:pt x="71" y="9"/>
                  </a:cubicBezTo>
                  <a:cubicBezTo>
                    <a:pt x="71" y="9"/>
                    <a:pt x="71" y="10"/>
                    <a:pt x="72" y="10"/>
                  </a:cubicBezTo>
                  <a:cubicBezTo>
                    <a:pt x="72" y="10"/>
                    <a:pt x="72" y="10"/>
                    <a:pt x="72" y="10"/>
                  </a:cubicBezTo>
                  <a:cubicBezTo>
                    <a:pt x="72" y="10"/>
                    <a:pt x="71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2"/>
                    <a:pt x="72" y="12"/>
                    <a:pt x="72" y="12"/>
                  </a:cubicBezTo>
                  <a:cubicBezTo>
                    <a:pt x="72" y="13"/>
                    <a:pt x="72" y="13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4"/>
                    <a:pt x="72" y="14"/>
                    <a:pt x="72" y="14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2" y="15"/>
                    <a:pt x="72" y="16"/>
                    <a:pt x="72" y="16"/>
                  </a:cubicBezTo>
                  <a:cubicBezTo>
                    <a:pt x="72" y="16"/>
                    <a:pt x="72" y="16"/>
                    <a:pt x="73" y="17"/>
                  </a:cubicBezTo>
                  <a:cubicBezTo>
                    <a:pt x="72" y="18"/>
                    <a:pt x="72" y="20"/>
                    <a:pt x="70" y="21"/>
                  </a:cubicBezTo>
                  <a:cubicBezTo>
                    <a:pt x="69" y="21"/>
                    <a:pt x="69" y="21"/>
                    <a:pt x="68" y="21"/>
                  </a:cubicBezTo>
                  <a:cubicBezTo>
                    <a:pt x="68" y="21"/>
                    <a:pt x="68" y="21"/>
                    <a:pt x="68" y="20"/>
                  </a:cubicBezTo>
                  <a:cubicBezTo>
                    <a:pt x="68" y="21"/>
                    <a:pt x="68" y="21"/>
                    <a:pt x="68" y="21"/>
                  </a:cubicBezTo>
                  <a:cubicBezTo>
                    <a:pt x="67" y="21"/>
                    <a:pt x="66" y="21"/>
                    <a:pt x="66" y="21"/>
                  </a:cubicBezTo>
                  <a:cubicBezTo>
                    <a:pt x="66" y="21"/>
                    <a:pt x="65" y="22"/>
                    <a:pt x="65" y="22"/>
                  </a:cubicBezTo>
                  <a:cubicBezTo>
                    <a:pt x="64" y="22"/>
                    <a:pt x="61" y="23"/>
                    <a:pt x="61" y="22"/>
                  </a:cubicBezTo>
                  <a:cubicBezTo>
                    <a:pt x="60" y="23"/>
                    <a:pt x="58" y="23"/>
                    <a:pt x="57" y="23"/>
                  </a:cubicBezTo>
                  <a:cubicBezTo>
                    <a:pt x="57" y="23"/>
                    <a:pt x="56" y="23"/>
                    <a:pt x="56" y="23"/>
                  </a:cubicBezTo>
                  <a:cubicBezTo>
                    <a:pt x="56" y="23"/>
                    <a:pt x="56" y="23"/>
                    <a:pt x="56" y="23"/>
                  </a:cubicBezTo>
                  <a:cubicBezTo>
                    <a:pt x="55" y="24"/>
                    <a:pt x="53" y="24"/>
                    <a:pt x="52" y="25"/>
                  </a:cubicBezTo>
                  <a:cubicBezTo>
                    <a:pt x="50" y="25"/>
                    <a:pt x="48" y="25"/>
                    <a:pt x="47" y="26"/>
                  </a:cubicBezTo>
                  <a:cubicBezTo>
                    <a:pt x="47" y="26"/>
                    <a:pt x="46" y="26"/>
                    <a:pt x="46" y="26"/>
                  </a:cubicBezTo>
                  <a:cubicBezTo>
                    <a:pt x="45" y="26"/>
                    <a:pt x="43" y="29"/>
                    <a:pt x="43" y="29"/>
                  </a:cubicBezTo>
                  <a:cubicBezTo>
                    <a:pt x="43" y="29"/>
                    <a:pt x="43" y="30"/>
                    <a:pt x="43" y="30"/>
                  </a:cubicBezTo>
                  <a:cubicBezTo>
                    <a:pt x="43" y="31"/>
                    <a:pt x="45" y="30"/>
                    <a:pt x="46" y="30"/>
                  </a:cubicBezTo>
                  <a:cubicBezTo>
                    <a:pt x="46" y="30"/>
                    <a:pt x="46" y="31"/>
                    <a:pt x="46" y="31"/>
                  </a:cubicBezTo>
                  <a:cubicBezTo>
                    <a:pt x="47" y="31"/>
                    <a:pt x="49" y="30"/>
                    <a:pt x="49" y="31"/>
                  </a:cubicBezTo>
                  <a:cubicBezTo>
                    <a:pt x="49" y="31"/>
                    <a:pt x="49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0" y="31"/>
                    <a:pt x="50" y="31"/>
                    <a:pt x="50" y="31"/>
                  </a:cubicBezTo>
                  <a:cubicBezTo>
                    <a:pt x="51" y="31"/>
                    <a:pt x="53" y="31"/>
                    <a:pt x="54" y="31"/>
                  </a:cubicBezTo>
                  <a:cubicBezTo>
                    <a:pt x="54" y="32"/>
                    <a:pt x="54" y="32"/>
                    <a:pt x="54" y="32"/>
                  </a:cubicBezTo>
                  <a:cubicBezTo>
                    <a:pt x="54" y="31"/>
                    <a:pt x="58" y="32"/>
                    <a:pt x="58" y="31"/>
                  </a:cubicBezTo>
                  <a:cubicBezTo>
                    <a:pt x="58" y="31"/>
                    <a:pt x="58" y="32"/>
                    <a:pt x="58" y="32"/>
                  </a:cubicBezTo>
                  <a:cubicBezTo>
                    <a:pt x="58" y="32"/>
                    <a:pt x="58" y="32"/>
                    <a:pt x="58" y="32"/>
                  </a:cubicBezTo>
                  <a:cubicBezTo>
                    <a:pt x="60" y="31"/>
                    <a:pt x="60" y="32"/>
                    <a:pt x="61" y="32"/>
                  </a:cubicBezTo>
                  <a:cubicBezTo>
                    <a:pt x="62" y="32"/>
                    <a:pt x="62" y="32"/>
                    <a:pt x="62" y="32"/>
                  </a:cubicBezTo>
                  <a:cubicBezTo>
                    <a:pt x="63" y="32"/>
                    <a:pt x="64" y="32"/>
                    <a:pt x="64" y="32"/>
                  </a:cubicBezTo>
                  <a:cubicBezTo>
                    <a:pt x="65" y="32"/>
                    <a:pt x="65" y="32"/>
                    <a:pt x="66" y="32"/>
                  </a:cubicBezTo>
                  <a:cubicBezTo>
                    <a:pt x="66" y="32"/>
                    <a:pt x="68" y="32"/>
                    <a:pt x="69" y="32"/>
                  </a:cubicBezTo>
                  <a:cubicBezTo>
                    <a:pt x="70" y="33"/>
                    <a:pt x="72" y="32"/>
                    <a:pt x="72" y="32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4" y="32"/>
                    <a:pt x="76" y="33"/>
                    <a:pt x="77" y="32"/>
                  </a:cubicBezTo>
                  <a:cubicBezTo>
                    <a:pt x="77" y="32"/>
                    <a:pt x="78" y="31"/>
                    <a:pt x="78" y="31"/>
                  </a:cubicBezTo>
                  <a:cubicBezTo>
                    <a:pt x="79" y="31"/>
                    <a:pt x="79" y="30"/>
                    <a:pt x="79" y="30"/>
                  </a:cubicBezTo>
                  <a:cubicBezTo>
                    <a:pt x="80" y="30"/>
                    <a:pt x="82" y="29"/>
                    <a:pt x="82" y="28"/>
                  </a:cubicBezTo>
                  <a:cubicBezTo>
                    <a:pt x="83" y="28"/>
                    <a:pt x="83" y="28"/>
                    <a:pt x="83" y="27"/>
                  </a:cubicBezTo>
                  <a:cubicBezTo>
                    <a:pt x="83" y="27"/>
                    <a:pt x="83" y="27"/>
                    <a:pt x="83" y="28"/>
                  </a:cubicBezTo>
                  <a:cubicBezTo>
                    <a:pt x="84" y="26"/>
                    <a:pt x="85" y="25"/>
                    <a:pt x="86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87" y="22"/>
                    <a:pt x="88" y="21"/>
                    <a:pt x="88" y="21"/>
                  </a:cubicBezTo>
                  <a:cubicBezTo>
                    <a:pt x="88" y="21"/>
                    <a:pt x="89" y="20"/>
                    <a:pt x="89" y="20"/>
                  </a:cubicBezTo>
                  <a:cubicBezTo>
                    <a:pt x="89" y="20"/>
                    <a:pt x="91" y="18"/>
                    <a:pt x="91" y="18"/>
                  </a:cubicBezTo>
                  <a:cubicBezTo>
                    <a:pt x="91" y="17"/>
                    <a:pt x="92" y="17"/>
                    <a:pt x="93" y="17"/>
                  </a:cubicBezTo>
                  <a:cubicBezTo>
                    <a:pt x="93" y="17"/>
                    <a:pt x="94" y="17"/>
                    <a:pt x="94" y="17"/>
                  </a:cubicBezTo>
                  <a:cubicBezTo>
                    <a:pt x="94" y="17"/>
                    <a:pt x="94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ubicBezTo>
                    <a:pt x="95" y="17"/>
                    <a:pt x="95" y="17"/>
                    <a:pt x="95" y="1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3" name="Freeform 11"/>
            <p:cNvSpPr>
              <a:spLocks noEditPoints="1"/>
            </p:cNvSpPr>
            <p:nvPr/>
          </p:nvSpPr>
          <p:spPr bwMode="auto">
            <a:xfrm>
              <a:off x="6896100" y="2768600"/>
              <a:ext cx="239713" cy="188913"/>
            </a:xfrm>
            <a:custGeom>
              <a:avLst/>
              <a:gdLst>
                <a:gd name="T0" fmla="*/ 30 w 88"/>
                <a:gd name="T1" fmla="*/ 47 h 69"/>
                <a:gd name="T2" fmla="*/ 35 w 88"/>
                <a:gd name="T3" fmla="*/ 52 h 69"/>
                <a:gd name="T4" fmla="*/ 38 w 88"/>
                <a:gd name="T5" fmla="*/ 57 h 69"/>
                <a:gd name="T6" fmla="*/ 41 w 88"/>
                <a:gd name="T7" fmla="*/ 64 h 69"/>
                <a:gd name="T8" fmla="*/ 40 w 88"/>
                <a:gd name="T9" fmla="*/ 68 h 69"/>
                <a:gd name="T10" fmla="*/ 35 w 88"/>
                <a:gd name="T11" fmla="*/ 66 h 69"/>
                <a:gd name="T12" fmla="*/ 28 w 88"/>
                <a:gd name="T13" fmla="*/ 65 h 69"/>
                <a:gd name="T14" fmla="*/ 28 w 88"/>
                <a:gd name="T15" fmla="*/ 60 h 69"/>
                <a:gd name="T16" fmla="*/ 27 w 88"/>
                <a:gd name="T17" fmla="*/ 51 h 69"/>
                <a:gd name="T18" fmla="*/ 25 w 88"/>
                <a:gd name="T19" fmla="*/ 47 h 69"/>
                <a:gd name="T20" fmla="*/ 25 w 88"/>
                <a:gd name="T21" fmla="*/ 45 h 69"/>
                <a:gd name="T22" fmla="*/ 64 w 88"/>
                <a:gd name="T23" fmla="*/ 33 h 69"/>
                <a:gd name="T24" fmla="*/ 87 w 88"/>
                <a:gd name="T25" fmla="*/ 0 h 69"/>
                <a:gd name="T26" fmla="*/ 87 w 88"/>
                <a:gd name="T27" fmla="*/ 10 h 69"/>
                <a:gd name="T28" fmla="*/ 77 w 88"/>
                <a:gd name="T29" fmla="*/ 16 h 69"/>
                <a:gd name="T30" fmla="*/ 70 w 88"/>
                <a:gd name="T31" fmla="*/ 20 h 69"/>
                <a:gd name="T32" fmla="*/ 66 w 88"/>
                <a:gd name="T33" fmla="*/ 22 h 69"/>
                <a:gd name="T34" fmla="*/ 68 w 88"/>
                <a:gd name="T35" fmla="*/ 27 h 69"/>
                <a:gd name="T36" fmla="*/ 72 w 88"/>
                <a:gd name="T37" fmla="*/ 28 h 69"/>
                <a:gd name="T38" fmla="*/ 81 w 88"/>
                <a:gd name="T39" fmla="*/ 28 h 69"/>
                <a:gd name="T40" fmla="*/ 87 w 88"/>
                <a:gd name="T41" fmla="*/ 27 h 69"/>
                <a:gd name="T42" fmla="*/ 77 w 88"/>
                <a:gd name="T43" fmla="*/ 35 h 69"/>
                <a:gd name="T44" fmla="*/ 61 w 88"/>
                <a:gd name="T45" fmla="*/ 36 h 69"/>
                <a:gd name="T46" fmla="*/ 54 w 88"/>
                <a:gd name="T47" fmla="*/ 36 h 69"/>
                <a:gd name="T48" fmla="*/ 45 w 88"/>
                <a:gd name="T49" fmla="*/ 35 h 69"/>
                <a:gd name="T50" fmla="*/ 43 w 88"/>
                <a:gd name="T51" fmla="*/ 34 h 69"/>
                <a:gd name="T52" fmla="*/ 38 w 88"/>
                <a:gd name="T53" fmla="*/ 34 h 69"/>
                <a:gd name="T54" fmla="*/ 30 w 88"/>
                <a:gd name="T55" fmla="*/ 36 h 69"/>
                <a:gd name="T56" fmla="*/ 22 w 88"/>
                <a:gd name="T57" fmla="*/ 38 h 69"/>
                <a:gd name="T58" fmla="*/ 16 w 88"/>
                <a:gd name="T59" fmla="*/ 38 h 69"/>
                <a:gd name="T60" fmla="*/ 6 w 88"/>
                <a:gd name="T61" fmla="*/ 36 h 69"/>
                <a:gd name="T62" fmla="*/ 5 w 88"/>
                <a:gd name="T63" fmla="*/ 36 h 69"/>
                <a:gd name="T64" fmla="*/ 1 w 88"/>
                <a:gd name="T65" fmla="*/ 30 h 69"/>
                <a:gd name="T66" fmla="*/ 13 w 88"/>
                <a:gd name="T67" fmla="*/ 28 h 69"/>
                <a:gd name="T68" fmla="*/ 21 w 88"/>
                <a:gd name="T69" fmla="*/ 27 h 69"/>
                <a:gd name="T70" fmla="*/ 28 w 88"/>
                <a:gd name="T71" fmla="*/ 24 h 69"/>
                <a:gd name="T72" fmla="*/ 24 w 88"/>
                <a:gd name="T73" fmla="*/ 18 h 69"/>
                <a:gd name="T74" fmla="*/ 20 w 88"/>
                <a:gd name="T75" fmla="*/ 14 h 69"/>
                <a:gd name="T76" fmla="*/ 13 w 88"/>
                <a:gd name="T77" fmla="*/ 6 h 69"/>
                <a:gd name="T78" fmla="*/ 14 w 88"/>
                <a:gd name="T79" fmla="*/ 1 h 69"/>
                <a:gd name="T80" fmla="*/ 20 w 88"/>
                <a:gd name="T81" fmla="*/ 4 h 69"/>
                <a:gd name="T82" fmla="*/ 25 w 88"/>
                <a:gd name="T83" fmla="*/ 8 h 69"/>
                <a:gd name="T84" fmla="*/ 29 w 88"/>
                <a:gd name="T85" fmla="*/ 10 h 69"/>
                <a:gd name="T86" fmla="*/ 32 w 88"/>
                <a:gd name="T87" fmla="*/ 12 h 69"/>
                <a:gd name="T88" fmla="*/ 39 w 88"/>
                <a:gd name="T89" fmla="*/ 16 h 69"/>
                <a:gd name="T90" fmla="*/ 52 w 88"/>
                <a:gd name="T91" fmla="*/ 14 h 69"/>
                <a:gd name="T92" fmla="*/ 57 w 88"/>
                <a:gd name="T93" fmla="*/ 13 h 69"/>
                <a:gd name="T94" fmla="*/ 65 w 88"/>
                <a:gd name="T95" fmla="*/ 10 h 69"/>
                <a:gd name="T96" fmla="*/ 69 w 88"/>
                <a:gd name="T97" fmla="*/ 8 h 69"/>
                <a:gd name="T98" fmla="*/ 81 w 88"/>
                <a:gd name="T99" fmla="*/ 2 h 69"/>
                <a:gd name="T100" fmla="*/ 85 w 88"/>
                <a:gd name="T101" fmla="*/ 0 h 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8" h="69">
                  <a:moveTo>
                    <a:pt x="27" y="44"/>
                  </a:moveTo>
                  <a:cubicBezTo>
                    <a:pt x="27" y="44"/>
                    <a:pt x="28" y="45"/>
                    <a:pt x="28" y="45"/>
                  </a:cubicBezTo>
                  <a:cubicBezTo>
                    <a:pt x="28" y="45"/>
                    <a:pt x="29" y="45"/>
                    <a:pt x="29" y="46"/>
                  </a:cubicBezTo>
                  <a:cubicBezTo>
                    <a:pt x="29" y="46"/>
                    <a:pt x="29" y="46"/>
                    <a:pt x="29" y="46"/>
                  </a:cubicBezTo>
                  <a:cubicBezTo>
                    <a:pt x="29" y="46"/>
                    <a:pt x="29" y="47"/>
                    <a:pt x="30" y="47"/>
                  </a:cubicBezTo>
                  <a:cubicBezTo>
                    <a:pt x="30" y="47"/>
                    <a:pt x="30" y="47"/>
                    <a:pt x="30" y="47"/>
                  </a:cubicBezTo>
                  <a:cubicBezTo>
                    <a:pt x="31" y="48"/>
                    <a:pt x="31" y="48"/>
                    <a:pt x="32" y="49"/>
                  </a:cubicBezTo>
                  <a:cubicBezTo>
                    <a:pt x="32" y="50"/>
                    <a:pt x="33" y="50"/>
                    <a:pt x="34" y="51"/>
                  </a:cubicBezTo>
                  <a:cubicBezTo>
                    <a:pt x="34" y="51"/>
                    <a:pt x="34" y="52"/>
                    <a:pt x="34" y="52"/>
                  </a:cubicBezTo>
                  <a:cubicBezTo>
                    <a:pt x="34" y="52"/>
                    <a:pt x="34" y="52"/>
                    <a:pt x="35" y="52"/>
                  </a:cubicBezTo>
                  <a:cubicBezTo>
                    <a:pt x="35" y="52"/>
                    <a:pt x="35" y="52"/>
                    <a:pt x="35" y="52"/>
                  </a:cubicBezTo>
                  <a:cubicBezTo>
                    <a:pt x="35" y="53"/>
                    <a:pt x="35" y="53"/>
                    <a:pt x="36" y="54"/>
                  </a:cubicBezTo>
                  <a:cubicBezTo>
                    <a:pt x="36" y="54"/>
                    <a:pt x="37" y="55"/>
                    <a:pt x="37" y="56"/>
                  </a:cubicBezTo>
                  <a:cubicBezTo>
                    <a:pt x="37" y="56"/>
                    <a:pt x="37" y="56"/>
                    <a:pt x="37" y="56"/>
                  </a:cubicBezTo>
                  <a:cubicBezTo>
                    <a:pt x="37" y="56"/>
                    <a:pt x="38" y="57"/>
                    <a:pt x="38" y="57"/>
                  </a:cubicBezTo>
                  <a:cubicBezTo>
                    <a:pt x="38" y="58"/>
                    <a:pt x="39" y="58"/>
                    <a:pt x="39" y="58"/>
                  </a:cubicBezTo>
                  <a:cubicBezTo>
                    <a:pt x="40" y="59"/>
                    <a:pt x="39" y="59"/>
                    <a:pt x="40" y="60"/>
                  </a:cubicBezTo>
                  <a:cubicBezTo>
                    <a:pt x="40" y="60"/>
                    <a:pt x="40" y="61"/>
                    <a:pt x="40" y="61"/>
                  </a:cubicBezTo>
                  <a:cubicBezTo>
                    <a:pt x="40" y="61"/>
                    <a:pt x="40" y="63"/>
                    <a:pt x="40" y="63"/>
                  </a:cubicBezTo>
                  <a:cubicBezTo>
                    <a:pt x="40" y="64"/>
                    <a:pt x="41" y="64"/>
                    <a:pt x="41" y="64"/>
                  </a:cubicBezTo>
                  <a:cubicBezTo>
                    <a:pt x="41" y="64"/>
                    <a:pt x="40" y="65"/>
                    <a:pt x="40" y="65"/>
                  </a:cubicBezTo>
                  <a:cubicBezTo>
                    <a:pt x="41" y="65"/>
                    <a:pt x="41" y="65"/>
                    <a:pt x="41" y="65"/>
                  </a:cubicBezTo>
                  <a:cubicBezTo>
                    <a:pt x="41" y="65"/>
                    <a:pt x="41" y="66"/>
                    <a:pt x="41" y="66"/>
                  </a:cubicBezTo>
                  <a:cubicBezTo>
                    <a:pt x="40" y="66"/>
                    <a:pt x="40" y="66"/>
                    <a:pt x="40" y="67"/>
                  </a:cubicBezTo>
                  <a:cubicBezTo>
                    <a:pt x="40" y="67"/>
                    <a:pt x="40" y="68"/>
                    <a:pt x="40" y="68"/>
                  </a:cubicBezTo>
                  <a:cubicBezTo>
                    <a:pt x="39" y="68"/>
                    <a:pt x="39" y="68"/>
                    <a:pt x="39" y="68"/>
                  </a:cubicBezTo>
                  <a:cubicBezTo>
                    <a:pt x="39" y="68"/>
                    <a:pt x="38" y="68"/>
                    <a:pt x="38" y="69"/>
                  </a:cubicBezTo>
                  <a:cubicBezTo>
                    <a:pt x="38" y="68"/>
                    <a:pt x="37" y="68"/>
                    <a:pt x="36" y="68"/>
                  </a:cubicBezTo>
                  <a:cubicBezTo>
                    <a:pt x="36" y="67"/>
                    <a:pt x="35" y="67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6"/>
                    <a:pt x="35" y="66"/>
                  </a:cubicBezTo>
                  <a:cubicBezTo>
                    <a:pt x="35" y="66"/>
                    <a:pt x="35" y="67"/>
                    <a:pt x="35" y="67"/>
                  </a:cubicBezTo>
                  <a:cubicBezTo>
                    <a:pt x="34" y="66"/>
                    <a:pt x="34" y="66"/>
                    <a:pt x="34" y="66"/>
                  </a:cubicBezTo>
                  <a:cubicBezTo>
                    <a:pt x="32" y="66"/>
                    <a:pt x="30" y="65"/>
                    <a:pt x="28" y="65"/>
                  </a:cubicBezTo>
                  <a:cubicBezTo>
                    <a:pt x="28" y="65"/>
                    <a:pt x="28" y="65"/>
                    <a:pt x="28" y="65"/>
                  </a:cubicBezTo>
                  <a:cubicBezTo>
                    <a:pt x="28" y="64"/>
                    <a:pt x="27" y="64"/>
                    <a:pt x="26" y="64"/>
                  </a:cubicBezTo>
                  <a:cubicBezTo>
                    <a:pt x="26" y="64"/>
                    <a:pt x="25" y="63"/>
                    <a:pt x="25" y="63"/>
                  </a:cubicBezTo>
                  <a:cubicBezTo>
                    <a:pt x="25" y="63"/>
                    <a:pt x="25" y="62"/>
                    <a:pt x="25" y="62"/>
                  </a:cubicBezTo>
                  <a:cubicBezTo>
                    <a:pt x="25" y="62"/>
                    <a:pt x="26" y="62"/>
                    <a:pt x="26" y="62"/>
                  </a:cubicBezTo>
                  <a:cubicBezTo>
                    <a:pt x="27" y="61"/>
                    <a:pt x="28" y="61"/>
                    <a:pt x="28" y="60"/>
                  </a:cubicBezTo>
                  <a:cubicBezTo>
                    <a:pt x="29" y="59"/>
                    <a:pt x="28" y="58"/>
                    <a:pt x="28" y="58"/>
                  </a:cubicBezTo>
                  <a:cubicBezTo>
                    <a:pt x="28" y="57"/>
                    <a:pt x="28" y="56"/>
                    <a:pt x="28" y="56"/>
                  </a:cubicBezTo>
                  <a:cubicBezTo>
                    <a:pt x="28" y="55"/>
                    <a:pt x="28" y="54"/>
                    <a:pt x="27" y="53"/>
                  </a:cubicBezTo>
                  <a:cubicBezTo>
                    <a:pt x="27" y="53"/>
                    <a:pt x="27" y="52"/>
                    <a:pt x="27" y="52"/>
                  </a:cubicBezTo>
                  <a:cubicBezTo>
                    <a:pt x="27" y="52"/>
                    <a:pt x="27" y="51"/>
                    <a:pt x="27" y="51"/>
                  </a:cubicBezTo>
                  <a:cubicBezTo>
                    <a:pt x="27" y="50"/>
                    <a:pt x="27" y="49"/>
                    <a:pt x="26" y="49"/>
                  </a:cubicBezTo>
                  <a:cubicBezTo>
                    <a:pt x="26" y="48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25" y="47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25" y="45"/>
                    <a:pt x="24" y="45"/>
                    <a:pt x="24" y="45"/>
                  </a:cubicBezTo>
                  <a:cubicBezTo>
                    <a:pt x="24" y="45"/>
                    <a:pt x="24" y="45"/>
                    <a:pt x="24" y="45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5" y="42"/>
                    <a:pt x="27" y="44"/>
                    <a:pt x="27" y="44"/>
                  </a:cubicBezTo>
                  <a:close/>
                  <a:moveTo>
                    <a:pt x="64" y="33"/>
                  </a:moveTo>
                  <a:cubicBezTo>
                    <a:pt x="63" y="33"/>
                    <a:pt x="63" y="33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3" y="34"/>
                    <a:pt x="63" y="34"/>
                    <a:pt x="64" y="33"/>
                  </a:cubicBezTo>
                  <a:close/>
                  <a:moveTo>
                    <a:pt x="87" y="0"/>
                  </a:moveTo>
                  <a:cubicBezTo>
                    <a:pt x="87" y="0"/>
                    <a:pt x="87" y="0"/>
                    <a:pt x="87" y="1"/>
                  </a:cubicBezTo>
                  <a:cubicBezTo>
                    <a:pt x="87" y="1"/>
                    <a:pt x="87" y="1"/>
                    <a:pt x="87" y="1"/>
                  </a:cubicBezTo>
                  <a:cubicBezTo>
                    <a:pt x="88" y="1"/>
                    <a:pt x="88" y="2"/>
                    <a:pt x="88" y="2"/>
                  </a:cubicBezTo>
                  <a:cubicBezTo>
                    <a:pt x="88" y="3"/>
                    <a:pt x="88" y="6"/>
                    <a:pt x="88" y="7"/>
                  </a:cubicBezTo>
                  <a:cubicBezTo>
                    <a:pt x="88" y="8"/>
                    <a:pt x="87" y="9"/>
                    <a:pt x="87" y="10"/>
                  </a:cubicBezTo>
                  <a:cubicBezTo>
                    <a:pt x="86" y="11"/>
                    <a:pt x="84" y="12"/>
                    <a:pt x="83" y="13"/>
                  </a:cubicBezTo>
                  <a:cubicBezTo>
                    <a:pt x="82" y="13"/>
                    <a:pt x="82" y="13"/>
                    <a:pt x="81" y="14"/>
                  </a:cubicBezTo>
                  <a:cubicBezTo>
                    <a:pt x="81" y="14"/>
                    <a:pt x="80" y="14"/>
                    <a:pt x="79" y="14"/>
                  </a:cubicBezTo>
                  <a:cubicBezTo>
                    <a:pt x="79" y="15"/>
                    <a:pt x="79" y="15"/>
                    <a:pt x="78" y="15"/>
                  </a:cubicBezTo>
                  <a:cubicBezTo>
                    <a:pt x="78" y="15"/>
                    <a:pt x="77" y="15"/>
                    <a:pt x="77" y="16"/>
                  </a:cubicBezTo>
                  <a:cubicBezTo>
                    <a:pt x="76" y="16"/>
                    <a:pt x="76" y="16"/>
                    <a:pt x="76" y="17"/>
                  </a:cubicBezTo>
                  <a:cubicBezTo>
                    <a:pt x="76" y="17"/>
                    <a:pt x="74" y="17"/>
                    <a:pt x="74" y="17"/>
                  </a:cubicBezTo>
                  <a:cubicBezTo>
                    <a:pt x="74" y="17"/>
                    <a:pt x="74" y="17"/>
                    <a:pt x="74" y="17"/>
                  </a:cubicBezTo>
                  <a:cubicBezTo>
                    <a:pt x="74" y="17"/>
                    <a:pt x="74" y="18"/>
                    <a:pt x="74" y="18"/>
                  </a:cubicBezTo>
                  <a:cubicBezTo>
                    <a:pt x="72" y="18"/>
                    <a:pt x="71" y="19"/>
                    <a:pt x="70" y="20"/>
                  </a:cubicBezTo>
                  <a:cubicBezTo>
                    <a:pt x="70" y="20"/>
                    <a:pt x="70" y="20"/>
                    <a:pt x="70" y="20"/>
                  </a:cubicBezTo>
                  <a:cubicBezTo>
                    <a:pt x="70" y="20"/>
                    <a:pt x="69" y="20"/>
                    <a:pt x="69" y="20"/>
                  </a:cubicBezTo>
                  <a:cubicBezTo>
                    <a:pt x="69" y="20"/>
                    <a:pt x="68" y="21"/>
                    <a:pt x="68" y="21"/>
                  </a:cubicBezTo>
                  <a:cubicBezTo>
                    <a:pt x="68" y="21"/>
                    <a:pt x="67" y="21"/>
                    <a:pt x="67" y="22"/>
                  </a:cubicBezTo>
                  <a:cubicBezTo>
                    <a:pt x="67" y="22"/>
                    <a:pt x="66" y="22"/>
                    <a:pt x="66" y="22"/>
                  </a:cubicBezTo>
                  <a:cubicBezTo>
                    <a:pt x="66" y="22"/>
                    <a:pt x="66" y="22"/>
                    <a:pt x="66" y="23"/>
                  </a:cubicBezTo>
                  <a:cubicBezTo>
                    <a:pt x="65" y="22"/>
                    <a:pt x="65" y="23"/>
                    <a:pt x="64" y="23"/>
                  </a:cubicBezTo>
                  <a:cubicBezTo>
                    <a:pt x="63" y="24"/>
                    <a:pt x="64" y="25"/>
                    <a:pt x="65" y="26"/>
                  </a:cubicBezTo>
                  <a:cubicBezTo>
                    <a:pt x="66" y="26"/>
                    <a:pt x="66" y="26"/>
                    <a:pt x="67" y="27"/>
                  </a:cubicBezTo>
                  <a:cubicBezTo>
                    <a:pt x="67" y="27"/>
                    <a:pt x="67" y="27"/>
                    <a:pt x="68" y="27"/>
                  </a:cubicBezTo>
                  <a:cubicBezTo>
                    <a:pt x="68" y="27"/>
                    <a:pt x="69" y="27"/>
                    <a:pt x="69" y="27"/>
                  </a:cubicBezTo>
                  <a:cubicBezTo>
                    <a:pt x="70" y="27"/>
                    <a:pt x="70" y="27"/>
                    <a:pt x="71" y="27"/>
                  </a:cubicBezTo>
                  <a:cubicBezTo>
                    <a:pt x="71" y="27"/>
                    <a:pt x="71" y="28"/>
                    <a:pt x="72" y="27"/>
                  </a:cubicBezTo>
                  <a:cubicBezTo>
                    <a:pt x="72" y="27"/>
                    <a:pt x="72" y="27"/>
                    <a:pt x="72" y="27"/>
                  </a:cubicBezTo>
                  <a:cubicBezTo>
                    <a:pt x="72" y="28"/>
                    <a:pt x="72" y="28"/>
                    <a:pt x="72" y="28"/>
                  </a:cubicBezTo>
                  <a:cubicBezTo>
                    <a:pt x="73" y="28"/>
                    <a:pt x="74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5" y="28"/>
                    <a:pt x="76" y="29"/>
                    <a:pt x="76" y="29"/>
                  </a:cubicBezTo>
                  <a:cubicBezTo>
                    <a:pt x="78" y="29"/>
                    <a:pt x="79" y="28"/>
                    <a:pt x="81" y="28"/>
                  </a:cubicBezTo>
                  <a:cubicBezTo>
                    <a:pt x="81" y="28"/>
                    <a:pt x="82" y="27"/>
                    <a:pt x="82" y="28"/>
                  </a:cubicBezTo>
                  <a:cubicBezTo>
                    <a:pt x="82" y="27"/>
                    <a:pt x="84" y="27"/>
                    <a:pt x="84" y="27"/>
                  </a:cubicBezTo>
                  <a:cubicBezTo>
                    <a:pt x="84" y="26"/>
                    <a:pt x="86" y="27"/>
                    <a:pt x="87" y="27"/>
                  </a:cubicBezTo>
                  <a:cubicBezTo>
                    <a:pt x="87" y="27"/>
                    <a:pt x="87" y="27"/>
                    <a:pt x="87" y="27"/>
                  </a:cubicBezTo>
                  <a:cubicBezTo>
                    <a:pt x="88" y="27"/>
                    <a:pt x="88" y="27"/>
                    <a:pt x="87" y="27"/>
                  </a:cubicBezTo>
                  <a:cubicBezTo>
                    <a:pt x="88" y="28"/>
                    <a:pt x="88" y="28"/>
                    <a:pt x="87" y="29"/>
                  </a:cubicBezTo>
                  <a:cubicBezTo>
                    <a:pt x="87" y="29"/>
                    <a:pt x="86" y="30"/>
                    <a:pt x="85" y="30"/>
                  </a:cubicBezTo>
                  <a:cubicBezTo>
                    <a:pt x="85" y="30"/>
                    <a:pt x="84" y="31"/>
                    <a:pt x="83" y="31"/>
                  </a:cubicBezTo>
                  <a:cubicBezTo>
                    <a:pt x="82" y="32"/>
                    <a:pt x="81" y="33"/>
                    <a:pt x="79" y="33"/>
                  </a:cubicBezTo>
                  <a:cubicBezTo>
                    <a:pt x="78" y="34"/>
                    <a:pt x="78" y="34"/>
                    <a:pt x="77" y="35"/>
                  </a:cubicBezTo>
                  <a:cubicBezTo>
                    <a:pt x="76" y="35"/>
                    <a:pt x="75" y="35"/>
                    <a:pt x="74" y="35"/>
                  </a:cubicBezTo>
                  <a:cubicBezTo>
                    <a:pt x="73" y="35"/>
                    <a:pt x="72" y="36"/>
                    <a:pt x="72" y="36"/>
                  </a:cubicBezTo>
                  <a:cubicBezTo>
                    <a:pt x="71" y="37"/>
                    <a:pt x="70" y="36"/>
                    <a:pt x="69" y="36"/>
                  </a:cubicBezTo>
                  <a:cubicBezTo>
                    <a:pt x="67" y="37"/>
                    <a:pt x="66" y="37"/>
                    <a:pt x="64" y="37"/>
                  </a:cubicBezTo>
                  <a:cubicBezTo>
                    <a:pt x="63" y="37"/>
                    <a:pt x="62" y="36"/>
                    <a:pt x="61" y="36"/>
                  </a:cubicBezTo>
                  <a:cubicBezTo>
                    <a:pt x="61" y="36"/>
                    <a:pt x="60" y="36"/>
                    <a:pt x="60" y="37"/>
                  </a:cubicBezTo>
                  <a:cubicBezTo>
                    <a:pt x="59" y="37"/>
                    <a:pt x="57" y="36"/>
                    <a:pt x="56" y="36"/>
                  </a:cubicBezTo>
                  <a:cubicBezTo>
                    <a:pt x="56" y="36"/>
                    <a:pt x="56" y="35"/>
                    <a:pt x="55" y="36"/>
                  </a:cubicBezTo>
                  <a:cubicBezTo>
                    <a:pt x="55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6"/>
                  </a:cubicBezTo>
                  <a:cubicBezTo>
                    <a:pt x="54" y="36"/>
                    <a:pt x="54" y="36"/>
                    <a:pt x="54" y="35"/>
                  </a:cubicBezTo>
                  <a:cubicBezTo>
                    <a:pt x="54" y="35"/>
                    <a:pt x="54" y="35"/>
                    <a:pt x="54" y="35"/>
                  </a:cubicBezTo>
                  <a:cubicBezTo>
                    <a:pt x="53" y="35"/>
                    <a:pt x="53" y="36"/>
                    <a:pt x="53" y="36"/>
                  </a:cubicBezTo>
                  <a:cubicBezTo>
                    <a:pt x="52" y="36"/>
                    <a:pt x="52" y="36"/>
                    <a:pt x="51" y="36"/>
                  </a:cubicBezTo>
                  <a:cubicBezTo>
                    <a:pt x="51" y="36"/>
                    <a:pt x="46" y="35"/>
                    <a:pt x="45" y="35"/>
                  </a:cubicBezTo>
                  <a:cubicBezTo>
                    <a:pt x="45" y="35"/>
                    <a:pt x="44" y="35"/>
                    <a:pt x="44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35"/>
                    <a:pt x="44" y="34"/>
                    <a:pt x="44" y="34"/>
                  </a:cubicBezTo>
                  <a:cubicBezTo>
                    <a:pt x="44" y="34"/>
                    <a:pt x="44" y="34"/>
                    <a:pt x="44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3" y="34"/>
                  </a:cubicBezTo>
                  <a:cubicBezTo>
                    <a:pt x="43" y="34"/>
                    <a:pt x="43" y="34"/>
                    <a:pt x="42" y="34"/>
                  </a:cubicBezTo>
                  <a:cubicBezTo>
                    <a:pt x="42" y="34"/>
                    <a:pt x="40" y="34"/>
                    <a:pt x="40" y="34"/>
                  </a:cubicBezTo>
                  <a:cubicBezTo>
                    <a:pt x="40" y="33"/>
                    <a:pt x="38" y="34"/>
                    <a:pt x="38" y="34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7" y="34"/>
                    <a:pt x="36" y="34"/>
                    <a:pt x="36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5"/>
                    <a:pt x="35" y="36"/>
                    <a:pt x="34" y="37"/>
                  </a:cubicBezTo>
                  <a:cubicBezTo>
                    <a:pt x="34" y="36"/>
                    <a:pt x="33" y="37"/>
                    <a:pt x="32" y="37"/>
                  </a:cubicBezTo>
                  <a:cubicBezTo>
                    <a:pt x="31" y="37"/>
                    <a:pt x="30" y="36"/>
                    <a:pt x="30" y="36"/>
                  </a:cubicBezTo>
                  <a:cubicBezTo>
                    <a:pt x="29" y="36"/>
                    <a:pt x="28" y="36"/>
                    <a:pt x="27" y="37"/>
                  </a:cubicBezTo>
                  <a:cubicBezTo>
                    <a:pt x="26" y="37"/>
                    <a:pt x="26" y="37"/>
                    <a:pt x="26" y="37"/>
                  </a:cubicBezTo>
                  <a:cubicBezTo>
                    <a:pt x="25" y="37"/>
                    <a:pt x="24" y="37"/>
                    <a:pt x="24" y="37"/>
                  </a:cubicBezTo>
                  <a:cubicBezTo>
                    <a:pt x="23" y="37"/>
                    <a:pt x="23" y="38"/>
                    <a:pt x="23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2" y="38"/>
                    <a:pt x="22" y="38"/>
                    <a:pt x="22" y="38"/>
                  </a:cubicBezTo>
                  <a:cubicBezTo>
                    <a:pt x="21" y="38"/>
                    <a:pt x="21" y="38"/>
                    <a:pt x="20" y="38"/>
                  </a:cubicBezTo>
                  <a:cubicBezTo>
                    <a:pt x="20" y="38"/>
                    <a:pt x="19" y="38"/>
                    <a:pt x="19" y="38"/>
                  </a:cubicBezTo>
                  <a:cubicBezTo>
                    <a:pt x="19" y="38"/>
                    <a:pt x="18" y="38"/>
                    <a:pt x="18" y="39"/>
                  </a:cubicBezTo>
                  <a:cubicBezTo>
                    <a:pt x="17" y="39"/>
                    <a:pt x="17" y="38"/>
                    <a:pt x="16" y="38"/>
                  </a:cubicBezTo>
                  <a:cubicBezTo>
                    <a:pt x="16" y="38"/>
                    <a:pt x="15" y="38"/>
                    <a:pt x="15" y="38"/>
                  </a:cubicBezTo>
                  <a:cubicBezTo>
                    <a:pt x="14" y="38"/>
                    <a:pt x="13" y="38"/>
                    <a:pt x="11" y="38"/>
                  </a:cubicBezTo>
                  <a:cubicBezTo>
                    <a:pt x="11" y="38"/>
                    <a:pt x="10" y="38"/>
                    <a:pt x="10" y="37"/>
                  </a:cubicBezTo>
                  <a:cubicBezTo>
                    <a:pt x="9" y="37"/>
                    <a:pt x="9" y="37"/>
                    <a:pt x="8" y="37"/>
                  </a:cubicBezTo>
                  <a:cubicBezTo>
                    <a:pt x="8" y="37"/>
                    <a:pt x="6" y="36"/>
                    <a:pt x="6" y="36"/>
                  </a:cubicBezTo>
                  <a:cubicBezTo>
                    <a:pt x="6" y="36"/>
                    <a:pt x="6" y="36"/>
                    <a:pt x="6" y="36"/>
                  </a:cubicBezTo>
                  <a:cubicBezTo>
                    <a:pt x="6" y="36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7"/>
                  </a:cubicBezTo>
                  <a:cubicBezTo>
                    <a:pt x="5" y="37"/>
                    <a:pt x="5" y="37"/>
                    <a:pt x="5" y="36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3" y="36"/>
                    <a:pt x="3" y="36"/>
                    <a:pt x="3" y="36"/>
                  </a:cubicBezTo>
                  <a:cubicBezTo>
                    <a:pt x="2" y="36"/>
                    <a:pt x="2" y="36"/>
                    <a:pt x="1" y="35"/>
                  </a:cubicBezTo>
                  <a:cubicBezTo>
                    <a:pt x="1" y="35"/>
                    <a:pt x="1" y="34"/>
                    <a:pt x="0" y="33"/>
                  </a:cubicBezTo>
                  <a:cubicBezTo>
                    <a:pt x="1" y="32"/>
                    <a:pt x="1" y="31"/>
                    <a:pt x="1" y="30"/>
                  </a:cubicBezTo>
                  <a:cubicBezTo>
                    <a:pt x="2" y="30"/>
                    <a:pt x="3" y="30"/>
                    <a:pt x="4" y="30"/>
                  </a:cubicBezTo>
                  <a:cubicBezTo>
                    <a:pt x="6" y="30"/>
                    <a:pt x="7" y="30"/>
                    <a:pt x="8" y="30"/>
                  </a:cubicBezTo>
                  <a:cubicBezTo>
                    <a:pt x="9" y="30"/>
                    <a:pt x="9" y="30"/>
                    <a:pt x="10" y="29"/>
                  </a:cubicBezTo>
                  <a:cubicBezTo>
                    <a:pt x="10" y="29"/>
                    <a:pt x="11" y="30"/>
                    <a:pt x="11" y="30"/>
                  </a:cubicBezTo>
                  <a:cubicBezTo>
                    <a:pt x="12" y="29"/>
                    <a:pt x="13" y="28"/>
                    <a:pt x="13" y="28"/>
                  </a:cubicBezTo>
                  <a:cubicBezTo>
                    <a:pt x="14" y="28"/>
                    <a:pt x="15" y="29"/>
                    <a:pt x="15" y="28"/>
                  </a:cubicBezTo>
                  <a:cubicBezTo>
                    <a:pt x="15" y="28"/>
                    <a:pt x="15" y="28"/>
                    <a:pt x="15" y="28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18" y="28"/>
                    <a:pt x="20" y="27"/>
                    <a:pt x="21" y="27"/>
                  </a:cubicBezTo>
                  <a:cubicBezTo>
                    <a:pt x="22" y="27"/>
                    <a:pt x="22" y="26"/>
                    <a:pt x="23" y="26"/>
                  </a:cubicBezTo>
                  <a:cubicBezTo>
                    <a:pt x="24" y="26"/>
                    <a:pt x="25" y="26"/>
                    <a:pt x="26" y="26"/>
                  </a:cubicBezTo>
                  <a:cubicBezTo>
                    <a:pt x="26" y="26"/>
                    <a:pt x="27" y="25"/>
                    <a:pt x="27" y="25"/>
                  </a:cubicBezTo>
                  <a:cubicBezTo>
                    <a:pt x="27" y="25"/>
                    <a:pt x="27" y="24"/>
                    <a:pt x="27" y="24"/>
                  </a:cubicBezTo>
                  <a:cubicBezTo>
                    <a:pt x="27" y="24"/>
                    <a:pt x="28" y="24"/>
                    <a:pt x="28" y="24"/>
                  </a:cubicBezTo>
                  <a:cubicBezTo>
                    <a:pt x="28" y="23"/>
                    <a:pt x="28" y="23"/>
                    <a:pt x="28" y="23"/>
                  </a:cubicBezTo>
                  <a:cubicBezTo>
                    <a:pt x="27" y="23"/>
                    <a:pt x="27" y="22"/>
                    <a:pt x="26" y="22"/>
                  </a:cubicBezTo>
                  <a:cubicBezTo>
                    <a:pt x="26" y="22"/>
                    <a:pt x="26" y="21"/>
                    <a:pt x="26" y="21"/>
                  </a:cubicBezTo>
                  <a:cubicBezTo>
                    <a:pt x="25" y="20"/>
                    <a:pt x="24" y="20"/>
                    <a:pt x="24" y="18"/>
                  </a:cubicBezTo>
                  <a:cubicBezTo>
                    <a:pt x="24" y="18"/>
                    <a:pt x="23" y="18"/>
                    <a:pt x="24" y="18"/>
                  </a:cubicBezTo>
                  <a:cubicBezTo>
                    <a:pt x="23" y="17"/>
                    <a:pt x="23" y="17"/>
                    <a:pt x="22" y="17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16"/>
                    <a:pt x="21" y="16"/>
                    <a:pt x="21" y="16"/>
                  </a:cubicBezTo>
                  <a:cubicBezTo>
                    <a:pt x="21" y="15"/>
                    <a:pt x="20" y="15"/>
                    <a:pt x="20" y="14"/>
                  </a:cubicBezTo>
                  <a:cubicBezTo>
                    <a:pt x="19" y="14"/>
                    <a:pt x="19" y="14"/>
                    <a:pt x="19" y="13"/>
                  </a:cubicBezTo>
                  <a:cubicBezTo>
                    <a:pt x="18" y="13"/>
                    <a:pt x="18" y="13"/>
                    <a:pt x="17" y="13"/>
                  </a:cubicBezTo>
                  <a:cubicBezTo>
                    <a:pt x="16" y="12"/>
                    <a:pt x="16" y="11"/>
                    <a:pt x="15" y="10"/>
                  </a:cubicBezTo>
                  <a:cubicBezTo>
                    <a:pt x="14" y="9"/>
                    <a:pt x="14" y="9"/>
                    <a:pt x="14" y="9"/>
                  </a:cubicBezTo>
                  <a:cubicBezTo>
                    <a:pt x="14" y="8"/>
                    <a:pt x="14" y="7"/>
                    <a:pt x="13" y="6"/>
                  </a:cubicBezTo>
                  <a:cubicBezTo>
                    <a:pt x="13" y="6"/>
                    <a:pt x="13" y="5"/>
                    <a:pt x="13" y="5"/>
                  </a:cubicBezTo>
                  <a:cubicBezTo>
                    <a:pt x="13" y="4"/>
                    <a:pt x="13" y="4"/>
                    <a:pt x="13" y="4"/>
                  </a:cubicBezTo>
                  <a:cubicBezTo>
                    <a:pt x="13" y="3"/>
                    <a:pt x="13" y="2"/>
                    <a:pt x="13" y="1"/>
                  </a:cubicBezTo>
                  <a:cubicBezTo>
                    <a:pt x="13" y="1"/>
                    <a:pt x="14" y="1"/>
                    <a:pt x="13" y="1"/>
                  </a:cubicBezTo>
                  <a:cubicBezTo>
                    <a:pt x="14" y="1"/>
                    <a:pt x="13" y="1"/>
                    <a:pt x="14" y="1"/>
                  </a:cubicBezTo>
                  <a:cubicBezTo>
                    <a:pt x="15" y="1"/>
                    <a:pt x="16" y="1"/>
                    <a:pt x="17" y="2"/>
                  </a:cubicBezTo>
                  <a:cubicBezTo>
                    <a:pt x="17" y="2"/>
                    <a:pt x="18" y="2"/>
                    <a:pt x="18" y="2"/>
                  </a:cubicBezTo>
                  <a:cubicBezTo>
                    <a:pt x="18" y="3"/>
                    <a:pt x="19" y="3"/>
                    <a:pt x="19" y="3"/>
                  </a:cubicBezTo>
                  <a:cubicBezTo>
                    <a:pt x="20" y="3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0" y="4"/>
                    <a:pt x="20" y="4"/>
                  </a:cubicBezTo>
                  <a:cubicBezTo>
                    <a:pt x="20" y="4"/>
                    <a:pt x="21" y="5"/>
                    <a:pt x="21" y="5"/>
                  </a:cubicBezTo>
                  <a:cubicBezTo>
                    <a:pt x="23" y="5"/>
                    <a:pt x="24" y="7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8"/>
                    <a:pt x="26" y="8"/>
                    <a:pt x="27" y="9"/>
                  </a:cubicBezTo>
                  <a:cubicBezTo>
                    <a:pt x="27" y="9"/>
                    <a:pt x="27" y="9"/>
                    <a:pt x="27" y="9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29" y="9"/>
                    <a:pt x="29" y="9"/>
                    <a:pt x="29" y="10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29" y="10"/>
                    <a:pt x="30" y="10"/>
                    <a:pt x="31" y="11"/>
                  </a:cubicBezTo>
                  <a:cubicBezTo>
                    <a:pt x="31" y="11"/>
                    <a:pt x="31" y="11"/>
                    <a:pt x="32" y="11"/>
                  </a:cubicBezTo>
                  <a:cubicBezTo>
                    <a:pt x="32" y="11"/>
                    <a:pt x="32" y="12"/>
                    <a:pt x="32" y="12"/>
                  </a:cubicBezTo>
                  <a:cubicBezTo>
                    <a:pt x="32" y="12"/>
                    <a:pt x="32" y="12"/>
                    <a:pt x="32" y="12"/>
                  </a:cubicBezTo>
                  <a:cubicBezTo>
                    <a:pt x="32" y="12"/>
                    <a:pt x="33" y="13"/>
                    <a:pt x="33" y="13"/>
                  </a:cubicBezTo>
                  <a:cubicBezTo>
                    <a:pt x="33" y="13"/>
                    <a:pt x="33" y="13"/>
                    <a:pt x="33" y="13"/>
                  </a:cubicBezTo>
                  <a:cubicBezTo>
                    <a:pt x="35" y="13"/>
                    <a:pt x="35" y="14"/>
                    <a:pt x="36" y="15"/>
                  </a:cubicBezTo>
                  <a:cubicBezTo>
                    <a:pt x="37" y="15"/>
                    <a:pt x="37" y="15"/>
                    <a:pt x="37" y="16"/>
                  </a:cubicBezTo>
                  <a:cubicBezTo>
                    <a:pt x="38" y="16"/>
                    <a:pt x="38" y="16"/>
                    <a:pt x="39" y="16"/>
                  </a:cubicBezTo>
                  <a:cubicBezTo>
                    <a:pt x="40" y="17"/>
                    <a:pt x="42" y="17"/>
                    <a:pt x="43" y="16"/>
                  </a:cubicBezTo>
                  <a:cubicBezTo>
                    <a:pt x="43" y="16"/>
                    <a:pt x="45" y="16"/>
                    <a:pt x="45" y="16"/>
                  </a:cubicBezTo>
                  <a:cubicBezTo>
                    <a:pt x="46" y="18"/>
                    <a:pt x="47" y="17"/>
                    <a:pt x="48" y="17"/>
                  </a:cubicBezTo>
                  <a:cubicBezTo>
                    <a:pt x="49" y="17"/>
                    <a:pt x="49" y="17"/>
                    <a:pt x="50" y="16"/>
                  </a:cubicBezTo>
                  <a:cubicBezTo>
                    <a:pt x="51" y="16"/>
                    <a:pt x="51" y="15"/>
                    <a:pt x="52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3" y="14"/>
                    <a:pt x="53" y="14"/>
                    <a:pt x="53" y="14"/>
                  </a:cubicBezTo>
                  <a:cubicBezTo>
                    <a:pt x="55" y="14"/>
                    <a:pt x="56" y="14"/>
                    <a:pt x="56" y="13"/>
                  </a:cubicBezTo>
                  <a:cubicBezTo>
                    <a:pt x="56" y="13"/>
                    <a:pt x="56" y="13"/>
                    <a:pt x="57" y="13"/>
                  </a:cubicBezTo>
                  <a:cubicBezTo>
                    <a:pt x="57" y="13"/>
                    <a:pt x="57" y="13"/>
                    <a:pt x="57" y="13"/>
                  </a:cubicBezTo>
                  <a:cubicBezTo>
                    <a:pt x="57" y="13"/>
                    <a:pt x="58" y="12"/>
                    <a:pt x="59" y="13"/>
                  </a:cubicBezTo>
                  <a:cubicBezTo>
                    <a:pt x="60" y="11"/>
                    <a:pt x="61" y="12"/>
                    <a:pt x="63" y="11"/>
                  </a:cubicBezTo>
                  <a:cubicBezTo>
                    <a:pt x="63" y="11"/>
                    <a:pt x="63" y="11"/>
                    <a:pt x="63" y="10"/>
                  </a:cubicBezTo>
                  <a:cubicBezTo>
                    <a:pt x="64" y="10"/>
                    <a:pt x="64" y="10"/>
                    <a:pt x="65" y="10"/>
                  </a:cubicBezTo>
                  <a:cubicBezTo>
                    <a:pt x="65" y="10"/>
                    <a:pt x="65" y="10"/>
                    <a:pt x="66" y="10"/>
                  </a:cubicBezTo>
                  <a:cubicBezTo>
                    <a:pt x="66" y="9"/>
                    <a:pt x="67" y="9"/>
                    <a:pt x="67" y="9"/>
                  </a:cubicBezTo>
                  <a:cubicBezTo>
                    <a:pt x="67" y="9"/>
                    <a:pt x="68" y="9"/>
                    <a:pt x="68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8"/>
                    <a:pt x="69" y="8"/>
                    <a:pt x="69" y="8"/>
                  </a:cubicBezTo>
                  <a:cubicBezTo>
                    <a:pt x="69" y="7"/>
                    <a:pt x="70" y="7"/>
                    <a:pt x="71" y="7"/>
                  </a:cubicBezTo>
                  <a:cubicBezTo>
                    <a:pt x="71" y="7"/>
                    <a:pt x="72" y="7"/>
                    <a:pt x="72" y="6"/>
                  </a:cubicBezTo>
                  <a:cubicBezTo>
                    <a:pt x="73" y="7"/>
                    <a:pt x="74" y="5"/>
                    <a:pt x="75" y="5"/>
                  </a:cubicBezTo>
                  <a:cubicBezTo>
                    <a:pt x="75" y="4"/>
                    <a:pt x="78" y="4"/>
                    <a:pt x="78" y="4"/>
                  </a:cubicBezTo>
                  <a:cubicBezTo>
                    <a:pt x="79" y="3"/>
                    <a:pt x="80" y="2"/>
                    <a:pt x="81" y="2"/>
                  </a:cubicBezTo>
                  <a:cubicBezTo>
                    <a:pt x="81" y="2"/>
                    <a:pt x="82" y="2"/>
                    <a:pt x="82" y="2"/>
                  </a:cubicBezTo>
                  <a:cubicBezTo>
                    <a:pt x="83" y="2"/>
                    <a:pt x="83" y="2"/>
                    <a:pt x="83" y="2"/>
                  </a:cubicBezTo>
                  <a:cubicBezTo>
                    <a:pt x="84" y="2"/>
                    <a:pt x="84" y="2"/>
                    <a:pt x="84" y="2"/>
                  </a:cubicBezTo>
                  <a:cubicBezTo>
                    <a:pt x="84" y="1"/>
                    <a:pt x="85" y="1"/>
                    <a:pt x="85" y="0"/>
                  </a:cubicBezTo>
                  <a:cubicBezTo>
                    <a:pt x="85" y="0"/>
                    <a:pt x="85" y="0"/>
                    <a:pt x="85" y="0"/>
                  </a:cubicBezTo>
                  <a:cubicBezTo>
                    <a:pt x="86" y="0"/>
                    <a:pt x="86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Freeform 12"/>
            <p:cNvSpPr>
              <a:spLocks noEditPoints="1"/>
            </p:cNvSpPr>
            <p:nvPr/>
          </p:nvSpPr>
          <p:spPr bwMode="auto">
            <a:xfrm>
              <a:off x="7040563" y="3106738"/>
              <a:ext cx="366712" cy="227013"/>
            </a:xfrm>
            <a:custGeom>
              <a:avLst/>
              <a:gdLst>
                <a:gd name="T0" fmla="*/ 58 w 135"/>
                <a:gd name="T1" fmla="*/ 80 h 83"/>
                <a:gd name="T2" fmla="*/ 50 w 135"/>
                <a:gd name="T3" fmla="*/ 71 h 83"/>
                <a:gd name="T4" fmla="*/ 42 w 135"/>
                <a:gd name="T5" fmla="*/ 58 h 83"/>
                <a:gd name="T6" fmla="*/ 50 w 135"/>
                <a:gd name="T7" fmla="*/ 66 h 83"/>
                <a:gd name="T8" fmla="*/ 40 w 135"/>
                <a:gd name="T9" fmla="*/ 55 h 83"/>
                <a:gd name="T10" fmla="*/ 25 w 135"/>
                <a:gd name="T11" fmla="*/ 58 h 83"/>
                <a:gd name="T12" fmla="*/ 9 w 135"/>
                <a:gd name="T13" fmla="*/ 61 h 83"/>
                <a:gd name="T14" fmla="*/ 3 w 135"/>
                <a:gd name="T15" fmla="*/ 54 h 83"/>
                <a:gd name="T16" fmla="*/ 7 w 135"/>
                <a:gd name="T17" fmla="*/ 43 h 83"/>
                <a:gd name="T18" fmla="*/ 12 w 135"/>
                <a:gd name="T19" fmla="*/ 29 h 83"/>
                <a:gd name="T20" fmla="*/ 13 w 135"/>
                <a:gd name="T21" fmla="*/ 36 h 83"/>
                <a:gd name="T22" fmla="*/ 14 w 135"/>
                <a:gd name="T23" fmla="*/ 48 h 83"/>
                <a:gd name="T24" fmla="*/ 31 w 135"/>
                <a:gd name="T25" fmla="*/ 52 h 83"/>
                <a:gd name="T26" fmla="*/ 34 w 135"/>
                <a:gd name="T27" fmla="*/ 43 h 83"/>
                <a:gd name="T28" fmla="*/ 41 w 135"/>
                <a:gd name="T29" fmla="*/ 36 h 83"/>
                <a:gd name="T30" fmla="*/ 51 w 135"/>
                <a:gd name="T31" fmla="*/ 51 h 83"/>
                <a:gd name="T32" fmla="*/ 58 w 135"/>
                <a:gd name="T33" fmla="*/ 62 h 83"/>
                <a:gd name="T34" fmla="*/ 63 w 135"/>
                <a:gd name="T35" fmla="*/ 70 h 83"/>
                <a:gd name="T36" fmla="*/ 82 w 135"/>
                <a:gd name="T37" fmla="*/ 65 h 83"/>
                <a:gd name="T38" fmla="*/ 71 w 135"/>
                <a:gd name="T39" fmla="*/ 65 h 83"/>
                <a:gd name="T40" fmla="*/ 61 w 135"/>
                <a:gd name="T41" fmla="*/ 53 h 83"/>
                <a:gd name="T42" fmla="*/ 74 w 135"/>
                <a:gd name="T43" fmla="*/ 60 h 83"/>
                <a:gd name="T44" fmla="*/ 58 w 135"/>
                <a:gd name="T45" fmla="*/ 39 h 83"/>
                <a:gd name="T46" fmla="*/ 51 w 135"/>
                <a:gd name="T47" fmla="*/ 31 h 83"/>
                <a:gd name="T48" fmla="*/ 35 w 135"/>
                <a:gd name="T49" fmla="*/ 16 h 83"/>
                <a:gd name="T50" fmla="*/ 32 w 135"/>
                <a:gd name="T51" fmla="*/ 6 h 83"/>
                <a:gd name="T52" fmla="*/ 41 w 135"/>
                <a:gd name="T53" fmla="*/ 6 h 83"/>
                <a:gd name="T54" fmla="*/ 47 w 135"/>
                <a:gd name="T55" fmla="*/ 14 h 83"/>
                <a:gd name="T56" fmla="*/ 54 w 135"/>
                <a:gd name="T57" fmla="*/ 23 h 83"/>
                <a:gd name="T58" fmla="*/ 65 w 135"/>
                <a:gd name="T59" fmla="*/ 37 h 83"/>
                <a:gd name="T60" fmla="*/ 76 w 135"/>
                <a:gd name="T61" fmla="*/ 53 h 83"/>
                <a:gd name="T62" fmla="*/ 82 w 135"/>
                <a:gd name="T63" fmla="*/ 65 h 83"/>
                <a:gd name="T64" fmla="*/ 112 w 135"/>
                <a:gd name="T65" fmla="*/ 50 h 83"/>
                <a:gd name="T66" fmla="*/ 108 w 135"/>
                <a:gd name="T67" fmla="*/ 56 h 83"/>
                <a:gd name="T68" fmla="*/ 116 w 135"/>
                <a:gd name="T69" fmla="*/ 67 h 83"/>
                <a:gd name="T70" fmla="*/ 119 w 135"/>
                <a:gd name="T71" fmla="*/ 77 h 83"/>
                <a:gd name="T72" fmla="*/ 104 w 135"/>
                <a:gd name="T73" fmla="*/ 74 h 83"/>
                <a:gd name="T74" fmla="*/ 88 w 135"/>
                <a:gd name="T75" fmla="*/ 67 h 83"/>
                <a:gd name="T76" fmla="*/ 92 w 135"/>
                <a:gd name="T77" fmla="*/ 62 h 83"/>
                <a:gd name="T78" fmla="*/ 99 w 135"/>
                <a:gd name="T79" fmla="*/ 65 h 83"/>
                <a:gd name="T80" fmla="*/ 113 w 135"/>
                <a:gd name="T81" fmla="*/ 72 h 83"/>
                <a:gd name="T82" fmla="*/ 109 w 135"/>
                <a:gd name="T83" fmla="*/ 62 h 83"/>
                <a:gd name="T84" fmla="*/ 102 w 135"/>
                <a:gd name="T85" fmla="*/ 54 h 83"/>
                <a:gd name="T86" fmla="*/ 93 w 135"/>
                <a:gd name="T87" fmla="*/ 49 h 83"/>
                <a:gd name="T88" fmla="*/ 81 w 135"/>
                <a:gd name="T89" fmla="*/ 49 h 83"/>
                <a:gd name="T90" fmla="*/ 81 w 135"/>
                <a:gd name="T91" fmla="*/ 43 h 83"/>
                <a:gd name="T92" fmla="*/ 77 w 135"/>
                <a:gd name="T93" fmla="*/ 37 h 83"/>
                <a:gd name="T94" fmla="*/ 85 w 135"/>
                <a:gd name="T95" fmla="*/ 41 h 83"/>
                <a:gd name="T96" fmla="*/ 79 w 135"/>
                <a:gd name="T97" fmla="*/ 31 h 83"/>
                <a:gd name="T98" fmla="*/ 70 w 135"/>
                <a:gd name="T99" fmla="*/ 26 h 83"/>
                <a:gd name="T100" fmla="*/ 76 w 135"/>
                <a:gd name="T101" fmla="*/ 19 h 83"/>
                <a:gd name="T102" fmla="*/ 82 w 135"/>
                <a:gd name="T103" fmla="*/ 22 h 83"/>
                <a:gd name="T104" fmla="*/ 82 w 135"/>
                <a:gd name="T105" fmla="*/ 29 h 83"/>
                <a:gd name="T106" fmla="*/ 96 w 135"/>
                <a:gd name="T107" fmla="*/ 25 h 83"/>
                <a:gd name="T108" fmla="*/ 94 w 135"/>
                <a:gd name="T109" fmla="*/ 33 h 83"/>
                <a:gd name="T110" fmla="*/ 95 w 135"/>
                <a:gd name="T111" fmla="*/ 43 h 83"/>
                <a:gd name="T112" fmla="*/ 105 w 135"/>
                <a:gd name="T113" fmla="*/ 46 h 83"/>
                <a:gd name="T114" fmla="*/ 96 w 135"/>
                <a:gd name="T115" fmla="*/ 38 h 83"/>
                <a:gd name="T116" fmla="*/ 106 w 135"/>
                <a:gd name="T117" fmla="*/ 36 h 83"/>
                <a:gd name="T118" fmla="*/ 111 w 135"/>
                <a:gd name="T119" fmla="*/ 46 h 83"/>
                <a:gd name="T120" fmla="*/ 121 w 135"/>
                <a:gd name="T121" fmla="*/ 50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5" h="83">
                  <a:moveTo>
                    <a:pt x="66" y="75"/>
                  </a:moveTo>
                  <a:cubicBezTo>
                    <a:pt x="66" y="76"/>
                    <a:pt x="67" y="78"/>
                    <a:pt x="66" y="80"/>
                  </a:cubicBezTo>
                  <a:cubicBezTo>
                    <a:pt x="66" y="81"/>
                    <a:pt x="64" y="82"/>
                    <a:pt x="64" y="82"/>
                  </a:cubicBezTo>
                  <a:cubicBezTo>
                    <a:pt x="63" y="83"/>
                    <a:pt x="61" y="83"/>
                    <a:pt x="60" y="82"/>
                  </a:cubicBezTo>
                  <a:cubicBezTo>
                    <a:pt x="60" y="82"/>
                    <a:pt x="60" y="82"/>
                    <a:pt x="59" y="81"/>
                  </a:cubicBezTo>
                  <a:cubicBezTo>
                    <a:pt x="59" y="81"/>
                    <a:pt x="59" y="81"/>
                    <a:pt x="58" y="80"/>
                  </a:cubicBezTo>
                  <a:cubicBezTo>
                    <a:pt x="58" y="80"/>
                    <a:pt x="57" y="79"/>
                    <a:pt x="57" y="79"/>
                  </a:cubicBezTo>
                  <a:cubicBezTo>
                    <a:pt x="56" y="78"/>
                    <a:pt x="56" y="77"/>
                    <a:pt x="55" y="77"/>
                  </a:cubicBezTo>
                  <a:cubicBezTo>
                    <a:pt x="55" y="76"/>
                    <a:pt x="54" y="76"/>
                    <a:pt x="54" y="75"/>
                  </a:cubicBezTo>
                  <a:cubicBezTo>
                    <a:pt x="53" y="75"/>
                    <a:pt x="53" y="75"/>
                    <a:pt x="53" y="74"/>
                  </a:cubicBezTo>
                  <a:cubicBezTo>
                    <a:pt x="52" y="74"/>
                    <a:pt x="52" y="74"/>
                    <a:pt x="52" y="73"/>
                  </a:cubicBezTo>
                  <a:cubicBezTo>
                    <a:pt x="51" y="73"/>
                    <a:pt x="50" y="72"/>
                    <a:pt x="50" y="71"/>
                  </a:cubicBezTo>
                  <a:cubicBezTo>
                    <a:pt x="49" y="70"/>
                    <a:pt x="48" y="69"/>
                    <a:pt x="47" y="68"/>
                  </a:cubicBezTo>
                  <a:cubicBezTo>
                    <a:pt x="47" y="68"/>
                    <a:pt x="47" y="67"/>
                    <a:pt x="46" y="66"/>
                  </a:cubicBezTo>
                  <a:cubicBezTo>
                    <a:pt x="46" y="66"/>
                    <a:pt x="45" y="66"/>
                    <a:pt x="45" y="65"/>
                  </a:cubicBezTo>
                  <a:cubicBezTo>
                    <a:pt x="45" y="65"/>
                    <a:pt x="44" y="64"/>
                    <a:pt x="44" y="64"/>
                  </a:cubicBezTo>
                  <a:cubicBezTo>
                    <a:pt x="43" y="62"/>
                    <a:pt x="42" y="61"/>
                    <a:pt x="41" y="59"/>
                  </a:cubicBezTo>
                  <a:cubicBezTo>
                    <a:pt x="41" y="59"/>
                    <a:pt x="41" y="58"/>
                    <a:pt x="42" y="58"/>
                  </a:cubicBezTo>
                  <a:cubicBezTo>
                    <a:pt x="43" y="59"/>
                    <a:pt x="44" y="60"/>
                    <a:pt x="44" y="61"/>
                  </a:cubicBezTo>
                  <a:cubicBezTo>
                    <a:pt x="45" y="62"/>
                    <a:pt x="46" y="62"/>
                    <a:pt x="46" y="63"/>
                  </a:cubicBezTo>
                  <a:cubicBezTo>
                    <a:pt x="47" y="64"/>
                    <a:pt x="47" y="64"/>
                    <a:pt x="48" y="65"/>
                  </a:cubicBezTo>
                  <a:cubicBezTo>
                    <a:pt x="48" y="65"/>
                    <a:pt x="48" y="65"/>
                    <a:pt x="49" y="65"/>
                  </a:cubicBezTo>
                  <a:cubicBezTo>
                    <a:pt x="49" y="66"/>
                    <a:pt x="50" y="66"/>
                    <a:pt x="50" y="66"/>
                  </a:cubicBezTo>
                  <a:cubicBezTo>
                    <a:pt x="50" y="66"/>
                    <a:pt x="50" y="66"/>
                    <a:pt x="50" y="66"/>
                  </a:cubicBezTo>
                  <a:cubicBezTo>
                    <a:pt x="50" y="65"/>
                    <a:pt x="48" y="63"/>
                    <a:pt x="47" y="62"/>
                  </a:cubicBezTo>
                  <a:cubicBezTo>
                    <a:pt x="47" y="61"/>
                    <a:pt x="46" y="60"/>
                    <a:pt x="45" y="60"/>
                  </a:cubicBezTo>
                  <a:cubicBezTo>
                    <a:pt x="45" y="59"/>
                    <a:pt x="44" y="59"/>
                    <a:pt x="44" y="58"/>
                  </a:cubicBezTo>
                  <a:cubicBezTo>
                    <a:pt x="43" y="58"/>
                    <a:pt x="43" y="57"/>
                    <a:pt x="42" y="57"/>
                  </a:cubicBezTo>
                  <a:cubicBezTo>
                    <a:pt x="42" y="57"/>
                    <a:pt x="42" y="56"/>
                    <a:pt x="41" y="56"/>
                  </a:cubicBezTo>
                  <a:cubicBezTo>
                    <a:pt x="41" y="56"/>
                    <a:pt x="40" y="55"/>
                    <a:pt x="40" y="55"/>
                  </a:cubicBezTo>
                  <a:cubicBezTo>
                    <a:pt x="39" y="54"/>
                    <a:pt x="37" y="56"/>
                    <a:pt x="36" y="55"/>
                  </a:cubicBezTo>
                  <a:cubicBezTo>
                    <a:pt x="36" y="55"/>
                    <a:pt x="36" y="55"/>
                    <a:pt x="36" y="55"/>
                  </a:cubicBezTo>
                  <a:cubicBezTo>
                    <a:pt x="36" y="56"/>
                    <a:pt x="35" y="56"/>
                    <a:pt x="35" y="56"/>
                  </a:cubicBezTo>
                  <a:cubicBezTo>
                    <a:pt x="34" y="56"/>
                    <a:pt x="34" y="56"/>
                    <a:pt x="33" y="56"/>
                  </a:cubicBezTo>
                  <a:cubicBezTo>
                    <a:pt x="33" y="56"/>
                    <a:pt x="32" y="57"/>
                    <a:pt x="32" y="57"/>
                  </a:cubicBezTo>
                  <a:cubicBezTo>
                    <a:pt x="29" y="58"/>
                    <a:pt x="27" y="58"/>
                    <a:pt x="25" y="58"/>
                  </a:cubicBezTo>
                  <a:cubicBezTo>
                    <a:pt x="23" y="59"/>
                    <a:pt x="22" y="59"/>
                    <a:pt x="20" y="59"/>
                  </a:cubicBezTo>
                  <a:cubicBezTo>
                    <a:pt x="20" y="59"/>
                    <a:pt x="19" y="59"/>
                    <a:pt x="19" y="60"/>
                  </a:cubicBezTo>
                  <a:cubicBezTo>
                    <a:pt x="18" y="60"/>
                    <a:pt x="17" y="60"/>
                    <a:pt x="16" y="60"/>
                  </a:cubicBezTo>
                  <a:cubicBezTo>
                    <a:pt x="15" y="60"/>
                    <a:pt x="14" y="60"/>
                    <a:pt x="14" y="61"/>
                  </a:cubicBezTo>
                  <a:cubicBezTo>
                    <a:pt x="13" y="61"/>
                    <a:pt x="13" y="61"/>
                    <a:pt x="12" y="61"/>
                  </a:cubicBezTo>
                  <a:cubicBezTo>
                    <a:pt x="11" y="61"/>
                    <a:pt x="10" y="61"/>
                    <a:pt x="9" y="61"/>
                  </a:cubicBezTo>
                  <a:cubicBezTo>
                    <a:pt x="8" y="61"/>
                    <a:pt x="8" y="62"/>
                    <a:pt x="8" y="62"/>
                  </a:cubicBezTo>
                  <a:cubicBezTo>
                    <a:pt x="7" y="62"/>
                    <a:pt x="6" y="62"/>
                    <a:pt x="6" y="62"/>
                  </a:cubicBezTo>
                  <a:cubicBezTo>
                    <a:pt x="4" y="62"/>
                    <a:pt x="3" y="61"/>
                    <a:pt x="2" y="60"/>
                  </a:cubicBezTo>
                  <a:cubicBezTo>
                    <a:pt x="1" y="59"/>
                    <a:pt x="0" y="59"/>
                    <a:pt x="0" y="58"/>
                  </a:cubicBezTo>
                  <a:cubicBezTo>
                    <a:pt x="0" y="57"/>
                    <a:pt x="1" y="55"/>
                    <a:pt x="2" y="54"/>
                  </a:cubicBezTo>
                  <a:cubicBezTo>
                    <a:pt x="2" y="54"/>
                    <a:pt x="2" y="54"/>
                    <a:pt x="3" y="54"/>
                  </a:cubicBezTo>
                  <a:cubicBezTo>
                    <a:pt x="3" y="54"/>
                    <a:pt x="3" y="54"/>
                    <a:pt x="3" y="53"/>
                  </a:cubicBezTo>
                  <a:cubicBezTo>
                    <a:pt x="3" y="52"/>
                    <a:pt x="4" y="50"/>
                    <a:pt x="5" y="48"/>
                  </a:cubicBezTo>
                  <a:cubicBezTo>
                    <a:pt x="5" y="48"/>
                    <a:pt x="5" y="48"/>
                    <a:pt x="5" y="48"/>
                  </a:cubicBezTo>
                  <a:cubicBezTo>
                    <a:pt x="6" y="47"/>
                    <a:pt x="6" y="47"/>
                    <a:pt x="6" y="46"/>
                  </a:cubicBezTo>
                  <a:cubicBezTo>
                    <a:pt x="6" y="45"/>
                    <a:pt x="6" y="44"/>
                    <a:pt x="7" y="44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7" y="42"/>
                    <a:pt x="7" y="42"/>
                    <a:pt x="7" y="41"/>
                  </a:cubicBezTo>
                  <a:cubicBezTo>
                    <a:pt x="8" y="41"/>
                    <a:pt x="8" y="40"/>
                    <a:pt x="8" y="40"/>
                  </a:cubicBezTo>
                  <a:cubicBezTo>
                    <a:pt x="8" y="39"/>
                    <a:pt x="8" y="38"/>
                    <a:pt x="9" y="37"/>
                  </a:cubicBezTo>
                  <a:cubicBezTo>
                    <a:pt x="9" y="36"/>
                    <a:pt x="9" y="35"/>
                    <a:pt x="10" y="34"/>
                  </a:cubicBezTo>
                  <a:cubicBezTo>
                    <a:pt x="10" y="33"/>
                    <a:pt x="10" y="33"/>
                    <a:pt x="10" y="32"/>
                  </a:cubicBezTo>
                  <a:cubicBezTo>
                    <a:pt x="11" y="31"/>
                    <a:pt x="11" y="30"/>
                    <a:pt x="12" y="29"/>
                  </a:cubicBezTo>
                  <a:cubicBezTo>
                    <a:pt x="12" y="29"/>
                    <a:pt x="12" y="28"/>
                    <a:pt x="13" y="28"/>
                  </a:cubicBezTo>
                  <a:cubicBezTo>
                    <a:pt x="13" y="27"/>
                    <a:pt x="13" y="27"/>
                    <a:pt x="14" y="27"/>
                  </a:cubicBezTo>
                  <a:cubicBezTo>
                    <a:pt x="14" y="27"/>
                    <a:pt x="14" y="28"/>
                    <a:pt x="14" y="28"/>
                  </a:cubicBezTo>
                  <a:cubicBezTo>
                    <a:pt x="14" y="29"/>
                    <a:pt x="14" y="30"/>
                    <a:pt x="13" y="30"/>
                  </a:cubicBezTo>
                  <a:cubicBezTo>
                    <a:pt x="13" y="31"/>
                    <a:pt x="13" y="32"/>
                    <a:pt x="13" y="33"/>
                  </a:cubicBezTo>
                  <a:cubicBezTo>
                    <a:pt x="13" y="34"/>
                    <a:pt x="13" y="35"/>
                    <a:pt x="13" y="36"/>
                  </a:cubicBezTo>
                  <a:cubicBezTo>
                    <a:pt x="12" y="38"/>
                    <a:pt x="13" y="39"/>
                    <a:pt x="13" y="41"/>
                  </a:cubicBezTo>
                  <a:cubicBezTo>
                    <a:pt x="13" y="42"/>
                    <a:pt x="13" y="42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3" y="48"/>
                    <a:pt x="13" y="48"/>
                    <a:pt x="13" y="48"/>
                  </a:cubicBezTo>
                  <a:cubicBezTo>
                    <a:pt x="13" y="48"/>
                    <a:pt x="14" y="48"/>
                    <a:pt x="14" y="48"/>
                  </a:cubicBezTo>
                  <a:cubicBezTo>
                    <a:pt x="13" y="49"/>
                    <a:pt x="13" y="49"/>
                    <a:pt x="13" y="49"/>
                  </a:cubicBezTo>
                  <a:cubicBezTo>
                    <a:pt x="14" y="50"/>
                    <a:pt x="14" y="52"/>
                    <a:pt x="15" y="52"/>
                  </a:cubicBezTo>
                  <a:cubicBezTo>
                    <a:pt x="15" y="52"/>
                    <a:pt x="19" y="52"/>
                    <a:pt x="20" y="52"/>
                  </a:cubicBezTo>
                  <a:cubicBezTo>
                    <a:pt x="22" y="52"/>
                    <a:pt x="24" y="52"/>
                    <a:pt x="27" y="52"/>
                  </a:cubicBezTo>
                  <a:cubicBezTo>
                    <a:pt x="27" y="52"/>
                    <a:pt x="28" y="52"/>
                    <a:pt x="29" y="52"/>
                  </a:cubicBezTo>
                  <a:cubicBezTo>
                    <a:pt x="30" y="52"/>
                    <a:pt x="30" y="52"/>
                    <a:pt x="31" y="52"/>
                  </a:cubicBezTo>
                  <a:cubicBezTo>
                    <a:pt x="32" y="52"/>
                    <a:pt x="37" y="52"/>
                    <a:pt x="38" y="51"/>
                  </a:cubicBezTo>
                  <a:cubicBezTo>
                    <a:pt x="38" y="51"/>
                    <a:pt x="38" y="51"/>
                    <a:pt x="38" y="51"/>
                  </a:cubicBezTo>
                  <a:cubicBezTo>
                    <a:pt x="38" y="50"/>
                    <a:pt x="37" y="50"/>
                    <a:pt x="37" y="49"/>
                  </a:cubicBezTo>
                  <a:cubicBezTo>
                    <a:pt x="37" y="48"/>
                    <a:pt x="36" y="47"/>
                    <a:pt x="36" y="46"/>
                  </a:cubicBezTo>
                  <a:cubicBezTo>
                    <a:pt x="35" y="46"/>
                    <a:pt x="35" y="46"/>
                    <a:pt x="35" y="45"/>
                  </a:cubicBezTo>
                  <a:cubicBezTo>
                    <a:pt x="35" y="44"/>
                    <a:pt x="35" y="44"/>
                    <a:pt x="34" y="43"/>
                  </a:cubicBezTo>
                  <a:cubicBezTo>
                    <a:pt x="34" y="42"/>
                    <a:pt x="34" y="42"/>
                    <a:pt x="35" y="41"/>
                  </a:cubicBezTo>
                  <a:cubicBezTo>
                    <a:pt x="34" y="41"/>
                    <a:pt x="34" y="40"/>
                    <a:pt x="34" y="39"/>
                  </a:cubicBezTo>
                  <a:cubicBezTo>
                    <a:pt x="35" y="39"/>
                    <a:pt x="35" y="38"/>
                    <a:pt x="35" y="37"/>
                  </a:cubicBezTo>
                  <a:cubicBezTo>
                    <a:pt x="35" y="36"/>
                    <a:pt x="35" y="32"/>
                    <a:pt x="37" y="32"/>
                  </a:cubicBezTo>
                  <a:cubicBezTo>
                    <a:pt x="38" y="33"/>
                    <a:pt x="39" y="33"/>
                    <a:pt x="39" y="34"/>
                  </a:cubicBezTo>
                  <a:cubicBezTo>
                    <a:pt x="40" y="34"/>
                    <a:pt x="40" y="35"/>
                    <a:pt x="41" y="36"/>
                  </a:cubicBezTo>
                  <a:cubicBezTo>
                    <a:pt x="41" y="36"/>
                    <a:pt x="41" y="37"/>
                    <a:pt x="42" y="37"/>
                  </a:cubicBezTo>
                  <a:cubicBezTo>
                    <a:pt x="42" y="38"/>
                    <a:pt x="43" y="38"/>
                    <a:pt x="43" y="39"/>
                  </a:cubicBezTo>
                  <a:cubicBezTo>
                    <a:pt x="44" y="40"/>
                    <a:pt x="45" y="42"/>
                    <a:pt x="46" y="44"/>
                  </a:cubicBezTo>
                  <a:cubicBezTo>
                    <a:pt x="47" y="44"/>
                    <a:pt x="47" y="45"/>
                    <a:pt x="48" y="46"/>
                  </a:cubicBezTo>
                  <a:cubicBezTo>
                    <a:pt x="48" y="46"/>
                    <a:pt x="48" y="46"/>
                    <a:pt x="49" y="47"/>
                  </a:cubicBezTo>
                  <a:cubicBezTo>
                    <a:pt x="49" y="48"/>
                    <a:pt x="50" y="49"/>
                    <a:pt x="51" y="51"/>
                  </a:cubicBezTo>
                  <a:cubicBezTo>
                    <a:pt x="52" y="51"/>
                    <a:pt x="52" y="51"/>
                    <a:pt x="52" y="52"/>
                  </a:cubicBezTo>
                  <a:cubicBezTo>
                    <a:pt x="53" y="52"/>
                    <a:pt x="53" y="53"/>
                    <a:pt x="54" y="54"/>
                  </a:cubicBezTo>
                  <a:cubicBezTo>
                    <a:pt x="54" y="55"/>
                    <a:pt x="54" y="56"/>
                    <a:pt x="55" y="56"/>
                  </a:cubicBezTo>
                  <a:cubicBezTo>
                    <a:pt x="55" y="57"/>
                    <a:pt x="56" y="57"/>
                    <a:pt x="56" y="58"/>
                  </a:cubicBezTo>
                  <a:cubicBezTo>
                    <a:pt x="56" y="58"/>
                    <a:pt x="56" y="59"/>
                    <a:pt x="57" y="60"/>
                  </a:cubicBezTo>
                  <a:cubicBezTo>
                    <a:pt x="57" y="61"/>
                    <a:pt x="58" y="62"/>
                    <a:pt x="58" y="62"/>
                  </a:cubicBezTo>
                  <a:cubicBezTo>
                    <a:pt x="58" y="63"/>
                    <a:pt x="59" y="63"/>
                    <a:pt x="59" y="63"/>
                  </a:cubicBezTo>
                  <a:cubicBezTo>
                    <a:pt x="59" y="64"/>
                    <a:pt x="59" y="64"/>
                    <a:pt x="60" y="64"/>
                  </a:cubicBezTo>
                  <a:cubicBezTo>
                    <a:pt x="60" y="65"/>
                    <a:pt x="60" y="65"/>
                    <a:pt x="60" y="66"/>
                  </a:cubicBezTo>
                  <a:cubicBezTo>
                    <a:pt x="61" y="67"/>
                    <a:pt x="61" y="67"/>
                    <a:pt x="62" y="68"/>
                  </a:cubicBezTo>
                  <a:cubicBezTo>
                    <a:pt x="62" y="68"/>
                    <a:pt x="63" y="69"/>
                    <a:pt x="63" y="69"/>
                  </a:cubicBezTo>
                  <a:cubicBezTo>
                    <a:pt x="63" y="69"/>
                    <a:pt x="63" y="70"/>
                    <a:pt x="63" y="70"/>
                  </a:cubicBezTo>
                  <a:cubicBezTo>
                    <a:pt x="63" y="70"/>
                    <a:pt x="64" y="71"/>
                    <a:pt x="64" y="71"/>
                  </a:cubicBezTo>
                  <a:cubicBezTo>
                    <a:pt x="64" y="71"/>
                    <a:pt x="65" y="72"/>
                    <a:pt x="65" y="72"/>
                  </a:cubicBezTo>
                  <a:cubicBezTo>
                    <a:pt x="65" y="72"/>
                    <a:pt x="65" y="72"/>
                    <a:pt x="65" y="72"/>
                  </a:cubicBezTo>
                  <a:cubicBezTo>
                    <a:pt x="65" y="73"/>
                    <a:pt x="66" y="74"/>
                    <a:pt x="66" y="75"/>
                  </a:cubicBezTo>
                  <a:cubicBezTo>
                    <a:pt x="66" y="75"/>
                    <a:pt x="66" y="75"/>
                    <a:pt x="66" y="75"/>
                  </a:cubicBezTo>
                  <a:close/>
                  <a:moveTo>
                    <a:pt x="82" y="65"/>
                  </a:moveTo>
                  <a:cubicBezTo>
                    <a:pt x="82" y="66"/>
                    <a:pt x="82" y="67"/>
                    <a:pt x="81" y="67"/>
                  </a:cubicBezTo>
                  <a:cubicBezTo>
                    <a:pt x="81" y="68"/>
                    <a:pt x="80" y="68"/>
                    <a:pt x="80" y="68"/>
                  </a:cubicBezTo>
                  <a:cubicBezTo>
                    <a:pt x="80" y="69"/>
                    <a:pt x="78" y="70"/>
                    <a:pt x="76" y="70"/>
                  </a:cubicBezTo>
                  <a:cubicBezTo>
                    <a:pt x="75" y="70"/>
                    <a:pt x="74" y="69"/>
                    <a:pt x="74" y="68"/>
                  </a:cubicBezTo>
                  <a:cubicBezTo>
                    <a:pt x="73" y="67"/>
                    <a:pt x="73" y="67"/>
                    <a:pt x="73" y="67"/>
                  </a:cubicBezTo>
                  <a:cubicBezTo>
                    <a:pt x="72" y="66"/>
                    <a:pt x="72" y="66"/>
                    <a:pt x="71" y="65"/>
                  </a:cubicBezTo>
                  <a:cubicBezTo>
                    <a:pt x="70" y="64"/>
                    <a:pt x="69" y="63"/>
                    <a:pt x="68" y="62"/>
                  </a:cubicBezTo>
                  <a:cubicBezTo>
                    <a:pt x="67" y="61"/>
                    <a:pt x="66" y="61"/>
                    <a:pt x="66" y="60"/>
                  </a:cubicBezTo>
                  <a:cubicBezTo>
                    <a:pt x="65" y="59"/>
                    <a:pt x="65" y="58"/>
                    <a:pt x="64" y="58"/>
                  </a:cubicBezTo>
                  <a:cubicBezTo>
                    <a:pt x="63" y="57"/>
                    <a:pt x="63" y="56"/>
                    <a:pt x="63" y="56"/>
                  </a:cubicBezTo>
                  <a:cubicBezTo>
                    <a:pt x="62" y="55"/>
                    <a:pt x="61" y="54"/>
                    <a:pt x="61" y="53"/>
                  </a:cubicBezTo>
                  <a:cubicBezTo>
                    <a:pt x="61" y="53"/>
                    <a:pt x="61" y="53"/>
                    <a:pt x="61" y="53"/>
                  </a:cubicBezTo>
                  <a:cubicBezTo>
                    <a:pt x="62" y="53"/>
                    <a:pt x="62" y="53"/>
                    <a:pt x="63" y="53"/>
                  </a:cubicBezTo>
                  <a:cubicBezTo>
                    <a:pt x="63" y="54"/>
                    <a:pt x="64" y="54"/>
                    <a:pt x="64" y="54"/>
                  </a:cubicBezTo>
                  <a:cubicBezTo>
                    <a:pt x="65" y="55"/>
                    <a:pt x="65" y="55"/>
                    <a:pt x="65" y="56"/>
                  </a:cubicBezTo>
                  <a:cubicBezTo>
                    <a:pt x="66" y="56"/>
                    <a:pt x="66" y="56"/>
                    <a:pt x="67" y="56"/>
                  </a:cubicBezTo>
                  <a:cubicBezTo>
                    <a:pt x="68" y="57"/>
                    <a:pt x="70" y="58"/>
                    <a:pt x="71" y="59"/>
                  </a:cubicBezTo>
                  <a:cubicBezTo>
                    <a:pt x="72" y="59"/>
                    <a:pt x="73" y="60"/>
                    <a:pt x="74" y="60"/>
                  </a:cubicBezTo>
                  <a:cubicBezTo>
                    <a:pt x="74" y="60"/>
                    <a:pt x="76" y="61"/>
                    <a:pt x="76" y="60"/>
                  </a:cubicBezTo>
                  <a:cubicBezTo>
                    <a:pt x="76" y="59"/>
                    <a:pt x="69" y="51"/>
                    <a:pt x="67" y="49"/>
                  </a:cubicBezTo>
                  <a:cubicBezTo>
                    <a:pt x="66" y="48"/>
                    <a:pt x="66" y="47"/>
                    <a:pt x="65" y="46"/>
                  </a:cubicBezTo>
                  <a:cubicBezTo>
                    <a:pt x="64" y="46"/>
                    <a:pt x="64" y="45"/>
                    <a:pt x="63" y="45"/>
                  </a:cubicBezTo>
                  <a:cubicBezTo>
                    <a:pt x="62" y="44"/>
                    <a:pt x="62" y="42"/>
                    <a:pt x="61" y="41"/>
                  </a:cubicBezTo>
                  <a:cubicBezTo>
                    <a:pt x="60" y="41"/>
                    <a:pt x="59" y="40"/>
                    <a:pt x="58" y="39"/>
                  </a:cubicBezTo>
                  <a:cubicBezTo>
                    <a:pt x="58" y="38"/>
                    <a:pt x="57" y="38"/>
                    <a:pt x="57" y="37"/>
                  </a:cubicBezTo>
                  <a:cubicBezTo>
                    <a:pt x="56" y="37"/>
                    <a:pt x="56" y="37"/>
                    <a:pt x="55" y="36"/>
                  </a:cubicBezTo>
                  <a:cubicBezTo>
                    <a:pt x="55" y="35"/>
                    <a:pt x="54" y="35"/>
                    <a:pt x="54" y="34"/>
                  </a:cubicBezTo>
                  <a:cubicBezTo>
                    <a:pt x="53" y="34"/>
                    <a:pt x="53" y="33"/>
                    <a:pt x="53" y="33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1" y="32"/>
                    <a:pt x="51" y="31"/>
                    <a:pt x="51" y="31"/>
                  </a:cubicBezTo>
                  <a:cubicBezTo>
                    <a:pt x="50" y="30"/>
                    <a:pt x="49" y="30"/>
                    <a:pt x="49" y="29"/>
                  </a:cubicBezTo>
                  <a:cubicBezTo>
                    <a:pt x="48" y="29"/>
                    <a:pt x="48" y="28"/>
                    <a:pt x="47" y="28"/>
                  </a:cubicBezTo>
                  <a:cubicBezTo>
                    <a:pt x="47" y="28"/>
                    <a:pt x="47" y="27"/>
                    <a:pt x="46" y="27"/>
                  </a:cubicBezTo>
                  <a:cubicBezTo>
                    <a:pt x="44" y="25"/>
                    <a:pt x="42" y="23"/>
                    <a:pt x="39" y="21"/>
                  </a:cubicBezTo>
                  <a:cubicBezTo>
                    <a:pt x="39" y="20"/>
                    <a:pt x="38" y="20"/>
                    <a:pt x="38" y="19"/>
                  </a:cubicBezTo>
                  <a:cubicBezTo>
                    <a:pt x="37" y="18"/>
                    <a:pt x="36" y="17"/>
                    <a:pt x="35" y="16"/>
                  </a:cubicBezTo>
                  <a:cubicBezTo>
                    <a:pt x="35" y="15"/>
                    <a:pt x="35" y="15"/>
                    <a:pt x="34" y="14"/>
                  </a:cubicBezTo>
                  <a:cubicBezTo>
                    <a:pt x="34" y="14"/>
                    <a:pt x="34" y="13"/>
                    <a:pt x="34" y="12"/>
                  </a:cubicBezTo>
                  <a:cubicBezTo>
                    <a:pt x="34" y="12"/>
                    <a:pt x="33" y="11"/>
                    <a:pt x="33" y="11"/>
                  </a:cubicBezTo>
                  <a:cubicBezTo>
                    <a:pt x="32" y="10"/>
                    <a:pt x="32" y="9"/>
                    <a:pt x="32" y="8"/>
                  </a:cubicBezTo>
                  <a:cubicBezTo>
                    <a:pt x="32" y="8"/>
                    <a:pt x="32" y="7"/>
                    <a:pt x="32" y="7"/>
                  </a:cubicBezTo>
                  <a:cubicBezTo>
                    <a:pt x="32" y="6"/>
                    <a:pt x="32" y="6"/>
                    <a:pt x="32" y="6"/>
                  </a:cubicBezTo>
                  <a:cubicBezTo>
                    <a:pt x="32" y="4"/>
                    <a:pt x="34" y="2"/>
                    <a:pt x="35" y="2"/>
                  </a:cubicBezTo>
                  <a:cubicBezTo>
                    <a:pt x="36" y="1"/>
                    <a:pt x="38" y="0"/>
                    <a:pt x="39" y="1"/>
                  </a:cubicBezTo>
                  <a:cubicBezTo>
                    <a:pt x="39" y="1"/>
                    <a:pt x="39" y="1"/>
                    <a:pt x="39" y="1"/>
                  </a:cubicBezTo>
                  <a:cubicBezTo>
                    <a:pt x="39" y="2"/>
                    <a:pt x="39" y="2"/>
                    <a:pt x="39" y="3"/>
                  </a:cubicBezTo>
                  <a:cubicBezTo>
                    <a:pt x="40" y="4"/>
                    <a:pt x="40" y="4"/>
                    <a:pt x="41" y="5"/>
                  </a:cubicBezTo>
                  <a:cubicBezTo>
                    <a:pt x="41" y="6"/>
                    <a:pt x="41" y="6"/>
                    <a:pt x="41" y="6"/>
                  </a:cubicBezTo>
                  <a:cubicBezTo>
                    <a:pt x="41" y="7"/>
                    <a:pt x="42" y="7"/>
                    <a:pt x="42" y="8"/>
                  </a:cubicBezTo>
                  <a:cubicBezTo>
                    <a:pt x="42" y="8"/>
                    <a:pt x="43" y="8"/>
                    <a:pt x="43" y="9"/>
                  </a:cubicBezTo>
                  <a:cubicBezTo>
                    <a:pt x="43" y="9"/>
                    <a:pt x="43" y="10"/>
                    <a:pt x="44" y="10"/>
                  </a:cubicBezTo>
                  <a:cubicBezTo>
                    <a:pt x="44" y="10"/>
                    <a:pt x="44" y="11"/>
                    <a:pt x="44" y="11"/>
                  </a:cubicBezTo>
                  <a:cubicBezTo>
                    <a:pt x="45" y="11"/>
                    <a:pt x="45" y="12"/>
                    <a:pt x="45" y="13"/>
                  </a:cubicBezTo>
                  <a:cubicBezTo>
                    <a:pt x="46" y="13"/>
                    <a:pt x="46" y="14"/>
                    <a:pt x="47" y="14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48" y="16"/>
                    <a:pt x="48" y="16"/>
                    <a:pt x="49" y="17"/>
                  </a:cubicBezTo>
                  <a:cubicBezTo>
                    <a:pt x="49" y="18"/>
                    <a:pt x="50" y="19"/>
                    <a:pt x="50" y="19"/>
                  </a:cubicBezTo>
                  <a:cubicBezTo>
                    <a:pt x="51" y="20"/>
                    <a:pt x="51" y="20"/>
                    <a:pt x="52" y="21"/>
                  </a:cubicBezTo>
                  <a:cubicBezTo>
                    <a:pt x="52" y="21"/>
                    <a:pt x="52" y="22"/>
                    <a:pt x="53" y="22"/>
                  </a:cubicBezTo>
                  <a:cubicBezTo>
                    <a:pt x="53" y="22"/>
                    <a:pt x="53" y="23"/>
                    <a:pt x="54" y="23"/>
                  </a:cubicBezTo>
                  <a:cubicBezTo>
                    <a:pt x="54" y="23"/>
                    <a:pt x="54" y="24"/>
                    <a:pt x="54" y="24"/>
                  </a:cubicBezTo>
                  <a:cubicBezTo>
                    <a:pt x="55" y="24"/>
                    <a:pt x="55" y="25"/>
                    <a:pt x="55" y="25"/>
                  </a:cubicBezTo>
                  <a:cubicBezTo>
                    <a:pt x="56" y="26"/>
                    <a:pt x="58" y="28"/>
                    <a:pt x="59" y="30"/>
                  </a:cubicBezTo>
                  <a:cubicBezTo>
                    <a:pt x="59" y="30"/>
                    <a:pt x="60" y="30"/>
                    <a:pt x="60" y="31"/>
                  </a:cubicBezTo>
                  <a:cubicBezTo>
                    <a:pt x="61" y="32"/>
                    <a:pt x="62" y="33"/>
                    <a:pt x="63" y="34"/>
                  </a:cubicBezTo>
                  <a:cubicBezTo>
                    <a:pt x="63" y="35"/>
                    <a:pt x="65" y="36"/>
                    <a:pt x="65" y="37"/>
                  </a:cubicBezTo>
                  <a:cubicBezTo>
                    <a:pt x="66" y="38"/>
                    <a:pt x="66" y="39"/>
                    <a:pt x="67" y="40"/>
                  </a:cubicBezTo>
                  <a:cubicBezTo>
                    <a:pt x="67" y="40"/>
                    <a:pt x="68" y="41"/>
                    <a:pt x="68" y="41"/>
                  </a:cubicBezTo>
                  <a:cubicBezTo>
                    <a:pt x="69" y="42"/>
                    <a:pt x="70" y="43"/>
                    <a:pt x="70" y="44"/>
                  </a:cubicBezTo>
                  <a:cubicBezTo>
                    <a:pt x="72" y="46"/>
                    <a:pt x="73" y="48"/>
                    <a:pt x="74" y="50"/>
                  </a:cubicBezTo>
                  <a:cubicBezTo>
                    <a:pt x="75" y="51"/>
                    <a:pt x="75" y="51"/>
                    <a:pt x="75" y="51"/>
                  </a:cubicBezTo>
                  <a:cubicBezTo>
                    <a:pt x="76" y="52"/>
                    <a:pt x="76" y="53"/>
                    <a:pt x="76" y="53"/>
                  </a:cubicBezTo>
                  <a:cubicBezTo>
                    <a:pt x="77" y="54"/>
                    <a:pt x="77" y="55"/>
                    <a:pt x="78" y="55"/>
                  </a:cubicBezTo>
                  <a:cubicBezTo>
                    <a:pt x="78" y="56"/>
                    <a:pt x="78" y="56"/>
                    <a:pt x="78" y="57"/>
                  </a:cubicBezTo>
                  <a:cubicBezTo>
                    <a:pt x="79" y="57"/>
                    <a:pt x="79" y="57"/>
                    <a:pt x="79" y="58"/>
                  </a:cubicBezTo>
                  <a:cubicBezTo>
                    <a:pt x="80" y="59"/>
                    <a:pt x="80" y="60"/>
                    <a:pt x="80" y="60"/>
                  </a:cubicBezTo>
                  <a:cubicBezTo>
                    <a:pt x="81" y="62"/>
                    <a:pt x="82" y="62"/>
                    <a:pt x="82" y="64"/>
                  </a:cubicBezTo>
                  <a:cubicBezTo>
                    <a:pt x="82" y="64"/>
                    <a:pt x="82" y="65"/>
                    <a:pt x="82" y="65"/>
                  </a:cubicBezTo>
                  <a:close/>
                  <a:moveTo>
                    <a:pt x="135" y="56"/>
                  </a:moveTo>
                  <a:cubicBezTo>
                    <a:pt x="135" y="57"/>
                    <a:pt x="135" y="57"/>
                    <a:pt x="134" y="58"/>
                  </a:cubicBezTo>
                  <a:cubicBezTo>
                    <a:pt x="133" y="58"/>
                    <a:pt x="132" y="59"/>
                    <a:pt x="131" y="59"/>
                  </a:cubicBezTo>
                  <a:cubicBezTo>
                    <a:pt x="130" y="60"/>
                    <a:pt x="128" y="59"/>
                    <a:pt x="127" y="58"/>
                  </a:cubicBezTo>
                  <a:cubicBezTo>
                    <a:pt x="124" y="57"/>
                    <a:pt x="120" y="55"/>
                    <a:pt x="117" y="53"/>
                  </a:cubicBezTo>
                  <a:cubicBezTo>
                    <a:pt x="117" y="53"/>
                    <a:pt x="112" y="51"/>
                    <a:pt x="112" y="50"/>
                  </a:cubicBezTo>
                  <a:cubicBezTo>
                    <a:pt x="112" y="50"/>
                    <a:pt x="112" y="50"/>
                    <a:pt x="112" y="50"/>
                  </a:cubicBezTo>
                  <a:cubicBezTo>
                    <a:pt x="111" y="51"/>
                    <a:pt x="111" y="52"/>
                    <a:pt x="111" y="53"/>
                  </a:cubicBezTo>
                  <a:cubicBezTo>
                    <a:pt x="111" y="54"/>
                    <a:pt x="110" y="55"/>
                    <a:pt x="109" y="55"/>
                  </a:cubicBezTo>
                  <a:cubicBezTo>
                    <a:pt x="108" y="56"/>
                    <a:pt x="108" y="55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8" y="56"/>
                    <a:pt x="108" y="56"/>
                    <a:pt x="108" y="56"/>
                  </a:cubicBezTo>
                  <a:cubicBezTo>
                    <a:pt x="109" y="57"/>
                    <a:pt x="109" y="58"/>
                    <a:pt x="110" y="59"/>
                  </a:cubicBezTo>
                  <a:cubicBezTo>
                    <a:pt x="111" y="59"/>
                    <a:pt x="111" y="60"/>
                    <a:pt x="112" y="61"/>
                  </a:cubicBezTo>
                  <a:cubicBezTo>
                    <a:pt x="112" y="61"/>
                    <a:pt x="113" y="62"/>
                    <a:pt x="113" y="63"/>
                  </a:cubicBezTo>
                  <a:cubicBezTo>
                    <a:pt x="114" y="63"/>
                    <a:pt x="114" y="64"/>
                    <a:pt x="114" y="64"/>
                  </a:cubicBezTo>
                  <a:cubicBezTo>
                    <a:pt x="115" y="65"/>
                    <a:pt x="115" y="65"/>
                    <a:pt x="115" y="66"/>
                  </a:cubicBezTo>
                  <a:cubicBezTo>
                    <a:pt x="116" y="66"/>
                    <a:pt x="116" y="67"/>
                    <a:pt x="116" y="67"/>
                  </a:cubicBezTo>
                  <a:cubicBezTo>
                    <a:pt x="117" y="68"/>
                    <a:pt x="118" y="69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1"/>
                    <a:pt x="118" y="71"/>
                    <a:pt x="119" y="71"/>
                  </a:cubicBezTo>
                  <a:cubicBezTo>
                    <a:pt x="119" y="72"/>
                    <a:pt x="120" y="76"/>
                    <a:pt x="119" y="77"/>
                  </a:cubicBezTo>
                  <a:cubicBezTo>
                    <a:pt x="119" y="77"/>
                    <a:pt x="118" y="77"/>
                    <a:pt x="118" y="77"/>
                  </a:cubicBezTo>
                  <a:cubicBezTo>
                    <a:pt x="118" y="77"/>
                    <a:pt x="118" y="77"/>
                    <a:pt x="118" y="78"/>
                  </a:cubicBezTo>
                  <a:cubicBezTo>
                    <a:pt x="117" y="78"/>
                    <a:pt x="116" y="78"/>
                    <a:pt x="115" y="78"/>
                  </a:cubicBezTo>
                  <a:cubicBezTo>
                    <a:pt x="114" y="78"/>
                    <a:pt x="113" y="78"/>
                    <a:pt x="113" y="77"/>
                  </a:cubicBezTo>
                  <a:cubicBezTo>
                    <a:pt x="112" y="77"/>
                    <a:pt x="111" y="77"/>
                    <a:pt x="111" y="77"/>
                  </a:cubicBezTo>
                  <a:cubicBezTo>
                    <a:pt x="108" y="76"/>
                    <a:pt x="106" y="75"/>
                    <a:pt x="104" y="74"/>
                  </a:cubicBezTo>
                  <a:cubicBezTo>
                    <a:pt x="102" y="73"/>
                    <a:pt x="101" y="73"/>
                    <a:pt x="100" y="72"/>
                  </a:cubicBezTo>
                  <a:cubicBezTo>
                    <a:pt x="99" y="72"/>
                    <a:pt x="98" y="72"/>
                    <a:pt x="97" y="71"/>
                  </a:cubicBezTo>
                  <a:cubicBezTo>
                    <a:pt x="96" y="71"/>
                    <a:pt x="96" y="70"/>
                    <a:pt x="95" y="70"/>
                  </a:cubicBezTo>
                  <a:cubicBezTo>
                    <a:pt x="94" y="69"/>
                    <a:pt x="93" y="69"/>
                    <a:pt x="92" y="68"/>
                  </a:cubicBezTo>
                  <a:cubicBezTo>
                    <a:pt x="91" y="68"/>
                    <a:pt x="91" y="68"/>
                    <a:pt x="91" y="68"/>
                  </a:cubicBezTo>
                  <a:cubicBezTo>
                    <a:pt x="90" y="67"/>
                    <a:pt x="89" y="67"/>
                    <a:pt x="88" y="67"/>
                  </a:cubicBezTo>
                  <a:cubicBezTo>
                    <a:pt x="86" y="65"/>
                    <a:pt x="84" y="62"/>
                    <a:pt x="83" y="59"/>
                  </a:cubicBezTo>
                  <a:cubicBezTo>
                    <a:pt x="83" y="59"/>
                    <a:pt x="83" y="58"/>
                    <a:pt x="83" y="57"/>
                  </a:cubicBezTo>
                  <a:cubicBezTo>
                    <a:pt x="83" y="54"/>
                    <a:pt x="86" y="58"/>
                    <a:pt x="87" y="59"/>
                  </a:cubicBezTo>
                  <a:cubicBezTo>
                    <a:pt x="87" y="59"/>
                    <a:pt x="88" y="60"/>
                    <a:pt x="88" y="60"/>
                  </a:cubicBezTo>
                  <a:cubicBezTo>
                    <a:pt x="89" y="60"/>
                    <a:pt x="91" y="60"/>
                    <a:pt x="92" y="60"/>
                  </a:cubicBezTo>
                  <a:cubicBezTo>
                    <a:pt x="93" y="61"/>
                    <a:pt x="92" y="61"/>
                    <a:pt x="92" y="62"/>
                  </a:cubicBezTo>
                  <a:cubicBezTo>
                    <a:pt x="93" y="62"/>
                    <a:pt x="93" y="62"/>
                    <a:pt x="93" y="62"/>
                  </a:cubicBezTo>
                  <a:cubicBezTo>
                    <a:pt x="94" y="62"/>
                    <a:pt x="95" y="62"/>
                    <a:pt x="95" y="62"/>
                  </a:cubicBezTo>
                  <a:cubicBezTo>
                    <a:pt x="96" y="62"/>
                    <a:pt x="97" y="62"/>
                    <a:pt x="98" y="62"/>
                  </a:cubicBezTo>
                  <a:cubicBezTo>
                    <a:pt x="99" y="62"/>
                    <a:pt x="99" y="62"/>
                    <a:pt x="99" y="62"/>
                  </a:cubicBezTo>
                  <a:cubicBezTo>
                    <a:pt x="100" y="63"/>
                    <a:pt x="99" y="64"/>
                    <a:pt x="99" y="65"/>
                  </a:cubicBezTo>
                  <a:cubicBezTo>
                    <a:pt x="99" y="65"/>
                    <a:pt x="99" y="65"/>
                    <a:pt x="99" y="65"/>
                  </a:cubicBezTo>
                  <a:cubicBezTo>
                    <a:pt x="100" y="66"/>
                    <a:pt x="103" y="67"/>
                    <a:pt x="103" y="68"/>
                  </a:cubicBezTo>
                  <a:cubicBezTo>
                    <a:pt x="103" y="68"/>
                    <a:pt x="103" y="68"/>
                    <a:pt x="103" y="68"/>
                  </a:cubicBezTo>
                  <a:cubicBezTo>
                    <a:pt x="104" y="67"/>
                    <a:pt x="105" y="69"/>
                    <a:pt x="106" y="69"/>
                  </a:cubicBezTo>
                  <a:cubicBezTo>
                    <a:pt x="108" y="70"/>
                    <a:pt x="109" y="70"/>
                    <a:pt x="110" y="70"/>
                  </a:cubicBezTo>
                  <a:cubicBezTo>
                    <a:pt x="110" y="70"/>
                    <a:pt x="111" y="71"/>
                    <a:pt x="111" y="71"/>
                  </a:cubicBezTo>
                  <a:cubicBezTo>
                    <a:pt x="112" y="71"/>
                    <a:pt x="112" y="71"/>
                    <a:pt x="113" y="72"/>
                  </a:cubicBezTo>
                  <a:cubicBezTo>
                    <a:pt x="113" y="72"/>
                    <a:pt x="114" y="72"/>
                    <a:pt x="114" y="72"/>
                  </a:cubicBezTo>
                  <a:cubicBezTo>
                    <a:pt x="114" y="72"/>
                    <a:pt x="115" y="72"/>
                    <a:pt x="115" y="72"/>
                  </a:cubicBezTo>
                  <a:cubicBezTo>
                    <a:pt x="115" y="71"/>
                    <a:pt x="115" y="70"/>
                    <a:pt x="115" y="70"/>
                  </a:cubicBezTo>
                  <a:cubicBezTo>
                    <a:pt x="115" y="69"/>
                    <a:pt x="114" y="68"/>
                    <a:pt x="114" y="68"/>
                  </a:cubicBezTo>
                  <a:cubicBezTo>
                    <a:pt x="113" y="66"/>
                    <a:pt x="112" y="65"/>
                    <a:pt x="111" y="63"/>
                  </a:cubicBezTo>
                  <a:cubicBezTo>
                    <a:pt x="110" y="63"/>
                    <a:pt x="110" y="62"/>
                    <a:pt x="109" y="62"/>
                  </a:cubicBezTo>
                  <a:cubicBezTo>
                    <a:pt x="109" y="61"/>
                    <a:pt x="109" y="61"/>
                    <a:pt x="109" y="60"/>
                  </a:cubicBezTo>
                  <a:cubicBezTo>
                    <a:pt x="108" y="60"/>
                    <a:pt x="108" y="60"/>
                    <a:pt x="108" y="59"/>
                  </a:cubicBezTo>
                  <a:cubicBezTo>
                    <a:pt x="107" y="59"/>
                    <a:pt x="107" y="59"/>
                    <a:pt x="107" y="58"/>
                  </a:cubicBezTo>
                  <a:cubicBezTo>
                    <a:pt x="106" y="58"/>
                    <a:pt x="106" y="57"/>
                    <a:pt x="106" y="57"/>
                  </a:cubicBezTo>
                  <a:cubicBezTo>
                    <a:pt x="105" y="56"/>
                    <a:pt x="104" y="55"/>
                    <a:pt x="104" y="55"/>
                  </a:cubicBezTo>
                  <a:cubicBezTo>
                    <a:pt x="103" y="54"/>
                    <a:pt x="103" y="54"/>
                    <a:pt x="102" y="54"/>
                  </a:cubicBezTo>
                  <a:cubicBezTo>
                    <a:pt x="102" y="54"/>
                    <a:pt x="101" y="53"/>
                    <a:pt x="101" y="53"/>
                  </a:cubicBezTo>
                  <a:cubicBezTo>
                    <a:pt x="101" y="53"/>
                    <a:pt x="100" y="53"/>
                    <a:pt x="100" y="53"/>
                  </a:cubicBezTo>
                  <a:cubicBezTo>
                    <a:pt x="99" y="52"/>
                    <a:pt x="99" y="52"/>
                    <a:pt x="99" y="52"/>
                  </a:cubicBezTo>
                  <a:cubicBezTo>
                    <a:pt x="98" y="52"/>
                    <a:pt x="97" y="51"/>
                    <a:pt x="96" y="51"/>
                  </a:cubicBezTo>
                  <a:cubicBezTo>
                    <a:pt x="96" y="51"/>
                    <a:pt x="95" y="50"/>
                    <a:pt x="95" y="50"/>
                  </a:cubicBezTo>
                  <a:cubicBezTo>
                    <a:pt x="94" y="50"/>
                    <a:pt x="94" y="50"/>
                    <a:pt x="93" y="49"/>
                  </a:cubicBezTo>
                  <a:cubicBezTo>
                    <a:pt x="92" y="49"/>
                    <a:pt x="91" y="48"/>
                    <a:pt x="89" y="48"/>
                  </a:cubicBezTo>
                  <a:cubicBezTo>
                    <a:pt x="89" y="48"/>
                    <a:pt x="88" y="48"/>
                    <a:pt x="88" y="48"/>
                  </a:cubicBezTo>
                  <a:cubicBezTo>
                    <a:pt x="88" y="48"/>
                    <a:pt x="87" y="49"/>
                    <a:pt x="87" y="50"/>
                  </a:cubicBezTo>
                  <a:cubicBezTo>
                    <a:pt x="86" y="52"/>
                    <a:pt x="83" y="56"/>
                    <a:pt x="81" y="54"/>
                  </a:cubicBezTo>
                  <a:cubicBezTo>
                    <a:pt x="80" y="53"/>
                    <a:pt x="79" y="52"/>
                    <a:pt x="80" y="51"/>
                  </a:cubicBezTo>
                  <a:cubicBezTo>
                    <a:pt x="80" y="50"/>
                    <a:pt x="81" y="50"/>
                    <a:pt x="81" y="49"/>
                  </a:cubicBezTo>
                  <a:cubicBezTo>
                    <a:pt x="81" y="48"/>
                    <a:pt x="82" y="48"/>
                    <a:pt x="82" y="47"/>
                  </a:cubicBezTo>
                  <a:cubicBezTo>
                    <a:pt x="83" y="46"/>
                    <a:pt x="83" y="45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3" y="44"/>
                    <a:pt x="83" y="44"/>
                    <a:pt x="83" y="44"/>
                  </a:cubicBezTo>
                  <a:cubicBezTo>
                    <a:pt x="82" y="44"/>
                    <a:pt x="82" y="44"/>
                    <a:pt x="82" y="43"/>
                  </a:cubicBezTo>
                  <a:cubicBezTo>
                    <a:pt x="82" y="43"/>
                    <a:pt x="81" y="43"/>
                    <a:pt x="81" y="43"/>
                  </a:cubicBezTo>
                  <a:cubicBezTo>
                    <a:pt x="80" y="43"/>
                    <a:pt x="80" y="42"/>
                    <a:pt x="80" y="42"/>
                  </a:cubicBezTo>
                  <a:cubicBezTo>
                    <a:pt x="79" y="42"/>
                    <a:pt x="79" y="42"/>
                    <a:pt x="78" y="41"/>
                  </a:cubicBezTo>
                  <a:cubicBezTo>
                    <a:pt x="78" y="41"/>
                    <a:pt x="77" y="41"/>
                    <a:pt x="77" y="40"/>
                  </a:cubicBezTo>
                  <a:cubicBezTo>
                    <a:pt x="76" y="39"/>
                    <a:pt x="74" y="38"/>
                    <a:pt x="74" y="37"/>
                  </a:cubicBezTo>
                  <a:cubicBezTo>
                    <a:pt x="74" y="36"/>
                    <a:pt x="74" y="36"/>
                    <a:pt x="75" y="36"/>
                  </a:cubicBezTo>
                  <a:cubicBezTo>
                    <a:pt x="75" y="36"/>
                    <a:pt x="76" y="37"/>
                    <a:pt x="77" y="37"/>
                  </a:cubicBezTo>
                  <a:cubicBezTo>
                    <a:pt x="77" y="37"/>
                    <a:pt x="79" y="38"/>
                    <a:pt x="79" y="38"/>
                  </a:cubicBezTo>
                  <a:cubicBezTo>
                    <a:pt x="80" y="39"/>
                    <a:pt x="80" y="39"/>
                    <a:pt x="81" y="39"/>
                  </a:cubicBezTo>
                  <a:cubicBezTo>
                    <a:pt x="81" y="40"/>
                    <a:pt x="82" y="40"/>
                    <a:pt x="82" y="40"/>
                  </a:cubicBezTo>
                  <a:cubicBezTo>
                    <a:pt x="83" y="40"/>
                    <a:pt x="84" y="40"/>
                    <a:pt x="84" y="41"/>
                  </a:cubicBezTo>
                  <a:cubicBezTo>
                    <a:pt x="85" y="41"/>
                    <a:pt x="85" y="41"/>
                    <a:pt x="85" y="42"/>
                  </a:cubicBezTo>
                  <a:cubicBezTo>
                    <a:pt x="85" y="42"/>
                    <a:pt x="85" y="42"/>
                    <a:pt x="85" y="41"/>
                  </a:cubicBezTo>
                  <a:cubicBezTo>
                    <a:pt x="86" y="41"/>
                    <a:pt x="87" y="40"/>
                    <a:pt x="87" y="39"/>
                  </a:cubicBezTo>
                  <a:cubicBezTo>
                    <a:pt x="86" y="39"/>
                    <a:pt x="86" y="38"/>
                    <a:pt x="85" y="38"/>
                  </a:cubicBezTo>
                  <a:cubicBezTo>
                    <a:pt x="85" y="37"/>
                    <a:pt x="84" y="37"/>
                    <a:pt x="84" y="36"/>
                  </a:cubicBezTo>
                  <a:cubicBezTo>
                    <a:pt x="84" y="36"/>
                    <a:pt x="83" y="36"/>
                    <a:pt x="83" y="36"/>
                  </a:cubicBezTo>
                  <a:cubicBezTo>
                    <a:pt x="82" y="35"/>
                    <a:pt x="82" y="34"/>
                    <a:pt x="81" y="34"/>
                  </a:cubicBezTo>
                  <a:cubicBezTo>
                    <a:pt x="81" y="33"/>
                    <a:pt x="79" y="32"/>
                    <a:pt x="79" y="31"/>
                  </a:cubicBezTo>
                  <a:cubicBezTo>
                    <a:pt x="79" y="31"/>
                    <a:pt x="79" y="31"/>
                    <a:pt x="79" y="31"/>
                  </a:cubicBezTo>
                  <a:cubicBezTo>
                    <a:pt x="79" y="31"/>
                    <a:pt x="78" y="31"/>
                    <a:pt x="78" y="31"/>
                  </a:cubicBezTo>
                  <a:cubicBezTo>
                    <a:pt x="77" y="30"/>
                    <a:pt x="76" y="30"/>
                    <a:pt x="76" y="29"/>
                  </a:cubicBezTo>
                  <a:cubicBezTo>
                    <a:pt x="75" y="29"/>
                    <a:pt x="74" y="28"/>
                    <a:pt x="74" y="28"/>
                  </a:cubicBezTo>
                  <a:cubicBezTo>
                    <a:pt x="73" y="28"/>
                    <a:pt x="73" y="27"/>
                    <a:pt x="73" y="27"/>
                  </a:cubicBezTo>
                  <a:cubicBezTo>
                    <a:pt x="72" y="26"/>
                    <a:pt x="70" y="27"/>
                    <a:pt x="70" y="26"/>
                  </a:cubicBezTo>
                  <a:cubicBezTo>
                    <a:pt x="69" y="25"/>
                    <a:pt x="69" y="24"/>
                    <a:pt x="69" y="23"/>
                  </a:cubicBezTo>
                  <a:cubicBezTo>
                    <a:pt x="69" y="23"/>
                    <a:pt x="69" y="22"/>
                    <a:pt x="69" y="22"/>
                  </a:cubicBezTo>
                  <a:cubicBezTo>
                    <a:pt x="70" y="22"/>
                    <a:pt x="70" y="21"/>
                    <a:pt x="71" y="21"/>
                  </a:cubicBezTo>
                  <a:cubicBezTo>
                    <a:pt x="71" y="21"/>
                    <a:pt x="72" y="20"/>
                    <a:pt x="72" y="20"/>
                  </a:cubicBezTo>
                  <a:cubicBezTo>
                    <a:pt x="73" y="20"/>
                    <a:pt x="74" y="20"/>
                    <a:pt x="75" y="20"/>
                  </a:cubicBezTo>
                  <a:cubicBezTo>
                    <a:pt x="76" y="19"/>
                    <a:pt x="76" y="19"/>
                    <a:pt x="76" y="19"/>
                  </a:cubicBezTo>
                  <a:cubicBezTo>
                    <a:pt x="77" y="19"/>
                    <a:pt x="78" y="19"/>
                    <a:pt x="78" y="19"/>
                  </a:cubicBezTo>
                  <a:cubicBezTo>
                    <a:pt x="79" y="19"/>
                    <a:pt x="80" y="19"/>
                    <a:pt x="81" y="18"/>
                  </a:cubicBezTo>
                  <a:cubicBezTo>
                    <a:pt x="82" y="18"/>
                    <a:pt x="83" y="17"/>
                    <a:pt x="84" y="17"/>
                  </a:cubicBezTo>
                  <a:cubicBezTo>
                    <a:pt x="84" y="17"/>
                    <a:pt x="85" y="17"/>
                    <a:pt x="85" y="17"/>
                  </a:cubicBezTo>
                  <a:cubicBezTo>
                    <a:pt x="85" y="18"/>
                    <a:pt x="84" y="20"/>
                    <a:pt x="83" y="21"/>
                  </a:cubicBezTo>
                  <a:cubicBezTo>
                    <a:pt x="83" y="21"/>
                    <a:pt x="82" y="21"/>
                    <a:pt x="82" y="22"/>
                  </a:cubicBezTo>
                  <a:cubicBezTo>
                    <a:pt x="82" y="22"/>
                    <a:pt x="81" y="22"/>
                    <a:pt x="81" y="23"/>
                  </a:cubicBezTo>
                  <a:cubicBezTo>
                    <a:pt x="81" y="23"/>
                    <a:pt x="80" y="23"/>
                    <a:pt x="80" y="24"/>
                  </a:cubicBezTo>
                  <a:cubicBezTo>
                    <a:pt x="79" y="24"/>
                    <a:pt x="78" y="24"/>
                    <a:pt x="78" y="25"/>
                  </a:cubicBezTo>
                  <a:cubicBezTo>
                    <a:pt x="78" y="26"/>
                    <a:pt x="79" y="26"/>
                    <a:pt x="79" y="27"/>
                  </a:cubicBezTo>
                  <a:cubicBezTo>
                    <a:pt x="80" y="27"/>
                    <a:pt x="80" y="28"/>
                    <a:pt x="80" y="28"/>
                  </a:cubicBezTo>
                  <a:cubicBezTo>
                    <a:pt x="81" y="29"/>
                    <a:pt x="81" y="29"/>
                    <a:pt x="82" y="29"/>
                  </a:cubicBezTo>
                  <a:cubicBezTo>
                    <a:pt x="82" y="30"/>
                    <a:pt x="84" y="32"/>
                    <a:pt x="85" y="32"/>
                  </a:cubicBezTo>
                  <a:cubicBezTo>
                    <a:pt x="86" y="32"/>
                    <a:pt x="86" y="28"/>
                    <a:pt x="87" y="28"/>
                  </a:cubicBezTo>
                  <a:cubicBezTo>
                    <a:pt x="87" y="27"/>
                    <a:pt x="88" y="28"/>
                    <a:pt x="88" y="28"/>
                  </a:cubicBezTo>
                  <a:cubicBezTo>
                    <a:pt x="89" y="28"/>
                    <a:pt x="90" y="28"/>
                    <a:pt x="90" y="28"/>
                  </a:cubicBezTo>
                  <a:cubicBezTo>
                    <a:pt x="91" y="28"/>
                    <a:pt x="92" y="28"/>
                    <a:pt x="92" y="27"/>
                  </a:cubicBezTo>
                  <a:cubicBezTo>
                    <a:pt x="94" y="27"/>
                    <a:pt x="95" y="26"/>
                    <a:pt x="96" y="25"/>
                  </a:cubicBezTo>
                  <a:cubicBezTo>
                    <a:pt x="97" y="25"/>
                    <a:pt x="97" y="24"/>
                    <a:pt x="98" y="24"/>
                  </a:cubicBezTo>
                  <a:cubicBezTo>
                    <a:pt x="98" y="24"/>
                    <a:pt x="99" y="24"/>
                    <a:pt x="100" y="24"/>
                  </a:cubicBezTo>
                  <a:cubicBezTo>
                    <a:pt x="100" y="24"/>
                    <a:pt x="100" y="24"/>
                    <a:pt x="100" y="24"/>
                  </a:cubicBezTo>
                  <a:cubicBezTo>
                    <a:pt x="100" y="25"/>
                    <a:pt x="99" y="26"/>
                    <a:pt x="99" y="27"/>
                  </a:cubicBezTo>
                  <a:cubicBezTo>
                    <a:pt x="98" y="27"/>
                    <a:pt x="98" y="28"/>
                    <a:pt x="98" y="28"/>
                  </a:cubicBezTo>
                  <a:cubicBezTo>
                    <a:pt x="96" y="30"/>
                    <a:pt x="95" y="32"/>
                    <a:pt x="94" y="33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1" y="36"/>
                    <a:pt x="90" y="36"/>
                    <a:pt x="89" y="36"/>
                  </a:cubicBezTo>
                  <a:cubicBezTo>
                    <a:pt x="89" y="36"/>
                    <a:pt x="89" y="36"/>
                    <a:pt x="89" y="36"/>
                  </a:cubicBezTo>
                  <a:cubicBezTo>
                    <a:pt x="89" y="37"/>
                    <a:pt x="90" y="38"/>
                    <a:pt x="90" y="38"/>
                  </a:cubicBezTo>
                  <a:cubicBezTo>
                    <a:pt x="91" y="39"/>
                    <a:pt x="92" y="40"/>
                    <a:pt x="93" y="41"/>
                  </a:cubicBezTo>
                  <a:cubicBezTo>
                    <a:pt x="94" y="42"/>
                    <a:pt x="94" y="42"/>
                    <a:pt x="95" y="43"/>
                  </a:cubicBezTo>
                  <a:cubicBezTo>
                    <a:pt x="96" y="43"/>
                    <a:pt x="96" y="44"/>
                    <a:pt x="96" y="45"/>
                  </a:cubicBezTo>
                  <a:cubicBezTo>
                    <a:pt x="97" y="45"/>
                    <a:pt x="99" y="46"/>
                    <a:pt x="100" y="46"/>
                  </a:cubicBezTo>
                  <a:cubicBezTo>
                    <a:pt x="100" y="46"/>
                    <a:pt x="101" y="47"/>
                    <a:pt x="101" y="47"/>
                  </a:cubicBezTo>
                  <a:cubicBezTo>
                    <a:pt x="102" y="47"/>
                    <a:pt x="103" y="47"/>
                    <a:pt x="104" y="48"/>
                  </a:cubicBezTo>
                  <a:cubicBezTo>
                    <a:pt x="105" y="48"/>
                    <a:pt x="105" y="48"/>
                    <a:pt x="105" y="48"/>
                  </a:cubicBezTo>
                  <a:cubicBezTo>
                    <a:pt x="105" y="47"/>
                    <a:pt x="105" y="47"/>
                    <a:pt x="105" y="46"/>
                  </a:cubicBezTo>
                  <a:cubicBezTo>
                    <a:pt x="104" y="46"/>
                    <a:pt x="104" y="45"/>
                    <a:pt x="103" y="44"/>
                  </a:cubicBezTo>
                  <a:cubicBezTo>
                    <a:pt x="103" y="44"/>
                    <a:pt x="102" y="43"/>
                    <a:pt x="101" y="43"/>
                  </a:cubicBezTo>
                  <a:cubicBezTo>
                    <a:pt x="101" y="43"/>
                    <a:pt x="101" y="42"/>
                    <a:pt x="100" y="42"/>
                  </a:cubicBezTo>
                  <a:cubicBezTo>
                    <a:pt x="100" y="41"/>
                    <a:pt x="99" y="41"/>
                    <a:pt x="99" y="41"/>
                  </a:cubicBezTo>
                  <a:cubicBezTo>
                    <a:pt x="98" y="40"/>
                    <a:pt x="98" y="39"/>
                    <a:pt x="97" y="39"/>
                  </a:cubicBezTo>
                  <a:cubicBezTo>
                    <a:pt x="97" y="38"/>
                    <a:pt x="96" y="38"/>
                    <a:pt x="96" y="38"/>
                  </a:cubicBezTo>
                  <a:cubicBezTo>
                    <a:pt x="96" y="37"/>
                    <a:pt x="96" y="37"/>
                    <a:pt x="96" y="37"/>
                  </a:cubicBezTo>
                  <a:cubicBezTo>
                    <a:pt x="98" y="37"/>
                    <a:pt x="102" y="42"/>
                    <a:pt x="103" y="41"/>
                  </a:cubicBezTo>
                  <a:cubicBezTo>
                    <a:pt x="104" y="41"/>
                    <a:pt x="104" y="35"/>
                    <a:pt x="104" y="34"/>
                  </a:cubicBezTo>
                  <a:cubicBezTo>
                    <a:pt x="105" y="34"/>
                    <a:pt x="105" y="33"/>
                    <a:pt x="105" y="34"/>
                  </a:cubicBezTo>
                  <a:cubicBezTo>
                    <a:pt x="106" y="34"/>
                    <a:pt x="106" y="35"/>
                    <a:pt x="106" y="36"/>
                  </a:cubicBezTo>
                  <a:cubicBezTo>
                    <a:pt x="106" y="36"/>
                    <a:pt x="106" y="36"/>
                    <a:pt x="106" y="36"/>
                  </a:cubicBezTo>
                  <a:cubicBezTo>
                    <a:pt x="107" y="37"/>
                    <a:pt x="107" y="37"/>
                    <a:pt x="107" y="38"/>
                  </a:cubicBezTo>
                  <a:cubicBezTo>
                    <a:pt x="107" y="38"/>
                    <a:pt x="108" y="39"/>
                    <a:pt x="108" y="39"/>
                  </a:cubicBezTo>
                  <a:cubicBezTo>
                    <a:pt x="108" y="40"/>
                    <a:pt x="108" y="41"/>
                    <a:pt x="109" y="41"/>
                  </a:cubicBezTo>
                  <a:cubicBezTo>
                    <a:pt x="109" y="42"/>
                    <a:pt x="109" y="43"/>
                    <a:pt x="109" y="43"/>
                  </a:cubicBezTo>
                  <a:cubicBezTo>
                    <a:pt x="110" y="44"/>
                    <a:pt x="110" y="44"/>
                    <a:pt x="110" y="45"/>
                  </a:cubicBezTo>
                  <a:cubicBezTo>
                    <a:pt x="110" y="45"/>
                    <a:pt x="111" y="45"/>
                    <a:pt x="111" y="46"/>
                  </a:cubicBezTo>
                  <a:cubicBezTo>
                    <a:pt x="112" y="46"/>
                    <a:pt x="112" y="46"/>
                    <a:pt x="113" y="46"/>
                  </a:cubicBezTo>
                  <a:cubicBezTo>
                    <a:pt x="114" y="47"/>
                    <a:pt x="114" y="47"/>
                    <a:pt x="115" y="47"/>
                  </a:cubicBezTo>
                  <a:cubicBezTo>
                    <a:pt x="116" y="47"/>
                    <a:pt x="117" y="48"/>
                    <a:pt x="118" y="49"/>
                  </a:cubicBezTo>
                  <a:cubicBezTo>
                    <a:pt x="118" y="49"/>
                    <a:pt x="119" y="49"/>
                    <a:pt x="119" y="49"/>
                  </a:cubicBezTo>
                  <a:cubicBezTo>
                    <a:pt x="119" y="49"/>
                    <a:pt x="119" y="49"/>
                    <a:pt x="119" y="49"/>
                  </a:cubicBezTo>
                  <a:cubicBezTo>
                    <a:pt x="120" y="49"/>
                    <a:pt x="121" y="50"/>
                    <a:pt x="121" y="50"/>
                  </a:cubicBezTo>
                  <a:cubicBezTo>
                    <a:pt x="122" y="50"/>
                    <a:pt x="123" y="51"/>
                    <a:pt x="124" y="51"/>
                  </a:cubicBezTo>
                  <a:cubicBezTo>
                    <a:pt x="125" y="52"/>
                    <a:pt x="127" y="53"/>
                    <a:pt x="128" y="53"/>
                  </a:cubicBezTo>
                  <a:cubicBezTo>
                    <a:pt x="129" y="54"/>
                    <a:pt x="132" y="55"/>
                    <a:pt x="134" y="55"/>
                  </a:cubicBezTo>
                  <a:cubicBezTo>
                    <a:pt x="134" y="55"/>
                    <a:pt x="134" y="55"/>
                    <a:pt x="134" y="55"/>
                  </a:cubicBezTo>
                  <a:cubicBezTo>
                    <a:pt x="135" y="55"/>
                    <a:pt x="135" y="56"/>
                    <a:pt x="135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5" name="Freeform 13"/>
            <p:cNvSpPr>
              <a:spLocks noEditPoints="1"/>
            </p:cNvSpPr>
            <p:nvPr/>
          </p:nvSpPr>
          <p:spPr bwMode="auto">
            <a:xfrm>
              <a:off x="6164263" y="2185988"/>
              <a:ext cx="274638" cy="327025"/>
            </a:xfrm>
            <a:custGeom>
              <a:avLst/>
              <a:gdLst>
                <a:gd name="T0" fmla="*/ 69 w 101"/>
                <a:gd name="T1" fmla="*/ 53 h 120"/>
                <a:gd name="T2" fmla="*/ 47 w 101"/>
                <a:gd name="T3" fmla="*/ 25 h 120"/>
                <a:gd name="T4" fmla="*/ 48 w 101"/>
                <a:gd name="T5" fmla="*/ 34 h 120"/>
                <a:gd name="T6" fmla="*/ 40 w 101"/>
                <a:gd name="T7" fmla="*/ 37 h 120"/>
                <a:gd name="T8" fmla="*/ 36 w 101"/>
                <a:gd name="T9" fmla="*/ 41 h 120"/>
                <a:gd name="T10" fmla="*/ 31 w 101"/>
                <a:gd name="T11" fmla="*/ 56 h 120"/>
                <a:gd name="T12" fmla="*/ 28 w 101"/>
                <a:gd name="T13" fmla="*/ 67 h 120"/>
                <a:gd name="T14" fmla="*/ 23 w 101"/>
                <a:gd name="T15" fmla="*/ 86 h 120"/>
                <a:gd name="T16" fmla="*/ 21 w 101"/>
                <a:gd name="T17" fmla="*/ 98 h 120"/>
                <a:gd name="T18" fmla="*/ 15 w 101"/>
                <a:gd name="T19" fmla="*/ 94 h 120"/>
                <a:gd name="T20" fmla="*/ 19 w 101"/>
                <a:gd name="T21" fmla="*/ 76 h 120"/>
                <a:gd name="T22" fmla="*/ 23 w 101"/>
                <a:gd name="T23" fmla="*/ 61 h 120"/>
                <a:gd name="T24" fmla="*/ 20 w 101"/>
                <a:gd name="T25" fmla="*/ 60 h 120"/>
                <a:gd name="T26" fmla="*/ 15 w 101"/>
                <a:gd name="T27" fmla="*/ 71 h 120"/>
                <a:gd name="T28" fmla="*/ 5 w 101"/>
                <a:gd name="T29" fmla="*/ 80 h 120"/>
                <a:gd name="T30" fmla="*/ 0 w 101"/>
                <a:gd name="T31" fmla="*/ 68 h 120"/>
                <a:gd name="T32" fmla="*/ 12 w 101"/>
                <a:gd name="T33" fmla="*/ 62 h 120"/>
                <a:gd name="T34" fmla="*/ 22 w 101"/>
                <a:gd name="T35" fmla="*/ 56 h 120"/>
                <a:gd name="T36" fmla="*/ 28 w 101"/>
                <a:gd name="T37" fmla="*/ 45 h 120"/>
                <a:gd name="T38" fmla="*/ 21 w 101"/>
                <a:gd name="T39" fmla="*/ 42 h 120"/>
                <a:gd name="T40" fmla="*/ 24 w 101"/>
                <a:gd name="T41" fmla="*/ 35 h 120"/>
                <a:gd name="T42" fmla="*/ 35 w 101"/>
                <a:gd name="T43" fmla="*/ 30 h 120"/>
                <a:gd name="T44" fmla="*/ 87 w 101"/>
                <a:gd name="T45" fmla="*/ 9 h 120"/>
                <a:gd name="T46" fmla="*/ 88 w 101"/>
                <a:gd name="T47" fmla="*/ 22 h 120"/>
                <a:gd name="T48" fmla="*/ 84 w 101"/>
                <a:gd name="T49" fmla="*/ 36 h 120"/>
                <a:gd name="T50" fmla="*/ 91 w 101"/>
                <a:gd name="T51" fmla="*/ 39 h 120"/>
                <a:gd name="T52" fmla="*/ 94 w 101"/>
                <a:gd name="T53" fmla="*/ 27 h 120"/>
                <a:gd name="T54" fmla="*/ 99 w 101"/>
                <a:gd name="T55" fmla="*/ 27 h 120"/>
                <a:gd name="T56" fmla="*/ 97 w 101"/>
                <a:gd name="T57" fmla="*/ 43 h 120"/>
                <a:gd name="T58" fmla="*/ 92 w 101"/>
                <a:gd name="T59" fmla="*/ 47 h 120"/>
                <a:gd name="T60" fmla="*/ 83 w 101"/>
                <a:gd name="T61" fmla="*/ 52 h 120"/>
                <a:gd name="T62" fmla="*/ 76 w 101"/>
                <a:gd name="T63" fmla="*/ 65 h 120"/>
                <a:gd name="T64" fmla="*/ 77 w 101"/>
                <a:gd name="T65" fmla="*/ 76 h 120"/>
                <a:gd name="T66" fmla="*/ 75 w 101"/>
                <a:gd name="T67" fmla="*/ 87 h 120"/>
                <a:gd name="T68" fmla="*/ 73 w 101"/>
                <a:gd name="T69" fmla="*/ 94 h 120"/>
                <a:gd name="T70" fmla="*/ 72 w 101"/>
                <a:gd name="T71" fmla="*/ 101 h 120"/>
                <a:gd name="T72" fmla="*/ 72 w 101"/>
                <a:gd name="T73" fmla="*/ 113 h 120"/>
                <a:gd name="T74" fmla="*/ 64 w 101"/>
                <a:gd name="T75" fmla="*/ 120 h 120"/>
                <a:gd name="T76" fmla="*/ 59 w 101"/>
                <a:gd name="T77" fmla="*/ 114 h 120"/>
                <a:gd name="T78" fmla="*/ 62 w 101"/>
                <a:gd name="T79" fmla="*/ 97 h 120"/>
                <a:gd name="T80" fmla="*/ 64 w 101"/>
                <a:gd name="T81" fmla="*/ 88 h 120"/>
                <a:gd name="T82" fmla="*/ 67 w 101"/>
                <a:gd name="T83" fmla="*/ 75 h 120"/>
                <a:gd name="T84" fmla="*/ 69 w 101"/>
                <a:gd name="T85" fmla="*/ 60 h 120"/>
                <a:gd name="T86" fmla="*/ 57 w 101"/>
                <a:gd name="T87" fmla="*/ 68 h 120"/>
                <a:gd name="T88" fmla="*/ 53 w 101"/>
                <a:gd name="T89" fmla="*/ 64 h 120"/>
                <a:gd name="T90" fmla="*/ 65 w 101"/>
                <a:gd name="T91" fmla="*/ 55 h 120"/>
                <a:gd name="T92" fmla="*/ 57 w 101"/>
                <a:gd name="T93" fmla="*/ 45 h 120"/>
                <a:gd name="T94" fmla="*/ 58 w 101"/>
                <a:gd name="T95" fmla="*/ 33 h 120"/>
                <a:gd name="T96" fmla="*/ 64 w 101"/>
                <a:gd name="T97" fmla="*/ 25 h 120"/>
                <a:gd name="T98" fmla="*/ 61 w 101"/>
                <a:gd name="T99" fmla="*/ 38 h 120"/>
                <a:gd name="T100" fmla="*/ 73 w 101"/>
                <a:gd name="T101" fmla="*/ 41 h 120"/>
                <a:gd name="T102" fmla="*/ 79 w 101"/>
                <a:gd name="T103" fmla="*/ 24 h 120"/>
                <a:gd name="T104" fmla="*/ 81 w 101"/>
                <a:gd name="T105" fmla="*/ 15 h 120"/>
                <a:gd name="T106" fmla="*/ 56 w 101"/>
                <a:gd name="T107" fmla="*/ 0 h 120"/>
                <a:gd name="T108" fmla="*/ 55 w 101"/>
                <a:gd name="T109" fmla="*/ 11 h 120"/>
                <a:gd name="T110" fmla="*/ 46 w 101"/>
                <a:gd name="T111" fmla="*/ 18 h 120"/>
                <a:gd name="T112" fmla="*/ 36 w 101"/>
                <a:gd name="T113" fmla="*/ 22 h 120"/>
                <a:gd name="T114" fmla="*/ 27 w 101"/>
                <a:gd name="T115" fmla="*/ 27 h 120"/>
                <a:gd name="T116" fmla="*/ 25 w 101"/>
                <a:gd name="T117" fmla="*/ 26 h 120"/>
                <a:gd name="T118" fmla="*/ 36 w 101"/>
                <a:gd name="T119" fmla="*/ 15 h 120"/>
                <a:gd name="T120" fmla="*/ 46 w 101"/>
                <a:gd name="T121" fmla="*/ 8 h 120"/>
                <a:gd name="T122" fmla="*/ 54 w 101"/>
                <a:gd name="T123" fmla="*/ 1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01" h="120">
                  <a:moveTo>
                    <a:pt x="70" y="50"/>
                  </a:moveTo>
                  <a:cubicBezTo>
                    <a:pt x="70" y="50"/>
                    <a:pt x="68" y="51"/>
                    <a:pt x="68" y="51"/>
                  </a:cubicBezTo>
                  <a:cubicBezTo>
                    <a:pt x="68" y="52"/>
                    <a:pt x="68" y="52"/>
                    <a:pt x="68" y="52"/>
                  </a:cubicBezTo>
                  <a:cubicBezTo>
                    <a:pt x="68" y="53"/>
                    <a:pt x="67" y="54"/>
                    <a:pt x="67" y="54"/>
                  </a:cubicBezTo>
                  <a:cubicBezTo>
                    <a:pt x="67" y="54"/>
                    <a:pt x="67" y="53"/>
                    <a:pt x="67" y="53"/>
                  </a:cubicBezTo>
                  <a:cubicBezTo>
                    <a:pt x="68" y="53"/>
                    <a:pt x="69" y="53"/>
                    <a:pt x="69" y="53"/>
                  </a:cubicBezTo>
                  <a:cubicBezTo>
                    <a:pt x="69" y="53"/>
                    <a:pt x="69" y="53"/>
                    <a:pt x="69" y="53"/>
                  </a:cubicBezTo>
                  <a:cubicBezTo>
                    <a:pt x="70" y="53"/>
                    <a:pt x="70" y="53"/>
                    <a:pt x="70" y="53"/>
                  </a:cubicBezTo>
                  <a:cubicBezTo>
                    <a:pt x="70" y="52"/>
                    <a:pt x="71" y="51"/>
                    <a:pt x="71" y="50"/>
                  </a:cubicBezTo>
                  <a:cubicBezTo>
                    <a:pt x="71" y="50"/>
                    <a:pt x="71" y="50"/>
                    <a:pt x="71" y="50"/>
                  </a:cubicBezTo>
                  <a:cubicBezTo>
                    <a:pt x="71" y="50"/>
                    <a:pt x="70" y="50"/>
                    <a:pt x="70" y="50"/>
                  </a:cubicBezTo>
                  <a:close/>
                  <a:moveTo>
                    <a:pt x="47" y="25"/>
                  </a:moveTo>
                  <a:cubicBezTo>
                    <a:pt x="47" y="25"/>
                    <a:pt x="48" y="26"/>
                    <a:pt x="48" y="26"/>
                  </a:cubicBezTo>
                  <a:cubicBezTo>
                    <a:pt x="49" y="26"/>
                    <a:pt x="49" y="27"/>
                    <a:pt x="49" y="27"/>
                  </a:cubicBezTo>
                  <a:cubicBezTo>
                    <a:pt x="49" y="27"/>
                    <a:pt x="50" y="28"/>
                    <a:pt x="50" y="28"/>
                  </a:cubicBezTo>
                  <a:cubicBezTo>
                    <a:pt x="50" y="28"/>
                    <a:pt x="50" y="29"/>
                    <a:pt x="50" y="29"/>
                  </a:cubicBezTo>
                  <a:cubicBezTo>
                    <a:pt x="50" y="29"/>
                    <a:pt x="50" y="30"/>
                    <a:pt x="50" y="31"/>
                  </a:cubicBezTo>
                  <a:cubicBezTo>
                    <a:pt x="50" y="33"/>
                    <a:pt x="49" y="33"/>
                    <a:pt x="48" y="34"/>
                  </a:cubicBezTo>
                  <a:cubicBezTo>
                    <a:pt x="48" y="35"/>
                    <a:pt x="47" y="35"/>
                    <a:pt x="47" y="35"/>
                  </a:cubicBezTo>
                  <a:cubicBezTo>
                    <a:pt x="46" y="35"/>
                    <a:pt x="46" y="35"/>
                    <a:pt x="45" y="35"/>
                  </a:cubicBezTo>
                  <a:cubicBezTo>
                    <a:pt x="45" y="36"/>
                    <a:pt x="45" y="36"/>
                    <a:pt x="44" y="36"/>
                  </a:cubicBezTo>
                  <a:cubicBezTo>
                    <a:pt x="44" y="36"/>
                    <a:pt x="43" y="36"/>
                    <a:pt x="42" y="36"/>
                  </a:cubicBezTo>
                  <a:cubicBezTo>
                    <a:pt x="42" y="36"/>
                    <a:pt x="42" y="36"/>
                    <a:pt x="41" y="36"/>
                  </a:cubicBezTo>
                  <a:cubicBezTo>
                    <a:pt x="41" y="36"/>
                    <a:pt x="40" y="37"/>
                    <a:pt x="40" y="37"/>
                  </a:cubicBezTo>
                  <a:cubicBezTo>
                    <a:pt x="39" y="37"/>
                    <a:pt x="39" y="37"/>
                    <a:pt x="39" y="37"/>
                  </a:cubicBezTo>
                  <a:cubicBezTo>
                    <a:pt x="39" y="38"/>
                    <a:pt x="38" y="38"/>
                    <a:pt x="38" y="38"/>
                  </a:cubicBezTo>
                  <a:cubicBezTo>
                    <a:pt x="38" y="38"/>
                    <a:pt x="38" y="38"/>
                    <a:pt x="37" y="39"/>
                  </a:cubicBezTo>
                  <a:cubicBezTo>
                    <a:pt x="37" y="39"/>
                    <a:pt x="37" y="39"/>
                    <a:pt x="37" y="40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6" y="40"/>
                    <a:pt x="36" y="41"/>
                    <a:pt x="36" y="41"/>
                  </a:cubicBezTo>
                  <a:cubicBezTo>
                    <a:pt x="35" y="42"/>
                    <a:pt x="35" y="42"/>
                    <a:pt x="35" y="43"/>
                  </a:cubicBezTo>
                  <a:cubicBezTo>
                    <a:pt x="34" y="44"/>
                    <a:pt x="34" y="45"/>
                    <a:pt x="34" y="46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3" y="47"/>
                    <a:pt x="33" y="48"/>
                    <a:pt x="33" y="48"/>
                  </a:cubicBezTo>
                  <a:cubicBezTo>
                    <a:pt x="32" y="49"/>
                    <a:pt x="32" y="50"/>
                    <a:pt x="32" y="51"/>
                  </a:cubicBezTo>
                  <a:cubicBezTo>
                    <a:pt x="31" y="53"/>
                    <a:pt x="31" y="54"/>
                    <a:pt x="31" y="56"/>
                  </a:cubicBezTo>
                  <a:cubicBezTo>
                    <a:pt x="31" y="56"/>
                    <a:pt x="31" y="57"/>
                    <a:pt x="30" y="57"/>
                  </a:cubicBezTo>
                  <a:cubicBezTo>
                    <a:pt x="30" y="57"/>
                    <a:pt x="30" y="58"/>
                    <a:pt x="30" y="57"/>
                  </a:cubicBezTo>
                  <a:cubicBezTo>
                    <a:pt x="30" y="59"/>
                    <a:pt x="29" y="59"/>
                    <a:pt x="29" y="60"/>
                  </a:cubicBezTo>
                  <a:cubicBezTo>
                    <a:pt x="29" y="60"/>
                    <a:pt x="29" y="61"/>
                    <a:pt x="29" y="61"/>
                  </a:cubicBezTo>
                  <a:cubicBezTo>
                    <a:pt x="29" y="63"/>
                    <a:pt x="29" y="65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7"/>
                    <a:pt x="28" y="67"/>
                    <a:pt x="28" y="67"/>
                  </a:cubicBezTo>
                  <a:cubicBezTo>
                    <a:pt x="28" y="68"/>
                    <a:pt x="27" y="69"/>
                    <a:pt x="27" y="69"/>
                  </a:cubicBezTo>
                  <a:cubicBezTo>
                    <a:pt x="27" y="69"/>
                    <a:pt x="27" y="70"/>
                    <a:pt x="27" y="70"/>
                  </a:cubicBezTo>
                  <a:cubicBezTo>
                    <a:pt x="27" y="72"/>
                    <a:pt x="27" y="74"/>
                    <a:pt x="26" y="77"/>
                  </a:cubicBezTo>
                  <a:cubicBezTo>
                    <a:pt x="26" y="78"/>
                    <a:pt x="25" y="79"/>
                    <a:pt x="25" y="79"/>
                  </a:cubicBezTo>
                  <a:cubicBezTo>
                    <a:pt x="24" y="82"/>
                    <a:pt x="24" y="84"/>
                    <a:pt x="23" y="86"/>
                  </a:cubicBezTo>
                  <a:cubicBezTo>
                    <a:pt x="23" y="87"/>
                    <a:pt x="23" y="88"/>
                    <a:pt x="23" y="89"/>
                  </a:cubicBezTo>
                  <a:cubicBezTo>
                    <a:pt x="23" y="90"/>
                    <a:pt x="22" y="91"/>
                    <a:pt x="22" y="92"/>
                  </a:cubicBezTo>
                  <a:cubicBezTo>
                    <a:pt x="22" y="92"/>
                    <a:pt x="22" y="92"/>
                    <a:pt x="22" y="92"/>
                  </a:cubicBezTo>
                  <a:cubicBezTo>
                    <a:pt x="22" y="93"/>
                    <a:pt x="23" y="94"/>
                    <a:pt x="23" y="94"/>
                  </a:cubicBezTo>
                  <a:cubicBezTo>
                    <a:pt x="22" y="95"/>
                    <a:pt x="21" y="96"/>
                    <a:pt x="21" y="96"/>
                  </a:cubicBezTo>
                  <a:cubicBezTo>
                    <a:pt x="21" y="97"/>
                    <a:pt x="21" y="97"/>
                    <a:pt x="21" y="98"/>
                  </a:cubicBezTo>
                  <a:cubicBezTo>
                    <a:pt x="20" y="98"/>
                    <a:pt x="19" y="99"/>
                    <a:pt x="18" y="99"/>
                  </a:cubicBezTo>
                  <a:cubicBezTo>
                    <a:pt x="18" y="99"/>
                    <a:pt x="17" y="99"/>
                    <a:pt x="16" y="99"/>
                  </a:cubicBezTo>
                  <a:cubicBezTo>
                    <a:pt x="15" y="98"/>
                    <a:pt x="14" y="99"/>
                    <a:pt x="13" y="98"/>
                  </a:cubicBezTo>
                  <a:cubicBezTo>
                    <a:pt x="13" y="98"/>
                    <a:pt x="13" y="98"/>
                    <a:pt x="13" y="98"/>
                  </a:cubicBezTo>
                  <a:cubicBezTo>
                    <a:pt x="13" y="98"/>
                    <a:pt x="13" y="97"/>
                    <a:pt x="13" y="97"/>
                  </a:cubicBezTo>
                  <a:cubicBezTo>
                    <a:pt x="13" y="96"/>
                    <a:pt x="14" y="95"/>
                    <a:pt x="15" y="94"/>
                  </a:cubicBezTo>
                  <a:cubicBezTo>
                    <a:pt x="15" y="93"/>
                    <a:pt x="15" y="92"/>
                    <a:pt x="15" y="91"/>
                  </a:cubicBezTo>
                  <a:cubicBezTo>
                    <a:pt x="15" y="90"/>
                    <a:pt x="16" y="90"/>
                    <a:pt x="16" y="89"/>
                  </a:cubicBezTo>
                  <a:cubicBezTo>
                    <a:pt x="16" y="87"/>
                    <a:pt x="17" y="85"/>
                    <a:pt x="17" y="83"/>
                  </a:cubicBezTo>
                  <a:cubicBezTo>
                    <a:pt x="17" y="83"/>
                    <a:pt x="17" y="81"/>
                    <a:pt x="18" y="81"/>
                  </a:cubicBezTo>
                  <a:cubicBezTo>
                    <a:pt x="17" y="80"/>
                    <a:pt x="18" y="78"/>
                    <a:pt x="18" y="77"/>
                  </a:cubicBezTo>
                  <a:cubicBezTo>
                    <a:pt x="19" y="77"/>
                    <a:pt x="19" y="76"/>
                    <a:pt x="19" y="76"/>
                  </a:cubicBezTo>
                  <a:cubicBezTo>
                    <a:pt x="20" y="74"/>
                    <a:pt x="20" y="71"/>
                    <a:pt x="21" y="69"/>
                  </a:cubicBezTo>
                  <a:cubicBezTo>
                    <a:pt x="21" y="69"/>
                    <a:pt x="21" y="68"/>
                    <a:pt x="21" y="68"/>
                  </a:cubicBezTo>
                  <a:cubicBezTo>
                    <a:pt x="21" y="67"/>
                    <a:pt x="21" y="67"/>
                    <a:pt x="21" y="66"/>
                  </a:cubicBezTo>
                  <a:cubicBezTo>
                    <a:pt x="22" y="65"/>
                    <a:pt x="22" y="65"/>
                    <a:pt x="23" y="64"/>
                  </a:cubicBezTo>
                  <a:cubicBezTo>
                    <a:pt x="23" y="64"/>
                    <a:pt x="23" y="63"/>
                    <a:pt x="23" y="63"/>
                  </a:cubicBezTo>
                  <a:cubicBezTo>
                    <a:pt x="23" y="62"/>
                    <a:pt x="23" y="62"/>
                    <a:pt x="23" y="61"/>
                  </a:cubicBezTo>
                  <a:cubicBezTo>
                    <a:pt x="23" y="61"/>
                    <a:pt x="23" y="60"/>
                    <a:pt x="23" y="60"/>
                  </a:cubicBezTo>
                  <a:cubicBezTo>
                    <a:pt x="24" y="60"/>
                    <a:pt x="24" y="59"/>
                    <a:pt x="24" y="58"/>
                  </a:cubicBezTo>
                  <a:cubicBezTo>
                    <a:pt x="24" y="58"/>
                    <a:pt x="24" y="58"/>
                    <a:pt x="24" y="57"/>
                  </a:cubicBezTo>
                  <a:cubicBezTo>
                    <a:pt x="24" y="56"/>
                    <a:pt x="24" y="57"/>
                    <a:pt x="23" y="57"/>
                  </a:cubicBezTo>
                  <a:cubicBezTo>
                    <a:pt x="22" y="57"/>
                    <a:pt x="21" y="59"/>
                    <a:pt x="20" y="59"/>
                  </a:cubicBezTo>
                  <a:cubicBezTo>
                    <a:pt x="20" y="59"/>
                    <a:pt x="20" y="60"/>
                    <a:pt x="20" y="60"/>
                  </a:cubicBezTo>
                  <a:cubicBezTo>
                    <a:pt x="20" y="61"/>
                    <a:pt x="19" y="61"/>
                    <a:pt x="19" y="61"/>
                  </a:cubicBezTo>
                  <a:cubicBezTo>
                    <a:pt x="19" y="62"/>
                    <a:pt x="19" y="62"/>
                    <a:pt x="19" y="63"/>
                  </a:cubicBezTo>
                  <a:cubicBezTo>
                    <a:pt x="19" y="63"/>
                    <a:pt x="18" y="64"/>
                    <a:pt x="18" y="64"/>
                  </a:cubicBezTo>
                  <a:cubicBezTo>
                    <a:pt x="18" y="65"/>
                    <a:pt x="17" y="65"/>
                    <a:pt x="17" y="66"/>
                  </a:cubicBezTo>
                  <a:cubicBezTo>
                    <a:pt x="17" y="66"/>
                    <a:pt x="17" y="68"/>
                    <a:pt x="17" y="68"/>
                  </a:cubicBezTo>
                  <a:cubicBezTo>
                    <a:pt x="16" y="69"/>
                    <a:pt x="16" y="70"/>
                    <a:pt x="15" y="71"/>
                  </a:cubicBezTo>
                  <a:cubicBezTo>
                    <a:pt x="15" y="72"/>
                    <a:pt x="15" y="74"/>
                    <a:pt x="15" y="75"/>
                  </a:cubicBezTo>
                  <a:cubicBezTo>
                    <a:pt x="14" y="76"/>
                    <a:pt x="15" y="76"/>
                    <a:pt x="14" y="76"/>
                  </a:cubicBezTo>
                  <a:cubicBezTo>
                    <a:pt x="14" y="76"/>
                    <a:pt x="14" y="76"/>
                    <a:pt x="13" y="77"/>
                  </a:cubicBezTo>
                  <a:cubicBezTo>
                    <a:pt x="13" y="77"/>
                    <a:pt x="12" y="78"/>
                    <a:pt x="11" y="78"/>
                  </a:cubicBezTo>
                  <a:cubicBezTo>
                    <a:pt x="10" y="79"/>
                    <a:pt x="9" y="80"/>
                    <a:pt x="8" y="80"/>
                  </a:cubicBezTo>
                  <a:cubicBezTo>
                    <a:pt x="7" y="80"/>
                    <a:pt x="5" y="80"/>
                    <a:pt x="5" y="80"/>
                  </a:cubicBezTo>
                  <a:cubicBezTo>
                    <a:pt x="4" y="79"/>
                    <a:pt x="3" y="78"/>
                    <a:pt x="3" y="77"/>
                  </a:cubicBezTo>
                  <a:cubicBezTo>
                    <a:pt x="2" y="76"/>
                    <a:pt x="1" y="75"/>
                    <a:pt x="1" y="74"/>
                  </a:cubicBezTo>
                  <a:cubicBezTo>
                    <a:pt x="0" y="73"/>
                    <a:pt x="0" y="72"/>
                    <a:pt x="0" y="72"/>
                  </a:cubicBezTo>
                  <a:cubicBezTo>
                    <a:pt x="0" y="71"/>
                    <a:pt x="0" y="70"/>
                    <a:pt x="0" y="70"/>
                  </a:cubicBezTo>
                  <a:cubicBezTo>
                    <a:pt x="0" y="69"/>
                    <a:pt x="0" y="69"/>
                    <a:pt x="0" y="69"/>
                  </a:cubicBezTo>
                  <a:cubicBezTo>
                    <a:pt x="0" y="69"/>
                    <a:pt x="0" y="68"/>
                    <a:pt x="0" y="68"/>
                  </a:cubicBezTo>
                  <a:cubicBezTo>
                    <a:pt x="0" y="68"/>
                    <a:pt x="0" y="68"/>
                    <a:pt x="0" y="68"/>
                  </a:cubicBezTo>
                  <a:cubicBezTo>
                    <a:pt x="1" y="67"/>
                    <a:pt x="3" y="65"/>
                    <a:pt x="4" y="65"/>
                  </a:cubicBezTo>
                  <a:cubicBezTo>
                    <a:pt x="4" y="65"/>
                    <a:pt x="5" y="65"/>
                    <a:pt x="5" y="65"/>
                  </a:cubicBezTo>
                  <a:cubicBezTo>
                    <a:pt x="6" y="65"/>
                    <a:pt x="6" y="64"/>
                    <a:pt x="6" y="64"/>
                  </a:cubicBezTo>
                  <a:cubicBezTo>
                    <a:pt x="8" y="64"/>
                    <a:pt x="9" y="64"/>
                    <a:pt x="10" y="63"/>
                  </a:cubicBezTo>
                  <a:cubicBezTo>
                    <a:pt x="11" y="62"/>
                    <a:pt x="11" y="62"/>
                    <a:pt x="12" y="62"/>
                  </a:cubicBezTo>
                  <a:cubicBezTo>
                    <a:pt x="12" y="61"/>
                    <a:pt x="13" y="61"/>
                    <a:pt x="14" y="61"/>
                  </a:cubicBezTo>
                  <a:cubicBezTo>
                    <a:pt x="14" y="60"/>
                    <a:pt x="15" y="60"/>
                    <a:pt x="15" y="60"/>
                  </a:cubicBezTo>
                  <a:cubicBezTo>
                    <a:pt x="16" y="59"/>
                    <a:pt x="17" y="59"/>
                    <a:pt x="17" y="58"/>
                  </a:cubicBezTo>
                  <a:cubicBezTo>
                    <a:pt x="19" y="57"/>
                    <a:pt x="20" y="56"/>
                    <a:pt x="21" y="56"/>
                  </a:cubicBezTo>
                  <a:cubicBezTo>
                    <a:pt x="21" y="56"/>
                    <a:pt x="21" y="56"/>
                    <a:pt x="21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22" y="55"/>
                    <a:pt x="23" y="55"/>
                    <a:pt x="23" y="54"/>
                  </a:cubicBezTo>
                  <a:cubicBezTo>
                    <a:pt x="24" y="54"/>
                    <a:pt x="25" y="53"/>
                    <a:pt x="25" y="52"/>
                  </a:cubicBezTo>
                  <a:cubicBezTo>
                    <a:pt x="26" y="52"/>
                    <a:pt x="26" y="51"/>
                    <a:pt x="27" y="51"/>
                  </a:cubicBezTo>
                  <a:cubicBezTo>
                    <a:pt x="27" y="50"/>
                    <a:pt x="27" y="50"/>
                    <a:pt x="27" y="50"/>
                  </a:cubicBezTo>
                  <a:cubicBezTo>
                    <a:pt x="27" y="49"/>
                    <a:pt x="27" y="49"/>
                    <a:pt x="28" y="48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5"/>
                    <a:pt x="29" y="44"/>
                    <a:pt x="29" y="44"/>
                  </a:cubicBezTo>
                  <a:cubicBezTo>
                    <a:pt x="29" y="43"/>
                    <a:pt x="30" y="40"/>
                    <a:pt x="30" y="40"/>
                  </a:cubicBezTo>
                  <a:cubicBezTo>
                    <a:pt x="30" y="40"/>
                    <a:pt x="29" y="40"/>
                    <a:pt x="29" y="40"/>
                  </a:cubicBezTo>
                  <a:cubicBezTo>
                    <a:pt x="28" y="40"/>
                    <a:pt x="27" y="41"/>
                    <a:pt x="25" y="41"/>
                  </a:cubicBezTo>
                  <a:cubicBezTo>
                    <a:pt x="25" y="41"/>
                    <a:pt x="24" y="40"/>
                    <a:pt x="24" y="41"/>
                  </a:cubicBezTo>
                  <a:cubicBezTo>
                    <a:pt x="24" y="41"/>
                    <a:pt x="22" y="42"/>
                    <a:pt x="21" y="42"/>
                  </a:cubicBezTo>
                  <a:cubicBezTo>
                    <a:pt x="20" y="42"/>
                    <a:pt x="20" y="41"/>
                    <a:pt x="19" y="41"/>
                  </a:cubicBezTo>
                  <a:cubicBezTo>
                    <a:pt x="19" y="40"/>
                    <a:pt x="18" y="39"/>
                    <a:pt x="19" y="38"/>
                  </a:cubicBezTo>
                  <a:cubicBezTo>
                    <a:pt x="19" y="37"/>
                    <a:pt x="19" y="37"/>
                    <a:pt x="19" y="37"/>
                  </a:cubicBezTo>
                  <a:cubicBezTo>
                    <a:pt x="20" y="37"/>
                    <a:pt x="20" y="37"/>
                    <a:pt x="20" y="37"/>
                  </a:cubicBezTo>
                  <a:cubicBezTo>
                    <a:pt x="20" y="36"/>
                    <a:pt x="21" y="36"/>
                    <a:pt x="21" y="36"/>
                  </a:cubicBezTo>
                  <a:cubicBezTo>
                    <a:pt x="22" y="36"/>
                    <a:pt x="23" y="35"/>
                    <a:pt x="24" y="35"/>
                  </a:cubicBezTo>
                  <a:cubicBezTo>
                    <a:pt x="24" y="35"/>
                    <a:pt x="25" y="34"/>
                    <a:pt x="25" y="34"/>
                  </a:cubicBezTo>
                  <a:cubicBezTo>
                    <a:pt x="26" y="34"/>
                    <a:pt x="27" y="34"/>
                    <a:pt x="27" y="33"/>
                  </a:cubicBezTo>
                  <a:cubicBezTo>
                    <a:pt x="28" y="33"/>
                    <a:pt x="29" y="32"/>
                    <a:pt x="29" y="32"/>
                  </a:cubicBezTo>
                  <a:cubicBezTo>
                    <a:pt x="30" y="32"/>
                    <a:pt x="31" y="32"/>
                    <a:pt x="31" y="31"/>
                  </a:cubicBezTo>
                  <a:cubicBezTo>
                    <a:pt x="32" y="31"/>
                    <a:pt x="32" y="31"/>
                    <a:pt x="33" y="31"/>
                  </a:cubicBezTo>
                  <a:cubicBezTo>
                    <a:pt x="33" y="31"/>
                    <a:pt x="34" y="30"/>
                    <a:pt x="35" y="30"/>
                  </a:cubicBezTo>
                  <a:cubicBezTo>
                    <a:pt x="36" y="28"/>
                    <a:pt x="36" y="26"/>
                    <a:pt x="38" y="26"/>
                  </a:cubicBezTo>
                  <a:cubicBezTo>
                    <a:pt x="40" y="26"/>
                    <a:pt x="40" y="28"/>
                    <a:pt x="41" y="28"/>
                  </a:cubicBezTo>
                  <a:cubicBezTo>
                    <a:pt x="41" y="28"/>
                    <a:pt x="42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4" y="26"/>
                    <a:pt x="45" y="25"/>
                    <a:pt x="47" y="25"/>
                  </a:cubicBezTo>
                  <a:close/>
                  <a:moveTo>
                    <a:pt x="87" y="9"/>
                  </a:moveTo>
                  <a:cubicBezTo>
                    <a:pt x="88" y="9"/>
                    <a:pt x="90" y="10"/>
                    <a:pt x="90" y="11"/>
                  </a:cubicBezTo>
                  <a:cubicBezTo>
                    <a:pt x="90" y="12"/>
                    <a:pt x="90" y="12"/>
                    <a:pt x="90" y="12"/>
                  </a:cubicBezTo>
                  <a:cubicBezTo>
                    <a:pt x="90" y="13"/>
                    <a:pt x="90" y="13"/>
                    <a:pt x="91" y="13"/>
                  </a:cubicBezTo>
                  <a:cubicBezTo>
                    <a:pt x="91" y="15"/>
                    <a:pt x="90" y="17"/>
                    <a:pt x="90" y="18"/>
                  </a:cubicBezTo>
                  <a:cubicBezTo>
                    <a:pt x="90" y="18"/>
                    <a:pt x="89" y="19"/>
                    <a:pt x="89" y="19"/>
                  </a:cubicBezTo>
                  <a:cubicBezTo>
                    <a:pt x="89" y="20"/>
                    <a:pt x="88" y="21"/>
                    <a:pt x="88" y="22"/>
                  </a:cubicBezTo>
                  <a:cubicBezTo>
                    <a:pt x="88" y="22"/>
                    <a:pt x="87" y="23"/>
                    <a:pt x="87" y="23"/>
                  </a:cubicBezTo>
                  <a:cubicBezTo>
                    <a:pt x="87" y="25"/>
                    <a:pt x="87" y="26"/>
                    <a:pt x="86" y="27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85" y="29"/>
                    <a:pt x="85" y="29"/>
                    <a:pt x="85" y="30"/>
                  </a:cubicBezTo>
                  <a:cubicBezTo>
                    <a:pt x="85" y="31"/>
                    <a:pt x="85" y="31"/>
                    <a:pt x="85" y="32"/>
                  </a:cubicBezTo>
                  <a:cubicBezTo>
                    <a:pt x="84" y="33"/>
                    <a:pt x="84" y="35"/>
                    <a:pt x="84" y="36"/>
                  </a:cubicBezTo>
                  <a:cubicBezTo>
                    <a:pt x="83" y="38"/>
                    <a:pt x="83" y="39"/>
                    <a:pt x="83" y="41"/>
                  </a:cubicBezTo>
                  <a:cubicBezTo>
                    <a:pt x="83" y="41"/>
                    <a:pt x="82" y="41"/>
                    <a:pt x="82" y="42"/>
                  </a:cubicBezTo>
                  <a:cubicBezTo>
                    <a:pt x="81" y="43"/>
                    <a:pt x="81" y="45"/>
                    <a:pt x="83" y="45"/>
                  </a:cubicBezTo>
                  <a:cubicBezTo>
                    <a:pt x="84" y="44"/>
                    <a:pt x="85" y="44"/>
                    <a:pt x="86" y="43"/>
                  </a:cubicBezTo>
                  <a:cubicBezTo>
                    <a:pt x="86" y="43"/>
                    <a:pt x="86" y="43"/>
                    <a:pt x="86" y="43"/>
                  </a:cubicBezTo>
                  <a:cubicBezTo>
                    <a:pt x="87" y="42"/>
                    <a:pt x="91" y="40"/>
                    <a:pt x="91" y="39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3" y="37"/>
                    <a:pt x="93" y="36"/>
                    <a:pt x="93" y="35"/>
                  </a:cubicBezTo>
                  <a:cubicBezTo>
                    <a:pt x="93" y="34"/>
                    <a:pt x="94" y="34"/>
                    <a:pt x="94" y="33"/>
                  </a:cubicBezTo>
                  <a:cubicBezTo>
                    <a:pt x="94" y="32"/>
                    <a:pt x="94" y="32"/>
                    <a:pt x="94" y="31"/>
                  </a:cubicBezTo>
                  <a:cubicBezTo>
                    <a:pt x="94" y="31"/>
                    <a:pt x="94" y="30"/>
                    <a:pt x="94" y="30"/>
                  </a:cubicBezTo>
                  <a:cubicBezTo>
                    <a:pt x="94" y="29"/>
                    <a:pt x="94" y="28"/>
                    <a:pt x="94" y="27"/>
                  </a:cubicBezTo>
                  <a:cubicBezTo>
                    <a:pt x="94" y="26"/>
                    <a:pt x="94" y="25"/>
                    <a:pt x="94" y="24"/>
                  </a:cubicBezTo>
                  <a:cubicBezTo>
                    <a:pt x="94" y="24"/>
                    <a:pt x="93" y="24"/>
                    <a:pt x="93" y="23"/>
                  </a:cubicBezTo>
                  <a:cubicBezTo>
                    <a:pt x="94" y="23"/>
                    <a:pt x="95" y="23"/>
                    <a:pt x="96" y="23"/>
                  </a:cubicBezTo>
                  <a:cubicBezTo>
                    <a:pt x="96" y="23"/>
                    <a:pt x="97" y="24"/>
                    <a:pt x="98" y="24"/>
                  </a:cubicBezTo>
                  <a:cubicBezTo>
                    <a:pt x="98" y="24"/>
                    <a:pt x="99" y="25"/>
                    <a:pt x="99" y="26"/>
                  </a:cubicBezTo>
                  <a:cubicBezTo>
                    <a:pt x="99" y="26"/>
                    <a:pt x="99" y="27"/>
                    <a:pt x="99" y="27"/>
                  </a:cubicBezTo>
                  <a:cubicBezTo>
                    <a:pt x="100" y="28"/>
                    <a:pt x="101" y="29"/>
                    <a:pt x="101" y="29"/>
                  </a:cubicBezTo>
                  <a:cubicBezTo>
                    <a:pt x="101" y="30"/>
                    <a:pt x="100" y="31"/>
                    <a:pt x="100" y="32"/>
                  </a:cubicBezTo>
                  <a:cubicBezTo>
                    <a:pt x="100" y="34"/>
                    <a:pt x="99" y="35"/>
                    <a:pt x="99" y="37"/>
                  </a:cubicBezTo>
                  <a:cubicBezTo>
                    <a:pt x="99" y="38"/>
                    <a:pt x="99" y="39"/>
                    <a:pt x="99" y="39"/>
                  </a:cubicBezTo>
                  <a:cubicBezTo>
                    <a:pt x="99" y="40"/>
                    <a:pt x="98" y="40"/>
                    <a:pt x="97" y="41"/>
                  </a:cubicBezTo>
                  <a:cubicBezTo>
                    <a:pt x="97" y="41"/>
                    <a:pt x="97" y="42"/>
                    <a:pt x="97" y="43"/>
                  </a:cubicBezTo>
                  <a:cubicBezTo>
                    <a:pt x="97" y="43"/>
                    <a:pt x="97" y="43"/>
                    <a:pt x="97" y="43"/>
                  </a:cubicBezTo>
                  <a:cubicBezTo>
                    <a:pt x="97" y="43"/>
                    <a:pt x="96" y="43"/>
                    <a:pt x="96" y="43"/>
                  </a:cubicBezTo>
                  <a:cubicBezTo>
                    <a:pt x="96" y="44"/>
                    <a:pt x="96" y="44"/>
                    <a:pt x="95" y="44"/>
                  </a:cubicBezTo>
                  <a:cubicBezTo>
                    <a:pt x="95" y="44"/>
                    <a:pt x="95" y="45"/>
                    <a:pt x="94" y="45"/>
                  </a:cubicBezTo>
                  <a:cubicBezTo>
                    <a:pt x="94" y="45"/>
                    <a:pt x="94" y="45"/>
                    <a:pt x="93" y="45"/>
                  </a:cubicBezTo>
                  <a:cubicBezTo>
                    <a:pt x="93" y="46"/>
                    <a:pt x="93" y="46"/>
                    <a:pt x="92" y="47"/>
                  </a:cubicBezTo>
                  <a:cubicBezTo>
                    <a:pt x="92" y="47"/>
                    <a:pt x="91" y="47"/>
                    <a:pt x="90" y="48"/>
                  </a:cubicBezTo>
                  <a:cubicBezTo>
                    <a:pt x="90" y="48"/>
                    <a:pt x="89" y="48"/>
                    <a:pt x="89" y="49"/>
                  </a:cubicBezTo>
                  <a:cubicBezTo>
                    <a:pt x="89" y="49"/>
                    <a:pt x="89" y="49"/>
                    <a:pt x="88" y="49"/>
                  </a:cubicBezTo>
                  <a:cubicBezTo>
                    <a:pt x="88" y="49"/>
                    <a:pt x="88" y="49"/>
                    <a:pt x="87" y="49"/>
                  </a:cubicBezTo>
                  <a:cubicBezTo>
                    <a:pt x="87" y="49"/>
                    <a:pt x="87" y="50"/>
                    <a:pt x="86" y="50"/>
                  </a:cubicBezTo>
                  <a:cubicBezTo>
                    <a:pt x="85" y="50"/>
                    <a:pt x="84" y="51"/>
                    <a:pt x="83" y="52"/>
                  </a:cubicBezTo>
                  <a:cubicBezTo>
                    <a:pt x="83" y="52"/>
                    <a:pt x="82" y="52"/>
                    <a:pt x="82" y="53"/>
                  </a:cubicBezTo>
                  <a:cubicBezTo>
                    <a:pt x="81" y="53"/>
                    <a:pt x="81" y="53"/>
                    <a:pt x="81" y="54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0" y="55"/>
                    <a:pt x="79" y="56"/>
                    <a:pt x="79" y="56"/>
                  </a:cubicBezTo>
                  <a:cubicBezTo>
                    <a:pt x="78" y="58"/>
                    <a:pt x="78" y="61"/>
                    <a:pt x="78" y="63"/>
                  </a:cubicBezTo>
                  <a:cubicBezTo>
                    <a:pt x="77" y="64"/>
                    <a:pt x="76" y="64"/>
                    <a:pt x="76" y="65"/>
                  </a:cubicBezTo>
                  <a:cubicBezTo>
                    <a:pt x="76" y="66"/>
                    <a:pt x="77" y="67"/>
                    <a:pt x="77" y="67"/>
                  </a:cubicBezTo>
                  <a:cubicBezTo>
                    <a:pt x="77" y="68"/>
                    <a:pt x="76" y="69"/>
                    <a:pt x="76" y="70"/>
                  </a:cubicBezTo>
                  <a:cubicBezTo>
                    <a:pt x="77" y="70"/>
                    <a:pt x="77" y="70"/>
                    <a:pt x="77" y="71"/>
                  </a:cubicBezTo>
                  <a:cubicBezTo>
                    <a:pt x="77" y="71"/>
                    <a:pt x="77" y="72"/>
                    <a:pt x="77" y="72"/>
                  </a:cubicBezTo>
                  <a:cubicBezTo>
                    <a:pt x="77" y="73"/>
                    <a:pt x="77" y="73"/>
                    <a:pt x="77" y="73"/>
                  </a:cubicBezTo>
                  <a:cubicBezTo>
                    <a:pt x="78" y="74"/>
                    <a:pt x="77" y="76"/>
                    <a:pt x="77" y="76"/>
                  </a:cubicBezTo>
                  <a:cubicBezTo>
                    <a:pt x="77" y="77"/>
                    <a:pt x="77" y="77"/>
                    <a:pt x="77" y="78"/>
                  </a:cubicBezTo>
                  <a:cubicBezTo>
                    <a:pt x="77" y="79"/>
                    <a:pt x="75" y="79"/>
                    <a:pt x="74" y="80"/>
                  </a:cubicBezTo>
                  <a:cubicBezTo>
                    <a:pt x="73" y="81"/>
                    <a:pt x="73" y="82"/>
                    <a:pt x="74" y="83"/>
                  </a:cubicBezTo>
                  <a:cubicBezTo>
                    <a:pt x="74" y="83"/>
                    <a:pt x="74" y="83"/>
                    <a:pt x="74" y="84"/>
                  </a:cubicBezTo>
                  <a:cubicBezTo>
                    <a:pt x="73" y="84"/>
                    <a:pt x="73" y="85"/>
                    <a:pt x="73" y="85"/>
                  </a:cubicBezTo>
                  <a:cubicBezTo>
                    <a:pt x="73" y="87"/>
                    <a:pt x="75" y="86"/>
                    <a:pt x="75" y="87"/>
                  </a:cubicBezTo>
                  <a:cubicBezTo>
                    <a:pt x="75" y="88"/>
                    <a:pt x="75" y="88"/>
                    <a:pt x="75" y="89"/>
                  </a:cubicBezTo>
                  <a:cubicBezTo>
                    <a:pt x="75" y="89"/>
                    <a:pt x="74" y="90"/>
                    <a:pt x="74" y="90"/>
                  </a:cubicBezTo>
                  <a:cubicBezTo>
                    <a:pt x="74" y="91"/>
                    <a:pt x="73" y="91"/>
                    <a:pt x="72" y="91"/>
                  </a:cubicBezTo>
                  <a:cubicBezTo>
                    <a:pt x="72" y="91"/>
                    <a:pt x="72" y="91"/>
                    <a:pt x="72" y="91"/>
                  </a:cubicBezTo>
                  <a:cubicBezTo>
                    <a:pt x="72" y="92"/>
                    <a:pt x="72" y="92"/>
                    <a:pt x="72" y="93"/>
                  </a:cubicBezTo>
                  <a:cubicBezTo>
                    <a:pt x="72" y="94"/>
                    <a:pt x="72" y="94"/>
                    <a:pt x="73" y="94"/>
                  </a:cubicBezTo>
                  <a:cubicBezTo>
                    <a:pt x="73" y="93"/>
                    <a:pt x="74" y="91"/>
                    <a:pt x="75" y="92"/>
                  </a:cubicBezTo>
                  <a:cubicBezTo>
                    <a:pt x="75" y="93"/>
                    <a:pt x="75" y="93"/>
                    <a:pt x="75" y="93"/>
                  </a:cubicBezTo>
                  <a:cubicBezTo>
                    <a:pt x="75" y="93"/>
                    <a:pt x="75" y="94"/>
                    <a:pt x="74" y="94"/>
                  </a:cubicBezTo>
                  <a:cubicBezTo>
                    <a:pt x="74" y="96"/>
                    <a:pt x="74" y="97"/>
                    <a:pt x="74" y="98"/>
                  </a:cubicBezTo>
                  <a:cubicBezTo>
                    <a:pt x="73" y="99"/>
                    <a:pt x="73" y="99"/>
                    <a:pt x="73" y="100"/>
                  </a:cubicBezTo>
                  <a:cubicBezTo>
                    <a:pt x="72" y="100"/>
                    <a:pt x="72" y="101"/>
                    <a:pt x="72" y="101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73" y="103"/>
                    <a:pt x="72" y="104"/>
                    <a:pt x="72" y="105"/>
                  </a:cubicBezTo>
                  <a:cubicBezTo>
                    <a:pt x="72" y="105"/>
                    <a:pt x="73" y="106"/>
                    <a:pt x="73" y="107"/>
                  </a:cubicBezTo>
                  <a:cubicBezTo>
                    <a:pt x="73" y="107"/>
                    <a:pt x="73" y="108"/>
                    <a:pt x="72" y="109"/>
                  </a:cubicBezTo>
                  <a:cubicBezTo>
                    <a:pt x="72" y="110"/>
                    <a:pt x="72" y="110"/>
                    <a:pt x="72" y="111"/>
                  </a:cubicBezTo>
                  <a:cubicBezTo>
                    <a:pt x="72" y="112"/>
                    <a:pt x="72" y="113"/>
                    <a:pt x="72" y="113"/>
                  </a:cubicBezTo>
                  <a:cubicBezTo>
                    <a:pt x="72" y="114"/>
                    <a:pt x="72" y="114"/>
                    <a:pt x="72" y="115"/>
                  </a:cubicBezTo>
                  <a:cubicBezTo>
                    <a:pt x="72" y="115"/>
                    <a:pt x="72" y="115"/>
                    <a:pt x="71" y="116"/>
                  </a:cubicBezTo>
                  <a:cubicBezTo>
                    <a:pt x="71" y="116"/>
                    <a:pt x="71" y="117"/>
                    <a:pt x="70" y="117"/>
                  </a:cubicBezTo>
                  <a:cubicBezTo>
                    <a:pt x="70" y="118"/>
                    <a:pt x="69" y="118"/>
                    <a:pt x="68" y="118"/>
                  </a:cubicBezTo>
                  <a:cubicBezTo>
                    <a:pt x="68" y="118"/>
                    <a:pt x="67" y="119"/>
                    <a:pt x="67" y="119"/>
                  </a:cubicBezTo>
                  <a:cubicBezTo>
                    <a:pt x="66" y="119"/>
                    <a:pt x="65" y="120"/>
                    <a:pt x="64" y="120"/>
                  </a:cubicBezTo>
                  <a:cubicBezTo>
                    <a:pt x="64" y="120"/>
                    <a:pt x="63" y="120"/>
                    <a:pt x="62" y="120"/>
                  </a:cubicBezTo>
                  <a:cubicBezTo>
                    <a:pt x="61" y="120"/>
                    <a:pt x="59" y="119"/>
                    <a:pt x="59" y="119"/>
                  </a:cubicBezTo>
                  <a:cubicBezTo>
                    <a:pt x="58" y="118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7"/>
                  </a:cubicBezTo>
                  <a:cubicBezTo>
                    <a:pt x="59" y="117"/>
                    <a:pt x="59" y="117"/>
                    <a:pt x="59" y="116"/>
                  </a:cubicBezTo>
                  <a:cubicBezTo>
                    <a:pt x="59" y="116"/>
                    <a:pt x="59" y="115"/>
                    <a:pt x="59" y="114"/>
                  </a:cubicBezTo>
                  <a:cubicBezTo>
                    <a:pt x="60" y="114"/>
                    <a:pt x="60" y="113"/>
                    <a:pt x="60" y="113"/>
                  </a:cubicBezTo>
                  <a:cubicBezTo>
                    <a:pt x="60" y="112"/>
                    <a:pt x="60" y="111"/>
                    <a:pt x="60" y="110"/>
                  </a:cubicBezTo>
                  <a:cubicBezTo>
                    <a:pt x="60" y="108"/>
                    <a:pt x="61" y="105"/>
                    <a:pt x="61" y="102"/>
                  </a:cubicBezTo>
                  <a:cubicBezTo>
                    <a:pt x="62" y="102"/>
                    <a:pt x="61" y="101"/>
                    <a:pt x="61" y="101"/>
                  </a:cubicBezTo>
                  <a:cubicBezTo>
                    <a:pt x="61" y="100"/>
                    <a:pt x="61" y="99"/>
                    <a:pt x="62" y="98"/>
                  </a:cubicBezTo>
                  <a:cubicBezTo>
                    <a:pt x="62" y="98"/>
                    <a:pt x="62" y="97"/>
                    <a:pt x="62" y="97"/>
                  </a:cubicBezTo>
                  <a:cubicBezTo>
                    <a:pt x="62" y="96"/>
                    <a:pt x="63" y="96"/>
                    <a:pt x="63" y="95"/>
                  </a:cubicBezTo>
                  <a:cubicBezTo>
                    <a:pt x="63" y="95"/>
                    <a:pt x="63" y="94"/>
                    <a:pt x="63" y="94"/>
                  </a:cubicBezTo>
                  <a:cubicBezTo>
                    <a:pt x="63" y="94"/>
                    <a:pt x="63" y="93"/>
                    <a:pt x="63" y="93"/>
                  </a:cubicBezTo>
                  <a:cubicBezTo>
                    <a:pt x="63" y="92"/>
                    <a:pt x="63" y="92"/>
                    <a:pt x="63" y="91"/>
                  </a:cubicBezTo>
                  <a:cubicBezTo>
                    <a:pt x="63" y="90"/>
                    <a:pt x="63" y="90"/>
                    <a:pt x="64" y="89"/>
                  </a:cubicBezTo>
                  <a:cubicBezTo>
                    <a:pt x="64" y="89"/>
                    <a:pt x="64" y="88"/>
                    <a:pt x="64" y="88"/>
                  </a:cubicBezTo>
                  <a:cubicBezTo>
                    <a:pt x="64" y="87"/>
                    <a:pt x="64" y="87"/>
                    <a:pt x="65" y="86"/>
                  </a:cubicBezTo>
                  <a:cubicBezTo>
                    <a:pt x="65" y="86"/>
                    <a:pt x="65" y="85"/>
                    <a:pt x="65" y="84"/>
                  </a:cubicBezTo>
                  <a:cubicBezTo>
                    <a:pt x="65" y="84"/>
                    <a:pt x="65" y="84"/>
                    <a:pt x="65" y="83"/>
                  </a:cubicBezTo>
                  <a:cubicBezTo>
                    <a:pt x="66" y="82"/>
                    <a:pt x="65" y="81"/>
                    <a:pt x="66" y="80"/>
                  </a:cubicBezTo>
                  <a:cubicBezTo>
                    <a:pt x="66" y="79"/>
                    <a:pt x="66" y="79"/>
                    <a:pt x="67" y="78"/>
                  </a:cubicBezTo>
                  <a:cubicBezTo>
                    <a:pt x="67" y="77"/>
                    <a:pt x="67" y="76"/>
                    <a:pt x="67" y="75"/>
                  </a:cubicBezTo>
                  <a:cubicBezTo>
                    <a:pt x="67" y="74"/>
                    <a:pt x="68" y="74"/>
                    <a:pt x="68" y="73"/>
                  </a:cubicBezTo>
                  <a:cubicBezTo>
                    <a:pt x="68" y="72"/>
                    <a:pt x="68" y="72"/>
                    <a:pt x="67" y="71"/>
                  </a:cubicBezTo>
                  <a:cubicBezTo>
                    <a:pt x="68" y="70"/>
                    <a:pt x="68" y="68"/>
                    <a:pt x="68" y="67"/>
                  </a:cubicBezTo>
                  <a:cubicBezTo>
                    <a:pt x="69" y="66"/>
                    <a:pt x="69" y="66"/>
                    <a:pt x="69" y="65"/>
                  </a:cubicBezTo>
                  <a:cubicBezTo>
                    <a:pt x="70" y="65"/>
                    <a:pt x="69" y="64"/>
                    <a:pt x="69" y="64"/>
                  </a:cubicBezTo>
                  <a:cubicBezTo>
                    <a:pt x="69" y="63"/>
                    <a:pt x="70" y="62"/>
                    <a:pt x="69" y="60"/>
                  </a:cubicBezTo>
                  <a:cubicBezTo>
                    <a:pt x="68" y="59"/>
                    <a:pt x="64" y="63"/>
                    <a:pt x="63" y="63"/>
                  </a:cubicBezTo>
                  <a:cubicBezTo>
                    <a:pt x="62" y="64"/>
                    <a:pt x="62" y="64"/>
                    <a:pt x="61" y="64"/>
                  </a:cubicBezTo>
                  <a:cubicBezTo>
                    <a:pt x="61" y="65"/>
                    <a:pt x="60" y="65"/>
                    <a:pt x="60" y="66"/>
                  </a:cubicBezTo>
                  <a:cubicBezTo>
                    <a:pt x="60" y="66"/>
                    <a:pt x="59" y="66"/>
                    <a:pt x="59" y="66"/>
                  </a:cubicBezTo>
                  <a:cubicBezTo>
                    <a:pt x="59" y="66"/>
                    <a:pt x="58" y="66"/>
                    <a:pt x="58" y="66"/>
                  </a:cubicBezTo>
                  <a:cubicBezTo>
                    <a:pt x="57" y="66"/>
                    <a:pt x="57" y="67"/>
                    <a:pt x="57" y="68"/>
                  </a:cubicBezTo>
                  <a:cubicBezTo>
                    <a:pt x="56" y="68"/>
                    <a:pt x="55" y="68"/>
                    <a:pt x="54" y="68"/>
                  </a:cubicBezTo>
                  <a:cubicBezTo>
                    <a:pt x="53" y="69"/>
                    <a:pt x="50" y="71"/>
                    <a:pt x="48" y="69"/>
                  </a:cubicBezTo>
                  <a:cubicBezTo>
                    <a:pt x="48" y="68"/>
                    <a:pt x="48" y="67"/>
                    <a:pt x="48" y="66"/>
                  </a:cubicBezTo>
                  <a:cubicBezTo>
                    <a:pt x="49" y="65"/>
                    <a:pt x="50" y="65"/>
                    <a:pt x="51" y="65"/>
                  </a:cubicBezTo>
                  <a:cubicBezTo>
                    <a:pt x="51" y="64"/>
                    <a:pt x="51" y="64"/>
                    <a:pt x="52" y="64"/>
                  </a:cubicBezTo>
                  <a:cubicBezTo>
                    <a:pt x="52" y="64"/>
                    <a:pt x="53" y="64"/>
                    <a:pt x="53" y="64"/>
                  </a:cubicBezTo>
                  <a:cubicBezTo>
                    <a:pt x="54" y="63"/>
                    <a:pt x="54" y="63"/>
                    <a:pt x="54" y="63"/>
                  </a:cubicBezTo>
                  <a:cubicBezTo>
                    <a:pt x="55" y="62"/>
                    <a:pt x="56" y="62"/>
                    <a:pt x="57" y="61"/>
                  </a:cubicBezTo>
                  <a:cubicBezTo>
                    <a:pt x="57" y="60"/>
                    <a:pt x="59" y="60"/>
                    <a:pt x="59" y="60"/>
                  </a:cubicBezTo>
                  <a:cubicBezTo>
                    <a:pt x="61" y="59"/>
                    <a:pt x="62" y="58"/>
                    <a:pt x="63" y="57"/>
                  </a:cubicBezTo>
                  <a:cubicBezTo>
                    <a:pt x="63" y="57"/>
                    <a:pt x="64" y="56"/>
                    <a:pt x="65" y="56"/>
                  </a:cubicBezTo>
                  <a:cubicBezTo>
                    <a:pt x="65" y="56"/>
                    <a:pt x="65" y="55"/>
                    <a:pt x="65" y="55"/>
                  </a:cubicBezTo>
                  <a:cubicBezTo>
                    <a:pt x="65" y="55"/>
                    <a:pt x="65" y="55"/>
                    <a:pt x="65" y="55"/>
                  </a:cubicBezTo>
                  <a:cubicBezTo>
                    <a:pt x="64" y="55"/>
                    <a:pt x="62" y="54"/>
                    <a:pt x="62" y="53"/>
                  </a:cubicBezTo>
                  <a:cubicBezTo>
                    <a:pt x="62" y="53"/>
                    <a:pt x="61" y="52"/>
                    <a:pt x="61" y="52"/>
                  </a:cubicBezTo>
                  <a:cubicBezTo>
                    <a:pt x="61" y="50"/>
                    <a:pt x="63" y="49"/>
                    <a:pt x="62" y="48"/>
                  </a:cubicBezTo>
                  <a:cubicBezTo>
                    <a:pt x="61" y="47"/>
                    <a:pt x="60" y="47"/>
                    <a:pt x="59" y="47"/>
                  </a:cubicBezTo>
                  <a:cubicBezTo>
                    <a:pt x="58" y="47"/>
                    <a:pt x="58" y="46"/>
                    <a:pt x="57" y="45"/>
                  </a:cubicBezTo>
                  <a:cubicBezTo>
                    <a:pt x="56" y="44"/>
                    <a:pt x="56" y="45"/>
                    <a:pt x="55" y="43"/>
                  </a:cubicBezTo>
                  <a:cubicBezTo>
                    <a:pt x="55" y="43"/>
                    <a:pt x="55" y="43"/>
                    <a:pt x="55" y="42"/>
                  </a:cubicBezTo>
                  <a:cubicBezTo>
                    <a:pt x="55" y="42"/>
                    <a:pt x="55" y="41"/>
                    <a:pt x="55" y="41"/>
                  </a:cubicBezTo>
                  <a:cubicBezTo>
                    <a:pt x="55" y="40"/>
                    <a:pt x="56" y="39"/>
                    <a:pt x="56" y="38"/>
                  </a:cubicBezTo>
                  <a:cubicBezTo>
                    <a:pt x="56" y="37"/>
                    <a:pt x="57" y="37"/>
                    <a:pt x="57" y="35"/>
                  </a:cubicBezTo>
                  <a:cubicBezTo>
                    <a:pt x="57" y="35"/>
                    <a:pt x="58" y="34"/>
                    <a:pt x="58" y="33"/>
                  </a:cubicBezTo>
                  <a:cubicBezTo>
                    <a:pt x="57" y="32"/>
                    <a:pt x="56" y="32"/>
                    <a:pt x="56" y="31"/>
                  </a:cubicBezTo>
                  <a:cubicBezTo>
                    <a:pt x="56" y="30"/>
                    <a:pt x="57" y="29"/>
                    <a:pt x="57" y="28"/>
                  </a:cubicBezTo>
                  <a:cubicBezTo>
                    <a:pt x="57" y="28"/>
                    <a:pt x="57" y="28"/>
                    <a:pt x="58" y="28"/>
                  </a:cubicBezTo>
                  <a:cubicBezTo>
                    <a:pt x="58" y="28"/>
                    <a:pt x="58" y="27"/>
                    <a:pt x="58" y="27"/>
                  </a:cubicBezTo>
                  <a:cubicBezTo>
                    <a:pt x="59" y="26"/>
                    <a:pt x="61" y="25"/>
                    <a:pt x="62" y="25"/>
                  </a:cubicBezTo>
                  <a:cubicBezTo>
                    <a:pt x="63" y="25"/>
                    <a:pt x="63" y="24"/>
                    <a:pt x="64" y="25"/>
                  </a:cubicBezTo>
                  <a:cubicBezTo>
                    <a:pt x="67" y="24"/>
                    <a:pt x="69" y="26"/>
                    <a:pt x="70" y="29"/>
                  </a:cubicBezTo>
                  <a:cubicBezTo>
                    <a:pt x="70" y="29"/>
                    <a:pt x="71" y="30"/>
                    <a:pt x="70" y="30"/>
                  </a:cubicBezTo>
                  <a:cubicBezTo>
                    <a:pt x="70" y="30"/>
                    <a:pt x="69" y="31"/>
                    <a:pt x="69" y="31"/>
                  </a:cubicBezTo>
                  <a:cubicBezTo>
                    <a:pt x="69" y="32"/>
                    <a:pt x="69" y="33"/>
                    <a:pt x="68" y="33"/>
                  </a:cubicBezTo>
                  <a:cubicBezTo>
                    <a:pt x="67" y="35"/>
                    <a:pt x="64" y="36"/>
                    <a:pt x="62" y="37"/>
                  </a:cubicBezTo>
                  <a:cubicBezTo>
                    <a:pt x="62" y="37"/>
                    <a:pt x="62" y="38"/>
                    <a:pt x="61" y="38"/>
                  </a:cubicBezTo>
                  <a:cubicBezTo>
                    <a:pt x="61" y="39"/>
                    <a:pt x="60" y="39"/>
                    <a:pt x="61" y="40"/>
                  </a:cubicBezTo>
                  <a:cubicBezTo>
                    <a:pt x="61" y="41"/>
                    <a:pt x="62" y="41"/>
                    <a:pt x="63" y="41"/>
                  </a:cubicBezTo>
                  <a:cubicBezTo>
                    <a:pt x="64" y="41"/>
                    <a:pt x="64" y="41"/>
                    <a:pt x="65" y="41"/>
                  </a:cubicBezTo>
                  <a:cubicBezTo>
                    <a:pt x="65" y="41"/>
                    <a:pt x="66" y="41"/>
                    <a:pt x="66" y="41"/>
                  </a:cubicBezTo>
                  <a:cubicBezTo>
                    <a:pt x="67" y="40"/>
                    <a:pt x="68" y="40"/>
                    <a:pt x="69" y="40"/>
                  </a:cubicBezTo>
                  <a:cubicBezTo>
                    <a:pt x="70" y="40"/>
                    <a:pt x="72" y="41"/>
                    <a:pt x="73" y="41"/>
                  </a:cubicBezTo>
                  <a:cubicBezTo>
                    <a:pt x="75" y="39"/>
                    <a:pt x="75" y="35"/>
                    <a:pt x="76" y="33"/>
                  </a:cubicBezTo>
                  <a:cubicBezTo>
                    <a:pt x="76" y="32"/>
                    <a:pt x="76" y="32"/>
                    <a:pt x="76" y="32"/>
                  </a:cubicBezTo>
                  <a:cubicBezTo>
                    <a:pt x="77" y="31"/>
                    <a:pt x="77" y="31"/>
                    <a:pt x="77" y="31"/>
                  </a:cubicBezTo>
                  <a:cubicBezTo>
                    <a:pt x="78" y="29"/>
                    <a:pt x="78" y="27"/>
                    <a:pt x="78" y="26"/>
                  </a:cubicBezTo>
                  <a:cubicBezTo>
                    <a:pt x="78" y="26"/>
                    <a:pt x="78" y="25"/>
                    <a:pt x="79" y="25"/>
                  </a:cubicBezTo>
                  <a:cubicBezTo>
                    <a:pt x="79" y="24"/>
                    <a:pt x="79" y="24"/>
                    <a:pt x="79" y="24"/>
                  </a:cubicBezTo>
                  <a:cubicBezTo>
                    <a:pt x="79" y="23"/>
                    <a:pt x="79" y="22"/>
                    <a:pt x="79" y="22"/>
                  </a:cubicBezTo>
                  <a:cubicBezTo>
                    <a:pt x="79" y="22"/>
                    <a:pt x="80" y="21"/>
                    <a:pt x="80" y="21"/>
                  </a:cubicBezTo>
                  <a:cubicBezTo>
                    <a:pt x="80" y="21"/>
                    <a:pt x="80" y="20"/>
                    <a:pt x="80" y="20"/>
                  </a:cubicBezTo>
                  <a:cubicBezTo>
                    <a:pt x="80" y="20"/>
                    <a:pt x="80" y="20"/>
                    <a:pt x="80" y="20"/>
                  </a:cubicBezTo>
                  <a:cubicBezTo>
                    <a:pt x="80" y="19"/>
                    <a:pt x="80" y="19"/>
                    <a:pt x="80" y="19"/>
                  </a:cubicBezTo>
                  <a:cubicBezTo>
                    <a:pt x="81" y="18"/>
                    <a:pt x="81" y="16"/>
                    <a:pt x="81" y="15"/>
                  </a:cubicBezTo>
                  <a:cubicBezTo>
                    <a:pt x="81" y="15"/>
                    <a:pt x="81" y="13"/>
                    <a:pt x="81" y="13"/>
                  </a:cubicBezTo>
                  <a:cubicBezTo>
                    <a:pt x="81" y="12"/>
                    <a:pt x="82" y="12"/>
                    <a:pt x="82" y="12"/>
                  </a:cubicBezTo>
                  <a:cubicBezTo>
                    <a:pt x="82" y="11"/>
                    <a:pt x="82" y="11"/>
                    <a:pt x="82" y="11"/>
                  </a:cubicBezTo>
                  <a:cubicBezTo>
                    <a:pt x="83" y="10"/>
                    <a:pt x="84" y="10"/>
                    <a:pt x="85" y="9"/>
                  </a:cubicBezTo>
                  <a:cubicBezTo>
                    <a:pt x="85" y="9"/>
                    <a:pt x="86" y="9"/>
                    <a:pt x="87" y="9"/>
                  </a:cubicBezTo>
                  <a:close/>
                  <a:moveTo>
                    <a:pt x="56" y="0"/>
                  </a:moveTo>
                  <a:cubicBezTo>
                    <a:pt x="57" y="1"/>
                    <a:pt x="58" y="3"/>
                    <a:pt x="59" y="4"/>
                  </a:cubicBezTo>
                  <a:cubicBezTo>
                    <a:pt x="59" y="5"/>
                    <a:pt x="59" y="6"/>
                    <a:pt x="58" y="7"/>
                  </a:cubicBezTo>
                  <a:cubicBezTo>
                    <a:pt x="58" y="7"/>
                    <a:pt x="58" y="7"/>
                    <a:pt x="57" y="8"/>
                  </a:cubicBezTo>
                  <a:cubicBezTo>
                    <a:pt x="57" y="8"/>
                    <a:pt x="57" y="9"/>
                    <a:pt x="57" y="9"/>
                  </a:cubicBezTo>
                  <a:cubicBezTo>
                    <a:pt x="57" y="9"/>
                    <a:pt x="56" y="10"/>
                    <a:pt x="56" y="10"/>
                  </a:cubicBezTo>
                  <a:cubicBezTo>
                    <a:pt x="56" y="10"/>
                    <a:pt x="56" y="11"/>
                    <a:pt x="55" y="11"/>
                  </a:cubicBezTo>
                  <a:cubicBezTo>
                    <a:pt x="55" y="11"/>
                    <a:pt x="55" y="12"/>
                    <a:pt x="55" y="12"/>
                  </a:cubicBezTo>
                  <a:cubicBezTo>
                    <a:pt x="55" y="12"/>
                    <a:pt x="55" y="13"/>
                    <a:pt x="54" y="13"/>
                  </a:cubicBezTo>
                  <a:cubicBezTo>
                    <a:pt x="54" y="13"/>
                    <a:pt x="53" y="14"/>
                    <a:pt x="53" y="14"/>
                  </a:cubicBezTo>
                  <a:cubicBezTo>
                    <a:pt x="52" y="15"/>
                    <a:pt x="52" y="15"/>
                    <a:pt x="51" y="16"/>
                  </a:cubicBezTo>
                  <a:cubicBezTo>
                    <a:pt x="50" y="16"/>
                    <a:pt x="50" y="16"/>
                    <a:pt x="49" y="16"/>
                  </a:cubicBezTo>
                  <a:cubicBezTo>
                    <a:pt x="48" y="17"/>
                    <a:pt x="47" y="18"/>
                    <a:pt x="46" y="18"/>
                  </a:cubicBezTo>
                  <a:cubicBezTo>
                    <a:pt x="44" y="19"/>
                    <a:pt x="43" y="19"/>
                    <a:pt x="42" y="20"/>
                  </a:cubicBezTo>
                  <a:cubicBezTo>
                    <a:pt x="42" y="20"/>
                    <a:pt x="41" y="20"/>
                    <a:pt x="41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39" y="22"/>
                    <a:pt x="38" y="22"/>
                    <a:pt x="38" y="22"/>
                  </a:cubicBezTo>
                  <a:cubicBezTo>
                    <a:pt x="38" y="22"/>
                    <a:pt x="37" y="22"/>
                    <a:pt x="37" y="22"/>
                  </a:cubicBezTo>
                  <a:cubicBezTo>
                    <a:pt x="37" y="22"/>
                    <a:pt x="36" y="22"/>
                    <a:pt x="36" y="22"/>
                  </a:cubicBezTo>
                  <a:cubicBezTo>
                    <a:pt x="36" y="23"/>
                    <a:pt x="35" y="23"/>
                    <a:pt x="35" y="23"/>
                  </a:cubicBezTo>
                  <a:cubicBezTo>
                    <a:pt x="34" y="23"/>
                    <a:pt x="33" y="24"/>
                    <a:pt x="32" y="24"/>
                  </a:cubicBezTo>
                  <a:cubicBezTo>
                    <a:pt x="32" y="25"/>
                    <a:pt x="31" y="25"/>
                    <a:pt x="31" y="25"/>
                  </a:cubicBezTo>
                  <a:cubicBezTo>
                    <a:pt x="30" y="26"/>
                    <a:pt x="29" y="26"/>
                    <a:pt x="28" y="26"/>
                  </a:cubicBezTo>
                  <a:cubicBezTo>
                    <a:pt x="28" y="26"/>
                    <a:pt x="28" y="26"/>
                    <a:pt x="28" y="26"/>
                  </a:cubicBezTo>
                  <a:cubicBezTo>
                    <a:pt x="27" y="27"/>
                    <a:pt x="27" y="27"/>
                    <a:pt x="27" y="27"/>
                  </a:cubicBezTo>
                  <a:cubicBezTo>
                    <a:pt x="26" y="28"/>
                    <a:pt x="22" y="32"/>
                    <a:pt x="21" y="31"/>
                  </a:cubicBezTo>
                  <a:cubicBezTo>
                    <a:pt x="21" y="31"/>
                    <a:pt x="21" y="31"/>
                    <a:pt x="21" y="30"/>
                  </a:cubicBezTo>
                  <a:cubicBezTo>
                    <a:pt x="21" y="29"/>
                    <a:pt x="22" y="29"/>
                    <a:pt x="23" y="29"/>
                  </a:cubicBezTo>
                  <a:cubicBezTo>
                    <a:pt x="23" y="28"/>
                    <a:pt x="23" y="28"/>
                    <a:pt x="23" y="27"/>
                  </a:cubicBezTo>
                  <a:cubicBezTo>
                    <a:pt x="23" y="27"/>
                    <a:pt x="23" y="27"/>
                    <a:pt x="23" y="27"/>
                  </a:cubicBezTo>
                  <a:cubicBezTo>
                    <a:pt x="24" y="27"/>
                    <a:pt x="24" y="26"/>
                    <a:pt x="25" y="26"/>
                  </a:cubicBezTo>
                  <a:cubicBezTo>
                    <a:pt x="25" y="25"/>
                    <a:pt x="25" y="25"/>
                    <a:pt x="26" y="25"/>
                  </a:cubicBezTo>
                  <a:cubicBezTo>
                    <a:pt x="26" y="24"/>
                    <a:pt x="26" y="24"/>
                    <a:pt x="27" y="24"/>
                  </a:cubicBezTo>
                  <a:cubicBezTo>
                    <a:pt x="28" y="23"/>
                    <a:pt x="29" y="22"/>
                    <a:pt x="30" y="21"/>
                  </a:cubicBezTo>
                  <a:cubicBezTo>
                    <a:pt x="31" y="20"/>
                    <a:pt x="33" y="19"/>
                    <a:pt x="34" y="18"/>
                  </a:cubicBezTo>
                  <a:cubicBezTo>
                    <a:pt x="34" y="17"/>
                    <a:pt x="35" y="17"/>
                    <a:pt x="35" y="16"/>
                  </a:cubicBezTo>
                  <a:cubicBezTo>
                    <a:pt x="35" y="16"/>
                    <a:pt x="36" y="16"/>
                    <a:pt x="36" y="15"/>
                  </a:cubicBezTo>
                  <a:cubicBezTo>
                    <a:pt x="37" y="14"/>
                    <a:pt x="39" y="14"/>
                    <a:pt x="40" y="13"/>
                  </a:cubicBezTo>
                  <a:cubicBezTo>
                    <a:pt x="40" y="13"/>
                    <a:pt x="40" y="13"/>
                    <a:pt x="40" y="13"/>
                  </a:cubicBezTo>
                  <a:cubicBezTo>
                    <a:pt x="40" y="11"/>
                    <a:pt x="42" y="10"/>
                    <a:pt x="43" y="10"/>
                  </a:cubicBezTo>
                  <a:cubicBezTo>
                    <a:pt x="43" y="10"/>
                    <a:pt x="44" y="9"/>
                    <a:pt x="44" y="9"/>
                  </a:cubicBezTo>
                  <a:cubicBezTo>
                    <a:pt x="44" y="9"/>
                    <a:pt x="44" y="9"/>
                    <a:pt x="45" y="8"/>
                  </a:cubicBezTo>
                  <a:cubicBezTo>
                    <a:pt x="45" y="8"/>
                    <a:pt x="46" y="8"/>
                    <a:pt x="46" y="8"/>
                  </a:cubicBezTo>
                  <a:cubicBezTo>
                    <a:pt x="46" y="7"/>
                    <a:pt x="46" y="7"/>
                    <a:pt x="47" y="7"/>
                  </a:cubicBezTo>
                  <a:cubicBezTo>
                    <a:pt x="48" y="6"/>
                    <a:pt x="49" y="6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51" y="3"/>
                    <a:pt x="51" y="3"/>
                    <a:pt x="52" y="2"/>
                  </a:cubicBezTo>
                  <a:cubicBezTo>
                    <a:pt x="53" y="2"/>
                    <a:pt x="54" y="1"/>
                    <a:pt x="54" y="1"/>
                  </a:cubicBezTo>
                  <a:cubicBezTo>
                    <a:pt x="55" y="1"/>
                    <a:pt x="55" y="1"/>
                    <a:pt x="55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1"/>
                  </a:cubicBezTo>
                  <a:cubicBezTo>
                    <a:pt x="56" y="1"/>
                    <a:pt x="56" y="1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Freeform 14"/>
            <p:cNvSpPr>
              <a:spLocks/>
            </p:cNvSpPr>
            <p:nvPr/>
          </p:nvSpPr>
          <p:spPr bwMode="auto">
            <a:xfrm>
              <a:off x="5761038" y="2216150"/>
              <a:ext cx="174625" cy="239713"/>
            </a:xfrm>
            <a:custGeom>
              <a:avLst/>
              <a:gdLst>
                <a:gd name="T0" fmla="*/ 59 w 64"/>
                <a:gd name="T1" fmla="*/ 0 h 88"/>
                <a:gd name="T2" fmla="*/ 58 w 64"/>
                <a:gd name="T3" fmla="*/ 11 h 88"/>
                <a:gd name="T4" fmla="*/ 50 w 64"/>
                <a:gd name="T5" fmla="*/ 19 h 88"/>
                <a:gd name="T6" fmla="*/ 46 w 64"/>
                <a:gd name="T7" fmla="*/ 21 h 88"/>
                <a:gd name="T8" fmla="*/ 42 w 64"/>
                <a:gd name="T9" fmla="*/ 25 h 88"/>
                <a:gd name="T10" fmla="*/ 37 w 64"/>
                <a:gd name="T11" fmla="*/ 30 h 88"/>
                <a:gd name="T12" fmla="*/ 38 w 64"/>
                <a:gd name="T13" fmla="*/ 45 h 88"/>
                <a:gd name="T14" fmla="*/ 41 w 64"/>
                <a:gd name="T15" fmla="*/ 48 h 88"/>
                <a:gd name="T16" fmla="*/ 52 w 64"/>
                <a:gd name="T17" fmla="*/ 44 h 88"/>
                <a:gd name="T18" fmla="*/ 56 w 64"/>
                <a:gd name="T19" fmla="*/ 42 h 88"/>
                <a:gd name="T20" fmla="*/ 59 w 64"/>
                <a:gd name="T21" fmla="*/ 42 h 88"/>
                <a:gd name="T22" fmla="*/ 61 w 64"/>
                <a:gd name="T23" fmla="*/ 51 h 88"/>
                <a:gd name="T24" fmla="*/ 57 w 64"/>
                <a:gd name="T25" fmla="*/ 54 h 88"/>
                <a:gd name="T26" fmla="*/ 58 w 64"/>
                <a:gd name="T27" fmla="*/ 48 h 88"/>
                <a:gd name="T28" fmla="*/ 53 w 64"/>
                <a:gd name="T29" fmla="*/ 50 h 88"/>
                <a:gd name="T30" fmla="*/ 50 w 64"/>
                <a:gd name="T31" fmla="*/ 52 h 88"/>
                <a:gd name="T32" fmla="*/ 40 w 64"/>
                <a:gd name="T33" fmla="*/ 58 h 88"/>
                <a:gd name="T34" fmla="*/ 41 w 64"/>
                <a:gd name="T35" fmla="*/ 66 h 88"/>
                <a:gd name="T36" fmla="*/ 42 w 64"/>
                <a:gd name="T37" fmla="*/ 73 h 88"/>
                <a:gd name="T38" fmla="*/ 44 w 64"/>
                <a:gd name="T39" fmla="*/ 80 h 88"/>
                <a:gd name="T40" fmla="*/ 42 w 64"/>
                <a:gd name="T41" fmla="*/ 86 h 88"/>
                <a:gd name="T42" fmla="*/ 33 w 64"/>
                <a:gd name="T43" fmla="*/ 87 h 88"/>
                <a:gd name="T44" fmla="*/ 27 w 64"/>
                <a:gd name="T45" fmla="*/ 85 h 88"/>
                <a:gd name="T46" fmla="*/ 32 w 64"/>
                <a:gd name="T47" fmla="*/ 81 h 88"/>
                <a:gd name="T48" fmla="*/ 35 w 64"/>
                <a:gd name="T49" fmla="*/ 79 h 88"/>
                <a:gd name="T50" fmla="*/ 34 w 64"/>
                <a:gd name="T51" fmla="*/ 66 h 88"/>
                <a:gd name="T52" fmla="*/ 31 w 64"/>
                <a:gd name="T53" fmla="*/ 61 h 88"/>
                <a:gd name="T54" fmla="*/ 32 w 64"/>
                <a:gd name="T55" fmla="*/ 62 h 88"/>
                <a:gd name="T56" fmla="*/ 23 w 64"/>
                <a:gd name="T57" fmla="*/ 68 h 88"/>
                <a:gd name="T58" fmla="*/ 17 w 64"/>
                <a:gd name="T59" fmla="*/ 71 h 88"/>
                <a:gd name="T60" fmla="*/ 14 w 64"/>
                <a:gd name="T61" fmla="*/ 73 h 88"/>
                <a:gd name="T62" fmla="*/ 13 w 64"/>
                <a:gd name="T63" fmla="*/ 63 h 88"/>
                <a:gd name="T64" fmla="*/ 18 w 64"/>
                <a:gd name="T65" fmla="*/ 60 h 88"/>
                <a:gd name="T66" fmla="*/ 26 w 64"/>
                <a:gd name="T67" fmla="*/ 56 h 88"/>
                <a:gd name="T68" fmla="*/ 28 w 64"/>
                <a:gd name="T69" fmla="*/ 55 h 88"/>
                <a:gd name="T70" fmla="*/ 32 w 64"/>
                <a:gd name="T71" fmla="*/ 51 h 88"/>
                <a:gd name="T72" fmla="*/ 31 w 64"/>
                <a:gd name="T73" fmla="*/ 46 h 88"/>
                <a:gd name="T74" fmla="*/ 32 w 64"/>
                <a:gd name="T75" fmla="*/ 39 h 88"/>
                <a:gd name="T76" fmla="*/ 32 w 64"/>
                <a:gd name="T77" fmla="*/ 32 h 88"/>
                <a:gd name="T78" fmla="*/ 33 w 64"/>
                <a:gd name="T79" fmla="*/ 28 h 88"/>
                <a:gd name="T80" fmla="*/ 40 w 64"/>
                <a:gd name="T81" fmla="*/ 19 h 88"/>
                <a:gd name="T82" fmla="*/ 50 w 64"/>
                <a:gd name="T83" fmla="*/ 8 h 88"/>
                <a:gd name="T84" fmla="*/ 49 w 64"/>
                <a:gd name="T85" fmla="*/ 6 h 88"/>
                <a:gd name="T86" fmla="*/ 44 w 64"/>
                <a:gd name="T87" fmla="*/ 6 h 88"/>
                <a:gd name="T88" fmla="*/ 41 w 64"/>
                <a:gd name="T89" fmla="*/ 9 h 88"/>
                <a:gd name="T90" fmla="*/ 36 w 64"/>
                <a:gd name="T91" fmla="*/ 12 h 88"/>
                <a:gd name="T92" fmla="*/ 29 w 64"/>
                <a:gd name="T93" fmla="*/ 16 h 88"/>
                <a:gd name="T94" fmla="*/ 21 w 64"/>
                <a:gd name="T95" fmla="*/ 22 h 88"/>
                <a:gd name="T96" fmla="*/ 13 w 64"/>
                <a:gd name="T97" fmla="*/ 27 h 88"/>
                <a:gd name="T98" fmla="*/ 9 w 64"/>
                <a:gd name="T99" fmla="*/ 28 h 88"/>
                <a:gd name="T100" fmla="*/ 1 w 64"/>
                <a:gd name="T101" fmla="*/ 26 h 88"/>
                <a:gd name="T102" fmla="*/ 5 w 64"/>
                <a:gd name="T103" fmla="*/ 20 h 88"/>
                <a:gd name="T104" fmla="*/ 12 w 64"/>
                <a:gd name="T105" fmla="*/ 17 h 88"/>
                <a:gd name="T106" fmla="*/ 19 w 64"/>
                <a:gd name="T107" fmla="*/ 14 h 88"/>
                <a:gd name="T108" fmla="*/ 27 w 64"/>
                <a:gd name="T109" fmla="*/ 10 h 88"/>
                <a:gd name="T110" fmla="*/ 34 w 64"/>
                <a:gd name="T111" fmla="*/ 7 h 88"/>
                <a:gd name="T112" fmla="*/ 45 w 64"/>
                <a:gd name="T113" fmla="*/ 3 h 88"/>
                <a:gd name="T114" fmla="*/ 51 w 64"/>
                <a:gd name="T115" fmla="*/ 1 h 88"/>
                <a:gd name="T116" fmla="*/ 53 w 64"/>
                <a:gd name="T117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64" h="88">
                  <a:moveTo>
                    <a:pt x="53" y="0"/>
                  </a:moveTo>
                  <a:cubicBezTo>
                    <a:pt x="54" y="0"/>
                    <a:pt x="55" y="0"/>
                    <a:pt x="56" y="0"/>
                  </a:cubicBezTo>
                  <a:cubicBezTo>
                    <a:pt x="57" y="0"/>
                    <a:pt x="58" y="0"/>
                    <a:pt x="59" y="0"/>
                  </a:cubicBezTo>
                  <a:cubicBezTo>
                    <a:pt x="61" y="0"/>
                    <a:pt x="62" y="3"/>
                    <a:pt x="62" y="5"/>
                  </a:cubicBezTo>
                  <a:cubicBezTo>
                    <a:pt x="62" y="6"/>
                    <a:pt x="62" y="6"/>
                    <a:pt x="61" y="7"/>
                  </a:cubicBezTo>
                  <a:cubicBezTo>
                    <a:pt x="61" y="9"/>
                    <a:pt x="59" y="9"/>
                    <a:pt x="58" y="11"/>
                  </a:cubicBezTo>
                  <a:cubicBezTo>
                    <a:pt x="57" y="12"/>
                    <a:pt x="56" y="14"/>
                    <a:pt x="55" y="15"/>
                  </a:cubicBezTo>
                  <a:cubicBezTo>
                    <a:pt x="54" y="16"/>
                    <a:pt x="54" y="16"/>
                    <a:pt x="53" y="17"/>
                  </a:cubicBezTo>
                  <a:cubicBezTo>
                    <a:pt x="52" y="18"/>
                    <a:pt x="51" y="19"/>
                    <a:pt x="50" y="19"/>
                  </a:cubicBezTo>
                  <a:cubicBezTo>
                    <a:pt x="49" y="20"/>
                    <a:pt x="49" y="20"/>
                    <a:pt x="48" y="20"/>
                  </a:cubicBezTo>
                  <a:cubicBezTo>
                    <a:pt x="48" y="20"/>
                    <a:pt x="48" y="20"/>
                    <a:pt x="47" y="21"/>
                  </a:cubicBezTo>
                  <a:cubicBezTo>
                    <a:pt x="47" y="21"/>
                    <a:pt x="47" y="21"/>
                    <a:pt x="46" y="21"/>
                  </a:cubicBezTo>
                  <a:cubicBezTo>
                    <a:pt x="46" y="22"/>
                    <a:pt x="45" y="22"/>
                    <a:pt x="44" y="23"/>
                  </a:cubicBezTo>
                  <a:cubicBezTo>
                    <a:pt x="44" y="23"/>
                    <a:pt x="43" y="23"/>
                    <a:pt x="43" y="24"/>
                  </a:cubicBezTo>
                  <a:cubicBezTo>
                    <a:pt x="43" y="24"/>
                    <a:pt x="42" y="24"/>
                    <a:pt x="42" y="25"/>
                  </a:cubicBezTo>
                  <a:cubicBezTo>
                    <a:pt x="41" y="25"/>
                    <a:pt x="41" y="26"/>
                    <a:pt x="40" y="26"/>
                  </a:cubicBezTo>
                  <a:cubicBezTo>
                    <a:pt x="40" y="27"/>
                    <a:pt x="38" y="27"/>
                    <a:pt x="38" y="28"/>
                  </a:cubicBezTo>
                  <a:cubicBezTo>
                    <a:pt x="38" y="29"/>
                    <a:pt x="37" y="30"/>
                    <a:pt x="37" y="30"/>
                  </a:cubicBezTo>
                  <a:cubicBezTo>
                    <a:pt x="37" y="31"/>
                    <a:pt x="37" y="32"/>
                    <a:pt x="37" y="32"/>
                  </a:cubicBezTo>
                  <a:cubicBezTo>
                    <a:pt x="37" y="33"/>
                    <a:pt x="37" y="35"/>
                    <a:pt x="37" y="36"/>
                  </a:cubicBezTo>
                  <a:cubicBezTo>
                    <a:pt x="37" y="39"/>
                    <a:pt x="37" y="42"/>
                    <a:pt x="38" y="45"/>
                  </a:cubicBezTo>
                  <a:cubicBezTo>
                    <a:pt x="38" y="46"/>
                    <a:pt x="37" y="47"/>
                    <a:pt x="38" y="48"/>
                  </a:cubicBezTo>
                  <a:cubicBezTo>
                    <a:pt x="38" y="49"/>
                    <a:pt x="39" y="49"/>
                    <a:pt x="39" y="49"/>
                  </a:cubicBezTo>
                  <a:cubicBezTo>
                    <a:pt x="40" y="49"/>
                    <a:pt x="40" y="48"/>
                    <a:pt x="41" y="48"/>
                  </a:cubicBezTo>
                  <a:cubicBezTo>
                    <a:pt x="41" y="48"/>
                    <a:pt x="42" y="48"/>
                    <a:pt x="43" y="48"/>
                  </a:cubicBezTo>
                  <a:cubicBezTo>
                    <a:pt x="44" y="47"/>
                    <a:pt x="46" y="46"/>
                    <a:pt x="48" y="45"/>
                  </a:cubicBezTo>
                  <a:cubicBezTo>
                    <a:pt x="49" y="45"/>
                    <a:pt x="50" y="44"/>
                    <a:pt x="52" y="44"/>
                  </a:cubicBezTo>
                  <a:cubicBezTo>
                    <a:pt x="52" y="43"/>
                    <a:pt x="54" y="43"/>
                    <a:pt x="54" y="43"/>
                  </a:cubicBezTo>
                  <a:cubicBezTo>
                    <a:pt x="55" y="43"/>
                    <a:pt x="55" y="43"/>
                    <a:pt x="56" y="42"/>
                  </a:cubicBezTo>
                  <a:cubicBezTo>
                    <a:pt x="56" y="42"/>
                    <a:pt x="56" y="42"/>
                    <a:pt x="56" y="42"/>
                  </a:cubicBezTo>
                  <a:cubicBezTo>
                    <a:pt x="56" y="42"/>
                    <a:pt x="57" y="42"/>
                    <a:pt x="57" y="42"/>
                  </a:cubicBezTo>
                  <a:cubicBezTo>
                    <a:pt x="57" y="42"/>
                    <a:pt x="57" y="42"/>
                    <a:pt x="58" y="42"/>
                  </a:cubicBezTo>
                  <a:cubicBezTo>
                    <a:pt x="58" y="42"/>
                    <a:pt x="59" y="42"/>
                    <a:pt x="59" y="42"/>
                  </a:cubicBezTo>
                  <a:cubicBezTo>
                    <a:pt x="62" y="40"/>
                    <a:pt x="64" y="45"/>
                    <a:pt x="64" y="47"/>
                  </a:cubicBezTo>
                  <a:cubicBezTo>
                    <a:pt x="63" y="48"/>
                    <a:pt x="63" y="48"/>
                    <a:pt x="62" y="49"/>
                  </a:cubicBezTo>
                  <a:cubicBezTo>
                    <a:pt x="62" y="50"/>
                    <a:pt x="62" y="50"/>
                    <a:pt x="61" y="51"/>
                  </a:cubicBezTo>
                  <a:cubicBezTo>
                    <a:pt x="61" y="51"/>
                    <a:pt x="60" y="52"/>
                    <a:pt x="60" y="52"/>
                  </a:cubicBezTo>
                  <a:cubicBezTo>
                    <a:pt x="59" y="53"/>
                    <a:pt x="58" y="54"/>
                    <a:pt x="58" y="54"/>
                  </a:cubicBezTo>
                  <a:cubicBezTo>
                    <a:pt x="57" y="54"/>
                    <a:pt x="57" y="55"/>
                    <a:pt x="57" y="54"/>
                  </a:cubicBezTo>
                  <a:cubicBezTo>
                    <a:pt x="56" y="54"/>
                    <a:pt x="56" y="54"/>
                    <a:pt x="56" y="54"/>
                  </a:cubicBezTo>
                  <a:cubicBezTo>
                    <a:pt x="56" y="53"/>
                    <a:pt x="56" y="53"/>
                    <a:pt x="56" y="52"/>
                  </a:cubicBezTo>
                  <a:cubicBezTo>
                    <a:pt x="57" y="51"/>
                    <a:pt x="61" y="49"/>
                    <a:pt x="58" y="48"/>
                  </a:cubicBezTo>
                  <a:cubicBezTo>
                    <a:pt x="58" y="47"/>
                    <a:pt x="57" y="48"/>
                    <a:pt x="57" y="48"/>
                  </a:cubicBezTo>
                  <a:cubicBezTo>
                    <a:pt x="56" y="48"/>
                    <a:pt x="56" y="49"/>
                    <a:pt x="55" y="49"/>
                  </a:cubicBezTo>
                  <a:cubicBezTo>
                    <a:pt x="55" y="49"/>
                    <a:pt x="54" y="50"/>
                    <a:pt x="53" y="50"/>
                  </a:cubicBezTo>
                  <a:cubicBezTo>
                    <a:pt x="53" y="50"/>
                    <a:pt x="52" y="50"/>
                    <a:pt x="52" y="51"/>
                  </a:cubicBezTo>
                  <a:cubicBezTo>
                    <a:pt x="51" y="51"/>
                    <a:pt x="51" y="51"/>
                    <a:pt x="51" y="51"/>
                  </a:cubicBezTo>
                  <a:cubicBezTo>
                    <a:pt x="50" y="52"/>
                    <a:pt x="50" y="52"/>
                    <a:pt x="50" y="52"/>
                  </a:cubicBezTo>
                  <a:cubicBezTo>
                    <a:pt x="49" y="52"/>
                    <a:pt x="48" y="53"/>
                    <a:pt x="48" y="53"/>
                  </a:cubicBezTo>
                  <a:cubicBezTo>
                    <a:pt x="47" y="53"/>
                    <a:pt x="47" y="54"/>
                    <a:pt x="47" y="54"/>
                  </a:cubicBezTo>
                  <a:cubicBezTo>
                    <a:pt x="45" y="55"/>
                    <a:pt x="41" y="56"/>
                    <a:pt x="40" y="58"/>
                  </a:cubicBezTo>
                  <a:cubicBezTo>
                    <a:pt x="40" y="59"/>
                    <a:pt x="40" y="59"/>
                    <a:pt x="40" y="60"/>
                  </a:cubicBezTo>
                  <a:cubicBezTo>
                    <a:pt x="40" y="61"/>
                    <a:pt x="40" y="62"/>
                    <a:pt x="40" y="63"/>
                  </a:cubicBezTo>
                  <a:cubicBezTo>
                    <a:pt x="41" y="64"/>
                    <a:pt x="41" y="65"/>
                    <a:pt x="41" y="66"/>
                  </a:cubicBezTo>
                  <a:cubicBezTo>
                    <a:pt x="42" y="67"/>
                    <a:pt x="42" y="68"/>
                    <a:pt x="42" y="69"/>
                  </a:cubicBezTo>
                  <a:cubicBezTo>
                    <a:pt x="42" y="69"/>
                    <a:pt x="42" y="70"/>
                    <a:pt x="42" y="71"/>
                  </a:cubicBezTo>
                  <a:cubicBezTo>
                    <a:pt x="42" y="72"/>
                    <a:pt x="42" y="72"/>
                    <a:pt x="42" y="73"/>
                  </a:cubicBezTo>
                  <a:cubicBezTo>
                    <a:pt x="43" y="74"/>
                    <a:pt x="43" y="76"/>
                    <a:pt x="43" y="77"/>
                  </a:cubicBezTo>
                  <a:cubicBezTo>
                    <a:pt x="43" y="77"/>
                    <a:pt x="43" y="77"/>
                    <a:pt x="43" y="77"/>
                  </a:cubicBezTo>
                  <a:cubicBezTo>
                    <a:pt x="44" y="78"/>
                    <a:pt x="44" y="79"/>
                    <a:pt x="44" y="80"/>
                  </a:cubicBezTo>
                  <a:cubicBezTo>
                    <a:pt x="44" y="81"/>
                    <a:pt x="43" y="82"/>
                    <a:pt x="43" y="82"/>
                  </a:cubicBezTo>
                  <a:cubicBezTo>
                    <a:pt x="43" y="83"/>
                    <a:pt x="43" y="83"/>
                    <a:pt x="43" y="83"/>
                  </a:cubicBezTo>
                  <a:cubicBezTo>
                    <a:pt x="43" y="84"/>
                    <a:pt x="43" y="85"/>
                    <a:pt x="42" y="86"/>
                  </a:cubicBezTo>
                  <a:cubicBezTo>
                    <a:pt x="41" y="86"/>
                    <a:pt x="40" y="87"/>
                    <a:pt x="39" y="87"/>
                  </a:cubicBezTo>
                  <a:cubicBezTo>
                    <a:pt x="38" y="87"/>
                    <a:pt x="38" y="87"/>
                    <a:pt x="37" y="87"/>
                  </a:cubicBezTo>
                  <a:cubicBezTo>
                    <a:pt x="36" y="87"/>
                    <a:pt x="34" y="88"/>
                    <a:pt x="33" y="87"/>
                  </a:cubicBezTo>
                  <a:cubicBezTo>
                    <a:pt x="32" y="87"/>
                    <a:pt x="31" y="86"/>
                    <a:pt x="30" y="86"/>
                  </a:cubicBezTo>
                  <a:cubicBezTo>
                    <a:pt x="29" y="86"/>
                    <a:pt x="29" y="86"/>
                    <a:pt x="28" y="86"/>
                  </a:cubicBezTo>
                  <a:cubicBezTo>
                    <a:pt x="28" y="86"/>
                    <a:pt x="27" y="86"/>
                    <a:pt x="27" y="85"/>
                  </a:cubicBezTo>
                  <a:cubicBezTo>
                    <a:pt x="27" y="85"/>
                    <a:pt x="26" y="85"/>
                    <a:pt x="26" y="85"/>
                  </a:cubicBezTo>
                  <a:cubicBezTo>
                    <a:pt x="26" y="85"/>
                    <a:pt x="26" y="84"/>
                    <a:pt x="26" y="84"/>
                  </a:cubicBezTo>
                  <a:cubicBezTo>
                    <a:pt x="27" y="83"/>
                    <a:pt x="31" y="81"/>
                    <a:pt x="32" y="81"/>
                  </a:cubicBezTo>
                  <a:cubicBezTo>
                    <a:pt x="32" y="81"/>
                    <a:pt x="32" y="81"/>
                    <a:pt x="33" y="81"/>
                  </a:cubicBezTo>
                  <a:cubicBezTo>
                    <a:pt x="33" y="81"/>
                    <a:pt x="33" y="80"/>
                    <a:pt x="34" y="80"/>
                  </a:cubicBezTo>
                  <a:cubicBezTo>
                    <a:pt x="34" y="80"/>
                    <a:pt x="34" y="79"/>
                    <a:pt x="35" y="79"/>
                  </a:cubicBezTo>
                  <a:cubicBezTo>
                    <a:pt x="35" y="78"/>
                    <a:pt x="35" y="78"/>
                    <a:pt x="35" y="78"/>
                  </a:cubicBezTo>
                  <a:cubicBezTo>
                    <a:pt x="35" y="77"/>
                    <a:pt x="35" y="76"/>
                    <a:pt x="35" y="76"/>
                  </a:cubicBezTo>
                  <a:cubicBezTo>
                    <a:pt x="35" y="73"/>
                    <a:pt x="34" y="69"/>
                    <a:pt x="34" y="66"/>
                  </a:cubicBezTo>
                  <a:cubicBezTo>
                    <a:pt x="34" y="65"/>
                    <a:pt x="34" y="65"/>
                    <a:pt x="33" y="64"/>
                  </a:cubicBezTo>
                  <a:cubicBezTo>
                    <a:pt x="33" y="64"/>
                    <a:pt x="33" y="63"/>
                    <a:pt x="32" y="63"/>
                  </a:cubicBezTo>
                  <a:cubicBezTo>
                    <a:pt x="32" y="62"/>
                    <a:pt x="32" y="61"/>
                    <a:pt x="31" y="61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1" y="61"/>
                    <a:pt x="31" y="61"/>
                    <a:pt x="31" y="62"/>
                  </a:cubicBezTo>
                  <a:cubicBezTo>
                    <a:pt x="32" y="62"/>
                    <a:pt x="32" y="62"/>
                    <a:pt x="32" y="62"/>
                  </a:cubicBezTo>
                  <a:cubicBezTo>
                    <a:pt x="30" y="64"/>
                    <a:pt x="29" y="65"/>
                    <a:pt x="27" y="66"/>
                  </a:cubicBezTo>
                  <a:cubicBezTo>
                    <a:pt x="26" y="66"/>
                    <a:pt x="26" y="67"/>
                    <a:pt x="26" y="67"/>
                  </a:cubicBezTo>
                  <a:cubicBezTo>
                    <a:pt x="25" y="68"/>
                    <a:pt x="24" y="68"/>
                    <a:pt x="23" y="68"/>
                  </a:cubicBezTo>
                  <a:cubicBezTo>
                    <a:pt x="23" y="68"/>
                    <a:pt x="22" y="69"/>
                    <a:pt x="22" y="69"/>
                  </a:cubicBezTo>
                  <a:cubicBezTo>
                    <a:pt x="21" y="70"/>
                    <a:pt x="20" y="70"/>
                    <a:pt x="19" y="70"/>
                  </a:cubicBezTo>
                  <a:cubicBezTo>
                    <a:pt x="19" y="71"/>
                    <a:pt x="18" y="71"/>
                    <a:pt x="17" y="71"/>
                  </a:cubicBezTo>
                  <a:cubicBezTo>
                    <a:pt x="17" y="71"/>
                    <a:pt x="17" y="71"/>
                    <a:pt x="16" y="72"/>
                  </a:cubicBezTo>
                  <a:cubicBezTo>
                    <a:pt x="15" y="72"/>
                    <a:pt x="15" y="72"/>
                    <a:pt x="14" y="72"/>
                  </a:cubicBezTo>
                  <a:cubicBezTo>
                    <a:pt x="14" y="72"/>
                    <a:pt x="14" y="72"/>
                    <a:pt x="14" y="73"/>
                  </a:cubicBezTo>
                  <a:cubicBezTo>
                    <a:pt x="13" y="72"/>
                    <a:pt x="13" y="71"/>
                    <a:pt x="12" y="71"/>
                  </a:cubicBezTo>
                  <a:cubicBezTo>
                    <a:pt x="11" y="70"/>
                    <a:pt x="9" y="72"/>
                    <a:pt x="8" y="70"/>
                  </a:cubicBezTo>
                  <a:cubicBezTo>
                    <a:pt x="6" y="68"/>
                    <a:pt x="11" y="64"/>
                    <a:pt x="13" y="63"/>
                  </a:cubicBezTo>
                  <a:cubicBezTo>
                    <a:pt x="13" y="63"/>
                    <a:pt x="13" y="63"/>
                    <a:pt x="14" y="63"/>
                  </a:cubicBezTo>
                  <a:cubicBezTo>
                    <a:pt x="15" y="62"/>
                    <a:pt x="16" y="61"/>
                    <a:pt x="17" y="61"/>
                  </a:cubicBezTo>
                  <a:cubicBezTo>
                    <a:pt x="17" y="61"/>
                    <a:pt x="18" y="60"/>
                    <a:pt x="18" y="60"/>
                  </a:cubicBezTo>
                  <a:cubicBezTo>
                    <a:pt x="19" y="59"/>
                    <a:pt x="20" y="59"/>
                    <a:pt x="21" y="59"/>
                  </a:cubicBezTo>
                  <a:cubicBezTo>
                    <a:pt x="21" y="58"/>
                    <a:pt x="22" y="58"/>
                    <a:pt x="23" y="57"/>
                  </a:cubicBezTo>
                  <a:cubicBezTo>
                    <a:pt x="24" y="57"/>
                    <a:pt x="25" y="56"/>
                    <a:pt x="26" y="56"/>
                  </a:cubicBezTo>
                  <a:cubicBezTo>
                    <a:pt x="26" y="56"/>
                    <a:pt x="27" y="56"/>
                    <a:pt x="28" y="56"/>
                  </a:cubicBezTo>
                  <a:cubicBezTo>
                    <a:pt x="28" y="56"/>
                    <a:pt x="28" y="55"/>
                    <a:pt x="28" y="55"/>
                  </a:cubicBezTo>
                  <a:cubicBezTo>
                    <a:pt x="28" y="55"/>
                    <a:pt x="28" y="55"/>
                    <a:pt x="28" y="55"/>
                  </a:cubicBezTo>
                  <a:cubicBezTo>
                    <a:pt x="29" y="55"/>
                    <a:pt x="29" y="55"/>
                    <a:pt x="29" y="55"/>
                  </a:cubicBezTo>
                  <a:cubicBezTo>
                    <a:pt x="29" y="55"/>
                    <a:pt x="30" y="54"/>
                    <a:pt x="31" y="54"/>
                  </a:cubicBezTo>
                  <a:cubicBezTo>
                    <a:pt x="31" y="53"/>
                    <a:pt x="31" y="52"/>
                    <a:pt x="32" y="51"/>
                  </a:cubicBezTo>
                  <a:cubicBezTo>
                    <a:pt x="31" y="50"/>
                    <a:pt x="31" y="50"/>
                    <a:pt x="31" y="49"/>
                  </a:cubicBezTo>
                  <a:cubicBezTo>
                    <a:pt x="31" y="49"/>
                    <a:pt x="32" y="48"/>
                    <a:pt x="32" y="48"/>
                  </a:cubicBezTo>
                  <a:cubicBezTo>
                    <a:pt x="32" y="47"/>
                    <a:pt x="31" y="46"/>
                    <a:pt x="31" y="46"/>
                  </a:cubicBezTo>
                  <a:cubicBezTo>
                    <a:pt x="31" y="44"/>
                    <a:pt x="32" y="43"/>
                    <a:pt x="32" y="42"/>
                  </a:cubicBezTo>
                  <a:cubicBezTo>
                    <a:pt x="32" y="42"/>
                    <a:pt x="31" y="41"/>
                    <a:pt x="32" y="41"/>
                  </a:cubicBezTo>
                  <a:cubicBezTo>
                    <a:pt x="32" y="40"/>
                    <a:pt x="32" y="40"/>
                    <a:pt x="32" y="39"/>
                  </a:cubicBezTo>
                  <a:cubicBezTo>
                    <a:pt x="32" y="39"/>
                    <a:pt x="32" y="38"/>
                    <a:pt x="32" y="37"/>
                  </a:cubicBezTo>
                  <a:cubicBezTo>
                    <a:pt x="32" y="36"/>
                    <a:pt x="32" y="35"/>
                    <a:pt x="32" y="33"/>
                  </a:cubicBezTo>
                  <a:cubicBezTo>
                    <a:pt x="32" y="33"/>
                    <a:pt x="32" y="32"/>
                    <a:pt x="32" y="32"/>
                  </a:cubicBezTo>
                  <a:cubicBezTo>
                    <a:pt x="32" y="32"/>
                    <a:pt x="32" y="31"/>
                    <a:pt x="33" y="31"/>
                  </a:cubicBezTo>
                  <a:cubicBezTo>
                    <a:pt x="33" y="30"/>
                    <a:pt x="33" y="30"/>
                    <a:pt x="33" y="29"/>
                  </a:cubicBezTo>
                  <a:cubicBezTo>
                    <a:pt x="33" y="29"/>
                    <a:pt x="33" y="28"/>
                    <a:pt x="33" y="28"/>
                  </a:cubicBezTo>
                  <a:cubicBezTo>
                    <a:pt x="34" y="27"/>
                    <a:pt x="34" y="26"/>
                    <a:pt x="35" y="25"/>
                  </a:cubicBezTo>
                  <a:cubicBezTo>
                    <a:pt x="35" y="23"/>
                    <a:pt x="37" y="22"/>
                    <a:pt x="38" y="21"/>
                  </a:cubicBezTo>
                  <a:cubicBezTo>
                    <a:pt x="39" y="20"/>
                    <a:pt x="39" y="20"/>
                    <a:pt x="40" y="19"/>
                  </a:cubicBezTo>
                  <a:cubicBezTo>
                    <a:pt x="41" y="18"/>
                    <a:pt x="42" y="16"/>
                    <a:pt x="43" y="15"/>
                  </a:cubicBezTo>
                  <a:cubicBezTo>
                    <a:pt x="44" y="14"/>
                    <a:pt x="44" y="13"/>
                    <a:pt x="45" y="13"/>
                  </a:cubicBezTo>
                  <a:cubicBezTo>
                    <a:pt x="47" y="11"/>
                    <a:pt x="49" y="10"/>
                    <a:pt x="50" y="8"/>
                  </a:cubicBezTo>
                  <a:cubicBezTo>
                    <a:pt x="50" y="8"/>
                    <a:pt x="51" y="5"/>
                    <a:pt x="51" y="5"/>
                  </a:cubicBezTo>
                  <a:cubicBezTo>
                    <a:pt x="51" y="3"/>
                    <a:pt x="48" y="4"/>
                    <a:pt x="48" y="4"/>
                  </a:cubicBezTo>
                  <a:cubicBezTo>
                    <a:pt x="48" y="5"/>
                    <a:pt x="49" y="5"/>
                    <a:pt x="49" y="6"/>
                  </a:cubicBezTo>
                  <a:cubicBezTo>
                    <a:pt x="50" y="6"/>
                    <a:pt x="50" y="6"/>
                    <a:pt x="49" y="7"/>
                  </a:cubicBezTo>
                  <a:cubicBezTo>
                    <a:pt x="48" y="7"/>
                    <a:pt x="45" y="6"/>
                    <a:pt x="45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6"/>
                    <a:pt x="44" y="6"/>
                    <a:pt x="44" y="6"/>
                  </a:cubicBezTo>
                  <a:cubicBezTo>
                    <a:pt x="44" y="7"/>
                    <a:pt x="44" y="7"/>
                    <a:pt x="44" y="8"/>
                  </a:cubicBezTo>
                  <a:cubicBezTo>
                    <a:pt x="43" y="9"/>
                    <a:pt x="42" y="9"/>
                    <a:pt x="41" y="9"/>
                  </a:cubicBezTo>
                  <a:cubicBezTo>
                    <a:pt x="40" y="10"/>
                    <a:pt x="39" y="11"/>
                    <a:pt x="38" y="11"/>
                  </a:cubicBezTo>
                  <a:cubicBezTo>
                    <a:pt x="38" y="11"/>
                    <a:pt x="37" y="12"/>
                    <a:pt x="37" y="12"/>
                  </a:cubicBezTo>
                  <a:cubicBezTo>
                    <a:pt x="36" y="12"/>
                    <a:pt x="36" y="12"/>
                    <a:pt x="36" y="12"/>
                  </a:cubicBezTo>
                  <a:cubicBezTo>
                    <a:pt x="35" y="13"/>
                    <a:pt x="35" y="13"/>
                    <a:pt x="34" y="13"/>
                  </a:cubicBezTo>
                  <a:cubicBezTo>
                    <a:pt x="33" y="13"/>
                    <a:pt x="33" y="14"/>
                    <a:pt x="32" y="15"/>
                  </a:cubicBezTo>
                  <a:cubicBezTo>
                    <a:pt x="31" y="15"/>
                    <a:pt x="30" y="16"/>
                    <a:pt x="29" y="16"/>
                  </a:cubicBezTo>
                  <a:cubicBezTo>
                    <a:pt x="29" y="17"/>
                    <a:pt x="28" y="17"/>
                    <a:pt x="28" y="17"/>
                  </a:cubicBezTo>
                  <a:cubicBezTo>
                    <a:pt x="27" y="18"/>
                    <a:pt x="26" y="18"/>
                    <a:pt x="25" y="19"/>
                  </a:cubicBezTo>
                  <a:cubicBezTo>
                    <a:pt x="23" y="20"/>
                    <a:pt x="23" y="21"/>
                    <a:pt x="21" y="22"/>
                  </a:cubicBezTo>
                  <a:cubicBezTo>
                    <a:pt x="21" y="23"/>
                    <a:pt x="20" y="23"/>
                    <a:pt x="20" y="24"/>
                  </a:cubicBezTo>
                  <a:cubicBezTo>
                    <a:pt x="19" y="25"/>
                    <a:pt x="18" y="25"/>
                    <a:pt x="17" y="26"/>
                  </a:cubicBezTo>
                  <a:cubicBezTo>
                    <a:pt x="16" y="26"/>
                    <a:pt x="15" y="27"/>
                    <a:pt x="13" y="27"/>
                  </a:cubicBezTo>
                  <a:cubicBezTo>
                    <a:pt x="13" y="27"/>
                    <a:pt x="12" y="27"/>
                    <a:pt x="12" y="28"/>
                  </a:cubicBezTo>
                  <a:cubicBezTo>
                    <a:pt x="11" y="28"/>
                    <a:pt x="11" y="28"/>
                    <a:pt x="10" y="28"/>
                  </a:cubicBezTo>
                  <a:cubicBezTo>
                    <a:pt x="10" y="28"/>
                    <a:pt x="9" y="28"/>
                    <a:pt x="9" y="28"/>
                  </a:cubicBezTo>
                  <a:cubicBezTo>
                    <a:pt x="8" y="28"/>
                    <a:pt x="6" y="28"/>
                    <a:pt x="5" y="27"/>
                  </a:cubicBezTo>
                  <a:cubicBezTo>
                    <a:pt x="4" y="27"/>
                    <a:pt x="4" y="27"/>
                    <a:pt x="3" y="27"/>
                  </a:cubicBezTo>
                  <a:cubicBezTo>
                    <a:pt x="2" y="27"/>
                    <a:pt x="1" y="26"/>
                    <a:pt x="1" y="26"/>
                  </a:cubicBezTo>
                  <a:cubicBezTo>
                    <a:pt x="0" y="25"/>
                    <a:pt x="0" y="25"/>
                    <a:pt x="0" y="24"/>
                  </a:cubicBezTo>
                  <a:cubicBezTo>
                    <a:pt x="0" y="22"/>
                    <a:pt x="1" y="21"/>
                    <a:pt x="3" y="20"/>
                  </a:cubicBezTo>
                  <a:cubicBezTo>
                    <a:pt x="4" y="20"/>
                    <a:pt x="4" y="20"/>
                    <a:pt x="5" y="20"/>
                  </a:cubicBezTo>
                  <a:cubicBezTo>
                    <a:pt x="6" y="20"/>
                    <a:pt x="6" y="19"/>
                    <a:pt x="8" y="19"/>
                  </a:cubicBezTo>
                  <a:cubicBezTo>
                    <a:pt x="8" y="19"/>
                    <a:pt x="8" y="18"/>
                    <a:pt x="8" y="18"/>
                  </a:cubicBezTo>
                  <a:cubicBezTo>
                    <a:pt x="9" y="18"/>
                    <a:pt x="10" y="17"/>
                    <a:pt x="12" y="17"/>
                  </a:cubicBezTo>
                  <a:cubicBezTo>
                    <a:pt x="12" y="17"/>
                    <a:pt x="13" y="16"/>
                    <a:pt x="14" y="16"/>
                  </a:cubicBezTo>
                  <a:cubicBezTo>
                    <a:pt x="15" y="16"/>
                    <a:pt x="15" y="15"/>
                    <a:pt x="16" y="15"/>
                  </a:cubicBezTo>
                  <a:cubicBezTo>
                    <a:pt x="17" y="14"/>
                    <a:pt x="18" y="14"/>
                    <a:pt x="19" y="14"/>
                  </a:cubicBezTo>
                  <a:cubicBezTo>
                    <a:pt x="20" y="13"/>
                    <a:pt x="21" y="12"/>
                    <a:pt x="22" y="12"/>
                  </a:cubicBezTo>
                  <a:cubicBezTo>
                    <a:pt x="22" y="12"/>
                    <a:pt x="23" y="12"/>
                    <a:pt x="24" y="12"/>
                  </a:cubicBezTo>
                  <a:cubicBezTo>
                    <a:pt x="25" y="11"/>
                    <a:pt x="26" y="10"/>
                    <a:pt x="27" y="10"/>
                  </a:cubicBezTo>
                  <a:cubicBezTo>
                    <a:pt x="28" y="10"/>
                    <a:pt x="28" y="10"/>
                    <a:pt x="29" y="9"/>
                  </a:cubicBezTo>
                  <a:cubicBezTo>
                    <a:pt x="30" y="9"/>
                    <a:pt x="31" y="8"/>
                    <a:pt x="32" y="8"/>
                  </a:cubicBezTo>
                  <a:cubicBezTo>
                    <a:pt x="33" y="7"/>
                    <a:pt x="33" y="7"/>
                    <a:pt x="34" y="7"/>
                  </a:cubicBezTo>
                  <a:cubicBezTo>
                    <a:pt x="34" y="7"/>
                    <a:pt x="35" y="7"/>
                    <a:pt x="35" y="6"/>
                  </a:cubicBezTo>
                  <a:cubicBezTo>
                    <a:pt x="37" y="6"/>
                    <a:pt x="38" y="5"/>
                    <a:pt x="40" y="4"/>
                  </a:cubicBezTo>
                  <a:cubicBezTo>
                    <a:pt x="41" y="3"/>
                    <a:pt x="43" y="3"/>
                    <a:pt x="45" y="3"/>
                  </a:cubicBezTo>
                  <a:cubicBezTo>
                    <a:pt x="45" y="2"/>
                    <a:pt x="47" y="2"/>
                    <a:pt x="48" y="2"/>
                  </a:cubicBezTo>
                  <a:cubicBezTo>
                    <a:pt x="48" y="2"/>
                    <a:pt x="49" y="2"/>
                    <a:pt x="49" y="1"/>
                  </a:cubicBezTo>
                  <a:cubicBezTo>
                    <a:pt x="50" y="1"/>
                    <a:pt x="51" y="1"/>
                    <a:pt x="51" y="1"/>
                  </a:cubicBezTo>
                  <a:cubicBezTo>
                    <a:pt x="52" y="1"/>
                    <a:pt x="52" y="1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53" y="0"/>
                    <a:pt x="53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Freeform 15"/>
            <p:cNvSpPr>
              <a:spLocks noEditPoints="1"/>
            </p:cNvSpPr>
            <p:nvPr/>
          </p:nvSpPr>
          <p:spPr bwMode="auto">
            <a:xfrm>
              <a:off x="4862513" y="3144838"/>
              <a:ext cx="236538" cy="306388"/>
            </a:xfrm>
            <a:custGeom>
              <a:avLst/>
              <a:gdLst>
                <a:gd name="T0" fmla="*/ 32 w 87"/>
                <a:gd name="T1" fmla="*/ 24 h 112"/>
                <a:gd name="T2" fmla="*/ 38 w 87"/>
                <a:gd name="T3" fmla="*/ 36 h 112"/>
                <a:gd name="T4" fmla="*/ 46 w 87"/>
                <a:gd name="T5" fmla="*/ 46 h 112"/>
                <a:gd name="T6" fmla="*/ 56 w 87"/>
                <a:gd name="T7" fmla="*/ 56 h 112"/>
                <a:gd name="T8" fmla="*/ 63 w 87"/>
                <a:gd name="T9" fmla="*/ 65 h 112"/>
                <a:gd name="T10" fmla="*/ 69 w 87"/>
                <a:gd name="T11" fmla="*/ 68 h 112"/>
                <a:gd name="T12" fmla="*/ 74 w 87"/>
                <a:gd name="T13" fmla="*/ 56 h 112"/>
                <a:gd name="T14" fmla="*/ 80 w 87"/>
                <a:gd name="T15" fmla="*/ 56 h 112"/>
                <a:gd name="T16" fmla="*/ 73 w 87"/>
                <a:gd name="T17" fmla="*/ 48 h 112"/>
                <a:gd name="T18" fmla="*/ 64 w 87"/>
                <a:gd name="T19" fmla="*/ 41 h 112"/>
                <a:gd name="T20" fmla="*/ 51 w 87"/>
                <a:gd name="T21" fmla="*/ 29 h 112"/>
                <a:gd name="T22" fmla="*/ 41 w 87"/>
                <a:gd name="T23" fmla="*/ 19 h 112"/>
                <a:gd name="T24" fmla="*/ 14 w 87"/>
                <a:gd name="T25" fmla="*/ 49 h 112"/>
                <a:gd name="T26" fmla="*/ 18 w 87"/>
                <a:gd name="T27" fmla="*/ 65 h 112"/>
                <a:gd name="T28" fmla="*/ 29 w 87"/>
                <a:gd name="T29" fmla="*/ 68 h 112"/>
                <a:gd name="T30" fmla="*/ 30 w 87"/>
                <a:gd name="T31" fmla="*/ 62 h 112"/>
                <a:gd name="T32" fmla="*/ 30 w 87"/>
                <a:gd name="T33" fmla="*/ 51 h 112"/>
                <a:gd name="T34" fmla="*/ 28 w 87"/>
                <a:gd name="T35" fmla="*/ 37 h 112"/>
                <a:gd name="T36" fmla="*/ 21 w 87"/>
                <a:gd name="T37" fmla="*/ 40 h 112"/>
                <a:gd name="T38" fmla="*/ 22 w 87"/>
                <a:gd name="T39" fmla="*/ 55 h 112"/>
                <a:gd name="T40" fmla="*/ 16 w 87"/>
                <a:gd name="T41" fmla="*/ 46 h 112"/>
                <a:gd name="T42" fmla="*/ 13 w 87"/>
                <a:gd name="T43" fmla="*/ 42 h 112"/>
                <a:gd name="T44" fmla="*/ 4 w 87"/>
                <a:gd name="T45" fmla="*/ 6 h 112"/>
                <a:gd name="T46" fmla="*/ 13 w 87"/>
                <a:gd name="T47" fmla="*/ 7 h 112"/>
                <a:gd name="T48" fmla="*/ 11 w 87"/>
                <a:gd name="T49" fmla="*/ 23 h 112"/>
                <a:gd name="T50" fmla="*/ 15 w 87"/>
                <a:gd name="T51" fmla="*/ 27 h 112"/>
                <a:gd name="T52" fmla="*/ 24 w 87"/>
                <a:gd name="T53" fmla="*/ 25 h 112"/>
                <a:gd name="T54" fmla="*/ 30 w 87"/>
                <a:gd name="T55" fmla="*/ 18 h 112"/>
                <a:gd name="T56" fmla="*/ 40 w 87"/>
                <a:gd name="T57" fmla="*/ 12 h 112"/>
                <a:gd name="T58" fmla="*/ 51 w 87"/>
                <a:gd name="T59" fmla="*/ 22 h 112"/>
                <a:gd name="T60" fmla="*/ 66 w 87"/>
                <a:gd name="T61" fmla="*/ 33 h 112"/>
                <a:gd name="T62" fmla="*/ 80 w 87"/>
                <a:gd name="T63" fmla="*/ 44 h 112"/>
                <a:gd name="T64" fmla="*/ 87 w 87"/>
                <a:gd name="T65" fmla="*/ 56 h 112"/>
                <a:gd name="T66" fmla="*/ 78 w 87"/>
                <a:gd name="T67" fmla="*/ 70 h 112"/>
                <a:gd name="T68" fmla="*/ 81 w 87"/>
                <a:gd name="T69" fmla="*/ 87 h 112"/>
                <a:gd name="T70" fmla="*/ 71 w 87"/>
                <a:gd name="T71" fmla="*/ 93 h 112"/>
                <a:gd name="T72" fmla="*/ 62 w 87"/>
                <a:gd name="T73" fmla="*/ 77 h 112"/>
                <a:gd name="T74" fmla="*/ 55 w 87"/>
                <a:gd name="T75" fmla="*/ 68 h 112"/>
                <a:gd name="T76" fmla="*/ 44 w 87"/>
                <a:gd name="T77" fmla="*/ 54 h 112"/>
                <a:gd name="T78" fmla="*/ 37 w 87"/>
                <a:gd name="T79" fmla="*/ 46 h 112"/>
                <a:gd name="T80" fmla="*/ 40 w 87"/>
                <a:gd name="T81" fmla="*/ 59 h 112"/>
                <a:gd name="T82" fmla="*/ 48 w 87"/>
                <a:gd name="T83" fmla="*/ 73 h 112"/>
                <a:gd name="T84" fmla="*/ 52 w 87"/>
                <a:gd name="T85" fmla="*/ 85 h 112"/>
                <a:gd name="T86" fmla="*/ 52 w 87"/>
                <a:gd name="T87" fmla="*/ 94 h 112"/>
                <a:gd name="T88" fmla="*/ 62 w 87"/>
                <a:gd name="T89" fmla="*/ 100 h 112"/>
                <a:gd name="T90" fmla="*/ 64 w 87"/>
                <a:gd name="T91" fmla="*/ 109 h 112"/>
                <a:gd name="T92" fmla="*/ 49 w 87"/>
                <a:gd name="T93" fmla="*/ 112 h 112"/>
                <a:gd name="T94" fmla="*/ 38 w 87"/>
                <a:gd name="T95" fmla="*/ 106 h 112"/>
                <a:gd name="T96" fmla="*/ 42 w 87"/>
                <a:gd name="T97" fmla="*/ 95 h 112"/>
                <a:gd name="T98" fmla="*/ 29 w 87"/>
                <a:gd name="T99" fmla="*/ 78 h 112"/>
                <a:gd name="T100" fmla="*/ 13 w 87"/>
                <a:gd name="T101" fmla="*/ 71 h 112"/>
                <a:gd name="T102" fmla="*/ 3 w 87"/>
                <a:gd name="T103" fmla="*/ 76 h 112"/>
                <a:gd name="T104" fmla="*/ 1 w 87"/>
                <a:gd name="T105" fmla="*/ 61 h 112"/>
                <a:gd name="T106" fmla="*/ 0 w 87"/>
                <a:gd name="T107" fmla="*/ 53 h 112"/>
                <a:gd name="T108" fmla="*/ 0 w 87"/>
                <a:gd name="T109" fmla="*/ 43 h 112"/>
                <a:gd name="T110" fmla="*/ 0 w 87"/>
                <a:gd name="T111" fmla="*/ 31 h 112"/>
                <a:gd name="T112" fmla="*/ 2 w 87"/>
                <a:gd name="T113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87" h="112">
                  <a:moveTo>
                    <a:pt x="33" y="15"/>
                  </a:moveTo>
                  <a:cubicBezTo>
                    <a:pt x="33" y="16"/>
                    <a:pt x="33" y="16"/>
                    <a:pt x="33" y="17"/>
                  </a:cubicBezTo>
                  <a:cubicBezTo>
                    <a:pt x="33" y="17"/>
                    <a:pt x="33" y="17"/>
                    <a:pt x="33" y="18"/>
                  </a:cubicBezTo>
                  <a:cubicBezTo>
                    <a:pt x="32" y="18"/>
                    <a:pt x="32" y="19"/>
                    <a:pt x="32" y="19"/>
                  </a:cubicBezTo>
                  <a:cubicBezTo>
                    <a:pt x="32" y="20"/>
                    <a:pt x="32" y="20"/>
                    <a:pt x="32" y="20"/>
                  </a:cubicBezTo>
                  <a:cubicBezTo>
                    <a:pt x="32" y="21"/>
                    <a:pt x="32" y="21"/>
                    <a:pt x="32" y="21"/>
                  </a:cubicBezTo>
                  <a:cubicBezTo>
                    <a:pt x="32" y="22"/>
                    <a:pt x="32" y="22"/>
                    <a:pt x="32" y="22"/>
                  </a:cubicBezTo>
                  <a:cubicBezTo>
                    <a:pt x="32" y="23"/>
                    <a:pt x="32" y="23"/>
                    <a:pt x="32" y="24"/>
                  </a:cubicBezTo>
                  <a:cubicBezTo>
                    <a:pt x="32" y="24"/>
                    <a:pt x="32" y="25"/>
                    <a:pt x="32" y="25"/>
                  </a:cubicBezTo>
                  <a:cubicBezTo>
                    <a:pt x="32" y="26"/>
                    <a:pt x="32" y="27"/>
                    <a:pt x="32" y="27"/>
                  </a:cubicBezTo>
                  <a:cubicBezTo>
                    <a:pt x="32" y="28"/>
                    <a:pt x="33" y="28"/>
                    <a:pt x="33" y="29"/>
                  </a:cubicBezTo>
                  <a:cubicBezTo>
                    <a:pt x="33" y="29"/>
                    <a:pt x="33" y="30"/>
                    <a:pt x="33" y="31"/>
                  </a:cubicBezTo>
                  <a:cubicBezTo>
                    <a:pt x="33" y="32"/>
                    <a:pt x="34" y="33"/>
                    <a:pt x="34" y="34"/>
                  </a:cubicBezTo>
                  <a:cubicBezTo>
                    <a:pt x="35" y="34"/>
                    <a:pt x="35" y="35"/>
                    <a:pt x="35" y="35"/>
                  </a:cubicBezTo>
                  <a:cubicBezTo>
                    <a:pt x="36" y="35"/>
                    <a:pt x="36" y="36"/>
                    <a:pt x="37" y="36"/>
                  </a:cubicBezTo>
                  <a:cubicBezTo>
                    <a:pt x="37" y="36"/>
                    <a:pt x="37" y="36"/>
                    <a:pt x="38" y="36"/>
                  </a:cubicBezTo>
                  <a:cubicBezTo>
                    <a:pt x="38" y="37"/>
                    <a:pt x="39" y="38"/>
                    <a:pt x="39" y="38"/>
                  </a:cubicBezTo>
                  <a:cubicBezTo>
                    <a:pt x="39" y="38"/>
                    <a:pt x="39" y="38"/>
                    <a:pt x="39" y="38"/>
                  </a:cubicBezTo>
                  <a:cubicBezTo>
                    <a:pt x="40" y="39"/>
                    <a:pt x="40" y="40"/>
                    <a:pt x="41" y="40"/>
                  </a:cubicBezTo>
                  <a:cubicBezTo>
                    <a:pt x="41" y="41"/>
                    <a:pt x="42" y="41"/>
                    <a:pt x="42" y="41"/>
                  </a:cubicBezTo>
                  <a:cubicBezTo>
                    <a:pt x="42" y="42"/>
                    <a:pt x="43" y="42"/>
                    <a:pt x="43" y="43"/>
                  </a:cubicBezTo>
                  <a:cubicBezTo>
                    <a:pt x="43" y="43"/>
                    <a:pt x="43" y="43"/>
                    <a:pt x="44" y="43"/>
                  </a:cubicBezTo>
                  <a:cubicBezTo>
                    <a:pt x="44" y="44"/>
                    <a:pt x="45" y="44"/>
                    <a:pt x="45" y="45"/>
                  </a:cubicBezTo>
                  <a:cubicBezTo>
                    <a:pt x="46" y="45"/>
                    <a:pt x="46" y="45"/>
                    <a:pt x="46" y="46"/>
                  </a:cubicBezTo>
                  <a:cubicBezTo>
                    <a:pt x="46" y="46"/>
                    <a:pt x="47" y="46"/>
                    <a:pt x="47" y="46"/>
                  </a:cubicBezTo>
                  <a:cubicBezTo>
                    <a:pt x="48" y="47"/>
                    <a:pt x="47" y="48"/>
                    <a:pt x="49" y="48"/>
                  </a:cubicBezTo>
                  <a:cubicBezTo>
                    <a:pt x="49" y="49"/>
                    <a:pt x="50" y="51"/>
                    <a:pt x="51" y="51"/>
                  </a:cubicBezTo>
                  <a:cubicBezTo>
                    <a:pt x="52" y="51"/>
                    <a:pt x="52" y="52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3" y="53"/>
                    <a:pt x="53" y="53"/>
                    <a:pt x="54" y="54"/>
                  </a:cubicBezTo>
                  <a:cubicBezTo>
                    <a:pt x="54" y="54"/>
                    <a:pt x="54" y="55"/>
                    <a:pt x="54" y="55"/>
                  </a:cubicBezTo>
                  <a:cubicBezTo>
                    <a:pt x="55" y="56"/>
                    <a:pt x="55" y="56"/>
                    <a:pt x="56" y="56"/>
                  </a:cubicBezTo>
                  <a:cubicBezTo>
                    <a:pt x="56" y="57"/>
                    <a:pt x="56" y="57"/>
                    <a:pt x="57" y="57"/>
                  </a:cubicBezTo>
                  <a:cubicBezTo>
                    <a:pt x="57" y="58"/>
                    <a:pt x="57" y="58"/>
                    <a:pt x="58" y="58"/>
                  </a:cubicBezTo>
                  <a:cubicBezTo>
                    <a:pt x="58" y="59"/>
                    <a:pt x="58" y="59"/>
                    <a:pt x="59" y="59"/>
                  </a:cubicBezTo>
                  <a:cubicBezTo>
                    <a:pt x="59" y="60"/>
                    <a:pt x="59" y="60"/>
                    <a:pt x="59" y="60"/>
                  </a:cubicBezTo>
                  <a:cubicBezTo>
                    <a:pt x="60" y="60"/>
                    <a:pt x="60" y="61"/>
                    <a:pt x="60" y="61"/>
                  </a:cubicBezTo>
                  <a:cubicBezTo>
                    <a:pt x="61" y="62"/>
                    <a:pt x="61" y="62"/>
                    <a:pt x="61" y="62"/>
                  </a:cubicBezTo>
                  <a:cubicBezTo>
                    <a:pt x="61" y="63"/>
                    <a:pt x="62" y="63"/>
                    <a:pt x="62" y="63"/>
                  </a:cubicBezTo>
                  <a:cubicBezTo>
                    <a:pt x="62" y="64"/>
                    <a:pt x="62" y="64"/>
                    <a:pt x="63" y="65"/>
                  </a:cubicBezTo>
                  <a:cubicBezTo>
                    <a:pt x="63" y="65"/>
                    <a:pt x="63" y="65"/>
                    <a:pt x="64" y="66"/>
                  </a:cubicBezTo>
                  <a:cubicBezTo>
                    <a:pt x="64" y="66"/>
                    <a:pt x="64" y="66"/>
                    <a:pt x="65" y="67"/>
                  </a:cubicBezTo>
                  <a:cubicBezTo>
                    <a:pt x="65" y="67"/>
                    <a:pt x="66" y="68"/>
                    <a:pt x="66" y="68"/>
                  </a:cubicBezTo>
                  <a:cubicBezTo>
                    <a:pt x="66" y="69"/>
                    <a:pt x="66" y="70"/>
                    <a:pt x="67" y="70"/>
                  </a:cubicBezTo>
                  <a:cubicBezTo>
                    <a:pt x="67" y="70"/>
                    <a:pt x="67" y="70"/>
                    <a:pt x="67" y="70"/>
                  </a:cubicBezTo>
                  <a:cubicBezTo>
                    <a:pt x="67" y="70"/>
                    <a:pt x="68" y="70"/>
                    <a:pt x="68" y="70"/>
                  </a:cubicBezTo>
                  <a:cubicBezTo>
                    <a:pt x="68" y="70"/>
                    <a:pt x="68" y="70"/>
                    <a:pt x="68" y="69"/>
                  </a:cubicBezTo>
                  <a:cubicBezTo>
                    <a:pt x="68" y="69"/>
                    <a:pt x="69" y="68"/>
                    <a:pt x="69" y="68"/>
                  </a:cubicBezTo>
                  <a:cubicBezTo>
                    <a:pt x="69" y="67"/>
                    <a:pt x="68" y="67"/>
                    <a:pt x="68" y="66"/>
                  </a:cubicBezTo>
                  <a:cubicBezTo>
                    <a:pt x="68" y="66"/>
                    <a:pt x="68" y="66"/>
                    <a:pt x="68" y="65"/>
                  </a:cubicBezTo>
                  <a:cubicBezTo>
                    <a:pt x="68" y="65"/>
                    <a:pt x="68" y="64"/>
                    <a:pt x="68" y="63"/>
                  </a:cubicBezTo>
                  <a:cubicBezTo>
                    <a:pt x="67" y="62"/>
                    <a:pt x="67" y="61"/>
                    <a:pt x="67" y="60"/>
                  </a:cubicBezTo>
                  <a:cubicBezTo>
                    <a:pt x="68" y="60"/>
                    <a:pt x="69" y="59"/>
                    <a:pt x="70" y="58"/>
                  </a:cubicBezTo>
                  <a:cubicBezTo>
                    <a:pt x="70" y="57"/>
                    <a:pt x="71" y="56"/>
                    <a:pt x="72" y="56"/>
                  </a:cubicBezTo>
                  <a:cubicBezTo>
                    <a:pt x="72" y="56"/>
                    <a:pt x="72" y="56"/>
                    <a:pt x="73" y="56"/>
                  </a:cubicBezTo>
                  <a:cubicBezTo>
                    <a:pt x="73" y="56"/>
                    <a:pt x="74" y="55"/>
                    <a:pt x="74" y="56"/>
                  </a:cubicBezTo>
                  <a:cubicBezTo>
                    <a:pt x="75" y="56"/>
                    <a:pt x="75" y="57"/>
                    <a:pt x="75" y="57"/>
                  </a:cubicBezTo>
                  <a:cubicBezTo>
                    <a:pt x="76" y="58"/>
                    <a:pt x="76" y="59"/>
                    <a:pt x="76" y="60"/>
                  </a:cubicBezTo>
                  <a:cubicBezTo>
                    <a:pt x="76" y="60"/>
                    <a:pt x="76" y="60"/>
                    <a:pt x="76" y="60"/>
                  </a:cubicBezTo>
                  <a:cubicBezTo>
                    <a:pt x="77" y="60"/>
                    <a:pt x="78" y="60"/>
                    <a:pt x="78" y="59"/>
                  </a:cubicBezTo>
                  <a:cubicBezTo>
                    <a:pt x="79" y="59"/>
                    <a:pt x="79" y="58"/>
                    <a:pt x="79" y="58"/>
                  </a:cubicBezTo>
                  <a:cubicBezTo>
                    <a:pt x="79" y="58"/>
                    <a:pt x="79" y="57"/>
                    <a:pt x="79" y="57"/>
                  </a:cubicBezTo>
                  <a:cubicBezTo>
                    <a:pt x="79" y="57"/>
                    <a:pt x="79" y="57"/>
                    <a:pt x="79" y="57"/>
                  </a:cubicBezTo>
                  <a:cubicBezTo>
                    <a:pt x="79" y="57"/>
                    <a:pt x="79" y="57"/>
                    <a:pt x="80" y="56"/>
                  </a:cubicBezTo>
                  <a:cubicBezTo>
                    <a:pt x="79" y="56"/>
                    <a:pt x="80" y="56"/>
                    <a:pt x="80" y="55"/>
                  </a:cubicBezTo>
                  <a:cubicBezTo>
                    <a:pt x="80" y="55"/>
                    <a:pt x="80" y="55"/>
                    <a:pt x="80" y="55"/>
                  </a:cubicBezTo>
                  <a:cubicBezTo>
                    <a:pt x="80" y="55"/>
                    <a:pt x="79" y="54"/>
                    <a:pt x="79" y="53"/>
                  </a:cubicBezTo>
                  <a:cubicBezTo>
                    <a:pt x="78" y="53"/>
                    <a:pt x="78" y="52"/>
                    <a:pt x="78" y="52"/>
                  </a:cubicBezTo>
                  <a:cubicBezTo>
                    <a:pt x="78" y="52"/>
                    <a:pt x="77" y="51"/>
                    <a:pt x="77" y="51"/>
                  </a:cubicBezTo>
                  <a:cubicBezTo>
                    <a:pt x="77" y="51"/>
                    <a:pt x="76" y="50"/>
                    <a:pt x="76" y="50"/>
                  </a:cubicBezTo>
                  <a:cubicBezTo>
                    <a:pt x="76" y="50"/>
                    <a:pt x="75" y="50"/>
                    <a:pt x="75" y="50"/>
                  </a:cubicBezTo>
                  <a:cubicBezTo>
                    <a:pt x="75" y="49"/>
                    <a:pt x="74" y="49"/>
                    <a:pt x="73" y="48"/>
                  </a:cubicBezTo>
                  <a:cubicBezTo>
                    <a:pt x="73" y="48"/>
                    <a:pt x="73" y="47"/>
                    <a:pt x="72" y="47"/>
                  </a:cubicBezTo>
                  <a:cubicBezTo>
                    <a:pt x="72" y="47"/>
                    <a:pt x="71" y="47"/>
                    <a:pt x="71" y="46"/>
                  </a:cubicBezTo>
                  <a:cubicBezTo>
                    <a:pt x="70" y="46"/>
                    <a:pt x="70" y="45"/>
                    <a:pt x="70" y="45"/>
                  </a:cubicBezTo>
                  <a:cubicBezTo>
                    <a:pt x="70" y="45"/>
                    <a:pt x="70" y="45"/>
                    <a:pt x="70" y="44"/>
                  </a:cubicBezTo>
                  <a:cubicBezTo>
                    <a:pt x="69" y="44"/>
                    <a:pt x="69" y="44"/>
                    <a:pt x="68" y="43"/>
                  </a:cubicBezTo>
                  <a:cubicBezTo>
                    <a:pt x="68" y="43"/>
                    <a:pt x="67" y="43"/>
                    <a:pt x="66" y="43"/>
                  </a:cubicBezTo>
                  <a:cubicBezTo>
                    <a:pt x="66" y="42"/>
                    <a:pt x="65" y="42"/>
                    <a:pt x="65" y="41"/>
                  </a:cubicBezTo>
                  <a:cubicBezTo>
                    <a:pt x="64" y="41"/>
                    <a:pt x="64" y="41"/>
                    <a:pt x="64" y="41"/>
                  </a:cubicBezTo>
                  <a:cubicBezTo>
                    <a:pt x="63" y="40"/>
                    <a:pt x="62" y="39"/>
                    <a:pt x="61" y="38"/>
                  </a:cubicBezTo>
                  <a:cubicBezTo>
                    <a:pt x="61" y="38"/>
                    <a:pt x="60" y="37"/>
                    <a:pt x="60" y="37"/>
                  </a:cubicBezTo>
                  <a:cubicBezTo>
                    <a:pt x="59" y="36"/>
                    <a:pt x="57" y="36"/>
                    <a:pt x="57" y="35"/>
                  </a:cubicBezTo>
                  <a:cubicBezTo>
                    <a:pt x="56" y="34"/>
                    <a:pt x="56" y="34"/>
                    <a:pt x="56" y="34"/>
                  </a:cubicBezTo>
                  <a:cubicBezTo>
                    <a:pt x="55" y="33"/>
                    <a:pt x="55" y="33"/>
                    <a:pt x="54" y="32"/>
                  </a:cubicBezTo>
                  <a:cubicBezTo>
                    <a:pt x="54" y="32"/>
                    <a:pt x="53" y="32"/>
                    <a:pt x="53" y="32"/>
                  </a:cubicBezTo>
                  <a:cubicBezTo>
                    <a:pt x="53" y="31"/>
                    <a:pt x="53" y="31"/>
                    <a:pt x="52" y="31"/>
                  </a:cubicBezTo>
                  <a:cubicBezTo>
                    <a:pt x="52" y="30"/>
                    <a:pt x="51" y="30"/>
                    <a:pt x="51" y="29"/>
                  </a:cubicBezTo>
                  <a:cubicBezTo>
                    <a:pt x="50" y="29"/>
                    <a:pt x="49" y="27"/>
                    <a:pt x="48" y="27"/>
                  </a:cubicBezTo>
                  <a:cubicBezTo>
                    <a:pt x="48" y="27"/>
                    <a:pt x="48" y="27"/>
                    <a:pt x="48" y="27"/>
                  </a:cubicBezTo>
                  <a:cubicBezTo>
                    <a:pt x="47" y="26"/>
                    <a:pt x="47" y="26"/>
                    <a:pt x="47" y="25"/>
                  </a:cubicBezTo>
                  <a:cubicBezTo>
                    <a:pt x="46" y="25"/>
                    <a:pt x="46" y="25"/>
                    <a:pt x="46" y="24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4" y="23"/>
                    <a:pt x="43" y="22"/>
                    <a:pt x="42" y="21"/>
                  </a:cubicBezTo>
                  <a:cubicBezTo>
                    <a:pt x="42" y="21"/>
                    <a:pt x="42" y="21"/>
                    <a:pt x="42" y="20"/>
                  </a:cubicBezTo>
                  <a:cubicBezTo>
                    <a:pt x="41" y="20"/>
                    <a:pt x="41" y="20"/>
                    <a:pt x="41" y="19"/>
                  </a:cubicBezTo>
                  <a:cubicBezTo>
                    <a:pt x="41" y="19"/>
                    <a:pt x="41" y="19"/>
                    <a:pt x="40" y="19"/>
                  </a:cubicBezTo>
                  <a:cubicBezTo>
                    <a:pt x="40" y="19"/>
                    <a:pt x="37" y="16"/>
                    <a:pt x="36" y="15"/>
                  </a:cubicBezTo>
                  <a:cubicBezTo>
                    <a:pt x="36" y="15"/>
                    <a:pt x="35" y="15"/>
                    <a:pt x="34" y="15"/>
                  </a:cubicBezTo>
                  <a:cubicBezTo>
                    <a:pt x="34" y="15"/>
                    <a:pt x="33" y="15"/>
                    <a:pt x="33" y="15"/>
                  </a:cubicBezTo>
                  <a:close/>
                  <a:moveTo>
                    <a:pt x="13" y="45"/>
                  </a:moveTo>
                  <a:cubicBezTo>
                    <a:pt x="13" y="46"/>
                    <a:pt x="13" y="46"/>
                    <a:pt x="13" y="47"/>
                  </a:cubicBezTo>
                  <a:cubicBezTo>
                    <a:pt x="13" y="47"/>
                    <a:pt x="13" y="47"/>
                    <a:pt x="13" y="48"/>
                  </a:cubicBezTo>
                  <a:cubicBezTo>
                    <a:pt x="14" y="48"/>
                    <a:pt x="14" y="49"/>
                    <a:pt x="14" y="49"/>
                  </a:cubicBezTo>
                  <a:cubicBezTo>
                    <a:pt x="14" y="50"/>
                    <a:pt x="14" y="50"/>
                    <a:pt x="14" y="50"/>
                  </a:cubicBezTo>
                  <a:cubicBezTo>
                    <a:pt x="14" y="51"/>
                    <a:pt x="14" y="52"/>
                    <a:pt x="14" y="52"/>
                  </a:cubicBezTo>
                  <a:cubicBezTo>
                    <a:pt x="14" y="54"/>
                    <a:pt x="14" y="55"/>
                    <a:pt x="13" y="57"/>
                  </a:cubicBezTo>
                  <a:cubicBezTo>
                    <a:pt x="13" y="58"/>
                    <a:pt x="14" y="58"/>
                    <a:pt x="14" y="59"/>
                  </a:cubicBezTo>
                  <a:cubicBezTo>
                    <a:pt x="13" y="60"/>
                    <a:pt x="13" y="61"/>
                    <a:pt x="14" y="62"/>
                  </a:cubicBezTo>
                  <a:cubicBezTo>
                    <a:pt x="14" y="63"/>
                    <a:pt x="16" y="63"/>
                    <a:pt x="16" y="63"/>
                  </a:cubicBezTo>
                  <a:cubicBezTo>
                    <a:pt x="17" y="64"/>
                    <a:pt x="17" y="64"/>
                    <a:pt x="17" y="64"/>
                  </a:cubicBezTo>
                  <a:cubicBezTo>
                    <a:pt x="18" y="64"/>
                    <a:pt x="18" y="65"/>
                    <a:pt x="18" y="65"/>
                  </a:cubicBezTo>
                  <a:cubicBezTo>
                    <a:pt x="19" y="65"/>
                    <a:pt x="21" y="66"/>
                    <a:pt x="22" y="66"/>
                  </a:cubicBezTo>
                  <a:cubicBezTo>
                    <a:pt x="22" y="66"/>
                    <a:pt x="22" y="66"/>
                    <a:pt x="22" y="66"/>
                  </a:cubicBezTo>
                  <a:cubicBezTo>
                    <a:pt x="22" y="66"/>
                    <a:pt x="23" y="66"/>
                    <a:pt x="23" y="66"/>
                  </a:cubicBezTo>
                  <a:cubicBezTo>
                    <a:pt x="23" y="66"/>
                    <a:pt x="24" y="66"/>
                    <a:pt x="24" y="66"/>
                  </a:cubicBezTo>
                  <a:cubicBezTo>
                    <a:pt x="24" y="66"/>
                    <a:pt x="25" y="67"/>
                    <a:pt x="25" y="67"/>
                  </a:cubicBezTo>
                  <a:cubicBezTo>
                    <a:pt x="25" y="67"/>
                    <a:pt x="26" y="67"/>
                    <a:pt x="26" y="67"/>
                  </a:cubicBezTo>
                  <a:cubicBezTo>
                    <a:pt x="27" y="67"/>
                    <a:pt x="27" y="67"/>
                    <a:pt x="28" y="67"/>
                  </a:cubicBezTo>
                  <a:cubicBezTo>
                    <a:pt x="28" y="67"/>
                    <a:pt x="29" y="67"/>
                    <a:pt x="29" y="68"/>
                  </a:cubicBezTo>
                  <a:cubicBezTo>
                    <a:pt x="29" y="68"/>
                    <a:pt x="30" y="68"/>
                    <a:pt x="30" y="68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7"/>
                    <a:pt x="30" y="67"/>
                  </a:cubicBezTo>
                  <a:cubicBezTo>
                    <a:pt x="30" y="67"/>
                    <a:pt x="30" y="66"/>
                    <a:pt x="30" y="65"/>
                  </a:cubicBezTo>
                  <a:cubicBezTo>
                    <a:pt x="30" y="65"/>
                    <a:pt x="30" y="65"/>
                    <a:pt x="30" y="65"/>
                  </a:cubicBezTo>
                  <a:cubicBezTo>
                    <a:pt x="30" y="64"/>
                    <a:pt x="30" y="64"/>
                    <a:pt x="30" y="63"/>
                  </a:cubicBezTo>
                  <a:cubicBezTo>
                    <a:pt x="30" y="63"/>
                    <a:pt x="30" y="62"/>
                    <a:pt x="30" y="62"/>
                  </a:cubicBezTo>
                  <a:cubicBezTo>
                    <a:pt x="30" y="62"/>
                    <a:pt x="30" y="62"/>
                    <a:pt x="30" y="62"/>
                  </a:cubicBezTo>
                  <a:cubicBezTo>
                    <a:pt x="30" y="61"/>
                    <a:pt x="29" y="60"/>
                    <a:pt x="29" y="59"/>
                  </a:cubicBezTo>
                  <a:cubicBezTo>
                    <a:pt x="29" y="58"/>
                    <a:pt x="29" y="58"/>
                    <a:pt x="29" y="57"/>
                  </a:cubicBezTo>
                  <a:cubicBezTo>
                    <a:pt x="29" y="57"/>
                    <a:pt x="29" y="56"/>
                    <a:pt x="29" y="56"/>
                  </a:cubicBezTo>
                  <a:cubicBezTo>
                    <a:pt x="29" y="56"/>
                    <a:pt x="29" y="56"/>
                    <a:pt x="29" y="56"/>
                  </a:cubicBezTo>
                  <a:cubicBezTo>
                    <a:pt x="29" y="56"/>
                    <a:pt x="30" y="56"/>
                    <a:pt x="30" y="56"/>
                  </a:cubicBezTo>
                  <a:cubicBezTo>
                    <a:pt x="29" y="56"/>
                    <a:pt x="29" y="55"/>
                    <a:pt x="30" y="55"/>
                  </a:cubicBezTo>
                  <a:cubicBezTo>
                    <a:pt x="29" y="53"/>
                    <a:pt x="29" y="52"/>
                    <a:pt x="30" y="51"/>
                  </a:cubicBezTo>
                  <a:cubicBezTo>
                    <a:pt x="30" y="51"/>
                    <a:pt x="30" y="51"/>
                    <a:pt x="29" y="51"/>
                  </a:cubicBezTo>
                  <a:cubicBezTo>
                    <a:pt x="29" y="50"/>
                    <a:pt x="29" y="48"/>
                    <a:pt x="29" y="47"/>
                  </a:cubicBezTo>
                  <a:cubicBezTo>
                    <a:pt x="29" y="47"/>
                    <a:pt x="29" y="46"/>
                    <a:pt x="29" y="46"/>
                  </a:cubicBezTo>
                  <a:cubicBezTo>
                    <a:pt x="29" y="45"/>
                    <a:pt x="30" y="42"/>
                    <a:pt x="29" y="42"/>
                  </a:cubicBezTo>
                  <a:cubicBezTo>
                    <a:pt x="29" y="41"/>
                    <a:pt x="29" y="40"/>
                    <a:pt x="30" y="39"/>
                  </a:cubicBezTo>
                  <a:cubicBezTo>
                    <a:pt x="29" y="39"/>
                    <a:pt x="29" y="38"/>
                    <a:pt x="28" y="3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28" y="37"/>
                    <a:pt x="28" y="37"/>
                    <a:pt x="28" y="37"/>
                  </a:cubicBezTo>
                  <a:cubicBezTo>
                    <a:pt x="27" y="36"/>
                    <a:pt x="25" y="34"/>
                    <a:pt x="25" y="34"/>
                  </a:cubicBezTo>
                  <a:cubicBezTo>
                    <a:pt x="25" y="34"/>
                    <a:pt x="25" y="34"/>
                    <a:pt x="24" y="34"/>
                  </a:cubicBezTo>
                  <a:cubicBezTo>
                    <a:pt x="24" y="33"/>
                    <a:pt x="23" y="33"/>
                    <a:pt x="23" y="33"/>
                  </a:cubicBezTo>
                  <a:cubicBezTo>
                    <a:pt x="22" y="33"/>
                    <a:pt x="21" y="32"/>
                    <a:pt x="21" y="33"/>
                  </a:cubicBezTo>
                  <a:cubicBezTo>
                    <a:pt x="21" y="33"/>
                    <a:pt x="21" y="34"/>
                    <a:pt x="21" y="34"/>
                  </a:cubicBezTo>
                  <a:cubicBezTo>
                    <a:pt x="20" y="36"/>
                    <a:pt x="21" y="36"/>
                    <a:pt x="21" y="37"/>
                  </a:cubicBezTo>
                  <a:cubicBezTo>
                    <a:pt x="21" y="38"/>
                    <a:pt x="20" y="38"/>
                    <a:pt x="20" y="39"/>
                  </a:cubicBezTo>
                  <a:cubicBezTo>
                    <a:pt x="20" y="40"/>
                    <a:pt x="21" y="40"/>
                    <a:pt x="21" y="40"/>
                  </a:cubicBezTo>
                  <a:cubicBezTo>
                    <a:pt x="21" y="41"/>
                    <a:pt x="21" y="42"/>
                    <a:pt x="21" y="42"/>
                  </a:cubicBezTo>
                  <a:cubicBezTo>
                    <a:pt x="21" y="44"/>
                    <a:pt x="21" y="45"/>
                    <a:pt x="21" y="46"/>
                  </a:cubicBezTo>
                  <a:cubicBezTo>
                    <a:pt x="21" y="47"/>
                    <a:pt x="21" y="47"/>
                    <a:pt x="22" y="48"/>
                  </a:cubicBezTo>
                  <a:cubicBezTo>
                    <a:pt x="22" y="48"/>
                    <a:pt x="22" y="49"/>
                    <a:pt x="22" y="49"/>
                  </a:cubicBezTo>
                  <a:cubicBezTo>
                    <a:pt x="22" y="50"/>
                    <a:pt x="22" y="50"/>
                    <a:pt x="22" y="51"/>
                  </a:cubicBezTo>
                  <a:cubicBezTo>
                    <a:pt x="22" y="51"/>
                    <a:pt x="22" y="52"/>
                    <a:pt x="22" y="52"/>
                  </a:cubicBezTo>
                  <a:cubicBezTo>
                    <a:pt x="22" y="53"/>
                    <a:pt x="22" y="53"/>
                    <a:pt x="22" y="54"/>
                  </a:cubicBezTo>
                  <a:cubicBezTo>
                    <a:pt x="22" y="54"/>
                    <a:pt x="22" y="55"/>
                    <a:pt x="22" y="55"/>
                  </a:cubicBezTo>
                  <a:cubicBezTo>
                    <a:pt x="22" y="55"/>
                    <a:pt x="22" y="55"/>
                    <a:pt x="22" y="56"/>
                  </a:cubicBezTo>
                  <a:cubicBezTo>
                    <a:pt x="22" y="56"/>
                    <a:pt x="21" y="56"/>
                    <a:pt x="21" y="56"/>
                  </a:cubicBezTo>
                  <a:cubicBezTo>
                    <a:pt x="21" y="56"/>
                    <a:pt x="21" y="56"/>
                    <a:pt x="20" y="56"/>
                  </a:cubicBezTo>
                  <a:cubicBezTo>
                    <a:pt x="20" y="55"/>
                    <a:pt x="19" y="54"/>
                    <a:pt x="19" y="53"/>
                  </a:cubicBezTo>
                  <a:cubicBezTo>
                    <a:pt x="18" y="53"/>
                    <a:pt x="18" y="52"/>
                    <a:pt x="18" y="52"/>
                  </a:cubicBezTo>
                  <a:cubicBezTo>
                    <a:pt x="18" y="52"/>
                    <a:pt x="17" y="50"/>
                    <a:pt x="17" y="50"/>
                  </a:cubicBezTo>
                  <a:cubicBezTo>
                    <a:pt x="17" y="50"/>
                    <a:pt x="16" y="49"/>
                    <a:pt x="16" y="49"/>
                  </a:cubicBezTo>
                  <a:cubicBezTo>
                    <a:pt x="16" y="48"/>
                    <a:pt x="16" y="47"/>
                    <a:pt x="16" y="46"/>
                  </a:cubicBezTo>
                  <a:cubicBezTo>
                    <a:pt x="15" y="46"/>
                    <a:pt x="15" y="46"/>
                    <a:pt x="15" y="45"/>
                  </a:cubicBezTo>
                  <a:cubicBezTo>
                    <a:pt x="15" y="44"/>
                    <a:pt x="15" y="44"/>
                    <a:pt x="14" y="43"/>
                  </a:cubicBezTo>
                  <a:cubicBezTo>
                    <a:pt x="14" y="43"/>
                    <a:pt x="14" y="43"/>
                    <a:pt x="14" y="44"/>
                  </a:cubicBezTo>
                  <a:cubicBezTo>
                    <a:pt x="14" y="44"/>
                    <a:pt x="14" y="44"/>
                    <a:pt x="14" y="43"/>
                  </a:cubicBezTo>
                  <a:cubicBezTo>
                    <a:pt x="13" y="44"/>
                    <a:pt x="13" y="45"/>
                    <a:pt x="13" y="45"/>
                  </a:cubicBezTo>
                  <a:close/>
                  <a:moveTo>
                    <a:pt x="12" y="39"/>
                  </a:moveTo>
                  <a:cubicBezTo>
                    <a:pt x="13" y="40"/>
                    <a:pt x="13" y="40"/>
                    <a:pt x="13" y="40"/>
                  </a:cubicBezTo>
                  <a:cubicBezTo>
                    <a:pt x="13" y="40"/>
                    <a:pt x="13" y="42"/>
                    <a:pt x="13" y="42"/>
                  </a:cubicBezTo>
                  <a:cubicBezTo>
                    <a:pt x="13" y="42"/>
                    <a:pt x="14" y="43"/>
                    <a:pt x="14" y="42"/>
                  </a:cubicBezTo>
                  <a:cubicBezTo>
                    <a:pt x="14" y="42"/>
                    <a:pt x="14" y="42"/>
                    <a:pt x="14" y="42"/>
                  </a:cubicBezTo>
                  <a:cubicBezTo>
                    <a:pt x="14" y="42"/>
                    <a:pt x="14" y="42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4" y="41"/>
                    <a:pt x="14" y="41"/>
                    <a:pt x="14" y="41"/>
                  </a:cubicBezTo>
                  <a:cubicBezTo>
                    <a:pt x="13" y="41"/>
                    <a:pt x="13" y="40"/>
                    <a:pt x="13" y="39"/>
                  </a:cubicBezTo>
                  <a:cubicBezTo>
                    <a:pt x="13" y="39"/>
                    <a:pt x="13" y="39"/>
                    <a:pt x="12" y="39"/>
                  </a:cubicBezTo>
                  <a:close/>
                  <a:moveTo>
                    <a:pt x="4" y="6"/>
                  </a:moveTo>
                  <a:cubicBezTo>
                    <a:pt x="4" y="5"/>
                    <a:pt x="4" y="4"/>
                    <a:pt x="5" y="4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6" y="2"/>
                    <a:pt x="7" y="1"/>
                    <a:pt x="8" y="1"/>
                  </a:cubicBezTo>
                  <a:cubicBezTo>
                    <a:pt x="8" y="1"/>
                    <a:pt x="9" y="1"/>
                    <a:pt x="9" y="1"/>
                  </a:cubicBezTo>
                  <a:cubicBezTo>
                    <a:pt x="10" y="1"/>
                    <a:pt x="10" y="1"/>
                    <a:pt x="11" y="1"/>
                  </a:cubicBezTo>
                  <a:cubicBezTo>
                    <a:pt x="12" y="0"/>
                    <a:pt x="13" y="1"/>
                    <a:pt x="14" y="1"/>
                  </a:cubicBezTo>
                  <a:cubicBezTo>
                    <a:pt x="14" y="2"/>
                    <a:pt x="14" y="2"/>
                    <a:pt x="14" y="3"/>
                  </a:cubicBezTo>
                  <a:cubicBezTo>
                    <a:pt x="14" y="3"/>
                    <a:pt x="14" y="6"/>
                    <a:pt x="13" y="7"/>
                  </a:cubicBezTo>
                  <a:cubicBezTo>
                    <a:pt x="13" y="7"/>
                    <a:pt x="13" y="7"/>
                    <a:pt x="12" y="8"/>
                  </a:cubicBezTo>
                  <a:cubicBezTo>
                    <a:pt x="12" y="9"/>
                    <a:pt x="12" y="9"/>
                    <a:pt x="12" y="10"/>
                  </a:cubicBezTo>
                  <a:cubicBezTo>
                    <a:pt x="12" y="10"/>
                    <a:pt x="12" y="11"/>
                    <a:pt x="12" y="11"/>
                  </a:cubicBezTo>
                  <a:cubicBezTo>
                    <a:pt x="11" y="12"/>
                    <a:pt x="11" y="14"/>
                    <a:pt x="11" y="15"/>
                  </a:cubicBezTo>
                  <a:cubicBezTo>
                    <a:pt x="11" y="15"/>
                    <a:pt x="12" y="16"/>
                    <a:pt x="12" y="16"/>
                  </a:cubicBezTo>
                  <a:cubicBezTo>
                    <a:pt x="11" y="17"/>
                    <a:pt x="11" y="18"/>
                    <a:pt x="11" y="19"/>
                  </a:cubicBezTo>
                  <a:cubicBezTo>
                    <a:pt x="11" y="20"/>
                    <a:pt x="11" y="21"/>
                    <a:pt x="11" y="22"/>
                  </a:cubicBezTo>
                  <a:cubicBezTo>
                    <a:pt x="11" y="22"/>
                    <a:pt x="11" y="23"/>
                    <a:pt x="11" y="23"/>
                  </a:cubicBezTo>
                  <a:cubicBezTo>
                    <a:pt x="11" y="24"/>
                    <a:pt x="11" y="25"/>
                    <a:pt x="11" y="25"/>
                  </a:cubicBezTo>
                  <a:cubicBezTo>
                    <a:pt x="11" y="26"/>
                    <a:pt x="11" y="26"/>
                    <a:pt x="11" y="27"/>
                  </a:cubicBezTo>
                  <a:cubicBezTo>
                    <a:pt x="11" y="27"/>
                    <a:pt x="11" y="28"/>
                    <a:pt x="11" y="28"/>
                  </a:cubicBezTo>
                  <a:cubicBezTo>
                    <a:pt x="11" y="30"/>
                    <a:pt x="11" y="32"/>
                    <a:pt x="11" y="33"/>
                  </a:cubicBezTo>
                  <a:cubicBezTo>
                    <a:pt x="11" y="34"/>
                    <a:pt x="12" y="34"/>
                    <a:pt x="12" y="35"/>
                  </a:cubicBezTo>
                  <a:cubicBezTo>
                    <a:pt x="12" y="35"/>
                    <a:pt x="12" y="35"/>
                    <a:pt x="12" y="35"/>
                  </a:cubicBezTo>
                  <a:cubicBezTo>
                    <a:pt x="13" y="34"/>
                    <a:pt x="12" y="32"/>
                    <a:pt x="13" y="30"/>
                  </a:cubicBezTo>
                  <a:cubicBezTo>
                    <a:pt x="13" y="29"/>
                    <a:pt x="15" y="27"/>
                    <a:pt x="15" y="27"/>
                  </a:cubicBezTo>
                  <a:cubicBezTo>
                    <a:pt x="16" y="27"/>
                    <a:pt x="16" y="26"/>
                    <a:pt x="17" y="26"/>
                  </a:cubicBezTo>
                  <a:cubicBezTo>
                    <a:pt x="17" y="26"/>
                    <a:pt x="17" y="25"/>
                    <a:pt x="17" y="25"/>
                  </a:cubicBezTo>
                  <a:cubicBezTo>
                    <a:pt x="18" y="25"/>
                    <a:pt x="18" y="25"/>
                    <a:pt x="19" y="25"/>
                  </a:cubicBezTo>
                  <a:cubicBezTo>
                    <a:pt x="19" y="25"/>
                    <a:pt x="19" y="25"/>
                    <a:pt x="19" y="25"/>
                  </a:cubicBezTo>
                  <a:cubicBezTo>
                    <a:pt x="20" y="25"/>
                    <a:pt x="20" y="25"/>
                    <a:pt x="20" y="24"/>
                  </a:cubicBezTo>
                  <a:cubicBezTo>
                    <a:pt x="21" y="24"/>
                    <a:pt x="21" y="24"/>
                    <a:pt x="21" y="24"/>
                  </a:cubicBezTo>
                  <a:cubicBezTo>
                    <a:pt x="22" y="24"/>
                    <a:pt x="22" y="24"/>
                    <a:pt x="23" y="24"/>
                  </a:cubicBezTo>
                  <a:cubicBezTo>
                    <a:pt x="23" y="24"/>
                    <a:pt x="24" y="25"/>
                    <a:pt x="24" y="25"/>
                  </a:cubicBezTo>
                  <a:cubicBezTo>
                    <a:pt x="25" y="26"/>
                    <a:pt x="26" y="26"/>
                    <a:pt x="26" y="26"/>
                  </a:cubicBezTo>
                  <a:cubicBezTo>
                    <a:pt x="27" y="26"/>
                    <a:pt x="27" y="27"/>
                    <a:pt x="27" y="27"/>
                  </a:cubicBezTo>
                  <a:cubicBezTo>
                    <a:pt x="27" y="27"/>
                    <a:pt x="29" y="28"/>
                    <a:pt x="29" y="28"/>
                  </a:cubicBezTo>
                  <a:cubicBezTo>
                    <a:pt x="29" y="28"/>
                    <a:pt x="30" y="28"/>
                    <a:pt x="30" y="27"/>
                  </a:cubicBezTo>
                  <a:cubicBezTo>
                    <a:pt x="30" y="26"/>
                    <a:pt x="29" y="25"/>
                    <a:pt x="30" y="24"/>
                  </a:cubicBezTo>
                  <a:cubicBezTo>
                    <a:pt x="30" y="24"/>
                    <a:pt x="30" y="20"/>
                    <a:pt x="30" y="20"/>
                  </a:cubicBezTo>
                  <a:cubicBezTo>
                    <a:pt x="30" y="20"/>
                    <a:pt x="30" y="20"/>
                    <a:pt x="30" y="20"/>
                  </a:cubicBezTo>
                  <a:cubicBezTo>
                    <a:pt x="30" y="19"/>
                    <a:pt x="30" y="18"/>
                    <a:pt x="30" y="18"/>
                  </a:cubicBezTo>
                  <a:cubicBezTo>
                    <a:pt x="30" y="17"/>
                    <a:pt x="30" y="17"/>
                    <a:pt x="30" y="16"/>
                  </a:cubicBezTo>
                  <a:cubicBezTo>
                    <a:pt x="30" y="16"/>
                    <a:pt x="30" y="15"/>
                    <a:pt x="30" y="15"/>
                  </a:cubicBezTo>
                  <a:cubicBezTo>
                    <a:pt x="31" y="14"/>
                    <a:pt x="31" y="14"/>
                    <a:pt x="31" y="13"/>
                  </a:cubicBezTo>
                  <a:cubicBezTo>
                    <a:pt x="31" y="13"/>
                    <a:pt x="31" y="13"/>
                    <a:pt x="31" y="12"/>
                  </a:cubicBezTo>
                  <a:cubicBezTo>
                    <a:pt x="31" y="12"/>
                    <a:pt x="32" y="11"/>
                    <a:pt x="32" y="11"/>
                  </a:cubicBezTo>
                  <a:cubicBezTo>
                    <a:pt x="33" y="10"/>
                    <a:pt x="33" y="9"/>
                    <a:pt x="34" y="9"/>
                  </a:cubicBezTo>
                  <a:cubicBezTo>
                    <a:pt x="35" y="9"/>
                    <a:pt x="35" y="9"/>
                    <a:pt x="36" y="9"/>
                  </a:cubicBezTo>
                  <a:cubicBezTo>
                    <a:pt x="38" y="10"/>
                    <a:pt x="39" y="11"/>
                    <a:pt x="40" y="12"/>
                  </a:cubicBezTo>
                  <a:cubicBezTo>
                    <a:pt x="40" y="12"/>
                    <a:pt x="41" y="13"/>
                    <a:pt x="41" y="13"/>
                  </a:cubicBezTo>
                  <a:cubicBezTo>
                    <a:pt x="42" y="13"/>
                    <a:pt x="42" y="13"/>
                    <a:pt x="42" y="14"/>
                  </a:cubicBezTo>
                  <a:cubicBezTo>
                    <a:pt x="43" y="14"/>
                    <a:pt x="44" y="15"/>
                    <a:pt x="44" y="15"/>
                  </a:cubicBezTo>
                  <a:cubicBezTo>
                    <a:pt x="45" y="16"/>
                    <a:pt x="45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6" y="17"/>
                    <a:pt x="46" y="17"/>
                    <a:pt x="46" y="17"/>
                  </a:cubicBezTo>
                  <a:cubicBezTo>
                    <a:pt x="47" y="18"/>
                    <a:pt x="48" y="20"/>
                    <a:pt x="48" y="20"/>
                  </a:cubicBezTo>
                  <a:cubicBezTo>
                    <a:pt x="49" y="20"/>
                    <a:pt x="50" y="21"/>
                    <a:pt x="51" y="22"/>
                  </a:cubicBezTo>
                  <a:cubicBezTo>
                    <a:pt x="51" y="22"/>
                    <a:pt x="52" y="22"/>
                    <a:pt x="52" y="23"/>
                  </a:cubicBezTo>
                  <a:cubicBezTo>
                    <a:pt x="53" y="23"/>
                    <a:pt x="53" y="24"/>
                    <a:pt x="54" y="24"/>
                  </a:cubicBezTo>
                  <a:cubicBezTo>
                    <a:pt x="55" y="25"/>
                    <a:pt x="56" y="26"/>
                    <a:pt x="57" y="26"/>
                  </a:cubicBezTo>
                  <a:cubicBezTo>
                    <a:pt x="58" y="27"/>
                    <a:pt x="58" y="27"/>
                    <a:pt x="59" y="27"/>
                  </a:cubicBezTo>
                  <a:cubicBezTo>
                    <a:pt x="59" y="28"/>
                    <a:pt x="59" y="28"/>
                    <a:pt x="59" y="28"/>
                  </a:cubicBezTo>
                  <a:cubicBezTo>
                    <a:pt x="60" y="29"/>
                    <a:pt x="60" y="29"/>
                    <a:pt x="61" y="30"/>
                  </a:cubicBezTo>
                  <a:cubicBezTo>
                    <a:pt x="62" y="30"/>
                    <a:pt x="63" y="31"/>
                    <a:pt x="64" y="32"/>
                  </a:cubicBezTo>
                  <a:cubicBezTo>
                    <a:pt x="65" y="33"/>
                    <a:pt x="66" y="33"/>
                    <a:pt x="66" y="33"/>
                  </a:cubicBezTo>
                  <a:cubicBezTo>
                    <a:pt x="67" y="34"/>
                    <a:pt x="68" y="35"/>
                    <a:pt x="69" y="35"/>
                  </a:cubicBezTo>
                  <a:cubicBezTo>
                    <a:pt x="70" y="36"/>
                    <a:pt x="71" y="36"/>
                    <a:pt x="72" y="37"/>
                  </a:cubicBezTo>
                  <a:cubicBezTo>
                    <a:pt x="72" y="37"/>
                    <a:pt x="72" y="38"/>
                    <a:pt x="73" y="38"/>
                  </a:cubicBezTo>
                  <a:cubicBezTo>
                    <a:pt x="73" y="39"/>
                    <a:pt x="74" y="39"/>
                    <a:pt x="75" y="39"/>
                  </a:cubicBezTo>
                  <a:cubicBezTo>
                    <a:pt x="75" y="40"/>
                    <a:pt x="76" y="40"/>
                    <a:pt x="76" y="41"/>
                  </a:cubicBezTo>
                  <a:cubicBezTo>
                    <a:pt x="77" y="41"/>
                    <a:pt x="77" y="41"/>
                    <a:pt x="78" y="41"/>
                  </a:cubicBezTo>
                  <a:cubicBezTo>
                    <a:pt x="78" y="42"/>
                    <a:pt x="79" y="43"/>
                    <a:pt x="80" y="44"/>
                  </a:cubicBezTo>
                  <a:cubicBezTo>
                    <a:pt x="80" y="44"/>
                    <a:pt x="80" y="44"/>
                    <a:pt x="80" y="44"/>
                  </a:cubicBezTo>
                  <a:cubicBezTo>
                    <a:pt x="81" y="44"/>
                    <a:pt x="81" y="45"/>
                    <a:pt x="81" y="45"/>
                  </a:cubicBezTo>
                  <a:cubicBezTo>
                    <a:pt x="82" y="46"/>
                    <a:pt x="82" y="46"/>
                    <a:pt x="83" y="47"/>
                  </a:cubicBezTo>
                  <a:cubicBezTo>
                    <a:pt x="83" y="47"/>
                    <a:pt x="83" y="47"/>
                    <a:pt x="83" y="48"/>
                  </a:cubicBezTo>
                  <a:cubicBezTo>
                    <a:pt x="83" y="48"/>
                    <a:pt x="84" y="48"/>
                    <a:pt x="84" y="49"/>
                  </a:cubicBezTo>
                  <a:cubicBezTo>
                    <a:pt x="84" y="49"/>
                    <a:pt x="84" y="49"/>
                    <a:pt x="84" y="50"/>
                  </a:cubicBezTo>
                  <a:cubicBezTo>
                    <a:pt x="84" y="50"/>
                    <a:pt x="85" y="50"/>
                    <a:pt x="85" y="50"/>
                  </a:cubicBezTo>
                  <a:cubicBezTo>
                    <a:pt x="85" y="51"/>
                    <a:pt x="85" y="51"/>
                    <a:pt x="85" y="51"/>
                  </a:cubicBezTo>
                  <a:cubicBezTo>
                    <a:pt x="86" y="53"/>
                    <a:pt x="87" y="54"/>
                    <a:pt x="87" y="56"/>
                  </a:cubicBezTo>
                  <a:cubicBezTo>
                    <a:pt x="87" y="57"/>
                    <a:pt x="87" y="58"/>
                    <a:pt x="87" y="59"/>
                  </a:cubicBezTo>
                  <a:cubicBezTo>
                    <a:pt x="87" y="62"/>
                    <a:pt x="85" y="65"/>
                    <a:pt x="82" y="66"/>
                  </a:cubicBezTo>
                  <a:cubicBezTo>
                    <a:pt x="82" y="66"/>
                    <a:pt x="81" y="66"/>
                    <a:pt x="81" y="66"/>
                  </a:cubicBezTo>
                  <a:cubicBezTo>
                    <a:pt x="80" y="66"/>
                    <a:pt x="79" y="67"/>
                    <a:pt x="79" y="67"/>
                  </a:cubicBezTo>
                  <a:cubicBezTo>
                    <a:pt x="78" y="67"/>
                    <a:pt x="78" y="68"/>
                    <a:pt x="78" y="68"/>
                  </a:cubicBezTo>
                  <a:cubicBezTo>
                    <a:pt x="78" y="68"/>
                    <a:pt x="78" y="68"/>
                    <a:pt x="78" y="69"/>
                  </a:cubicBezTo>
                  <a:cubicBezTo>
                    <a:pt x="78" y="69"/>
                    <a:pt x="78" y="69"/>
                    <a:pt x="78" y="69"/>
                  </a:cubicBezTo>
                  <a:cubicBezTo>
                    <a:pt x="78" y="69"/>
                    <a:pt x="78" y="70"/>
                    <a:pt x="78" y="70"/>
                  </a:cubicBezTo>
                  <a:cubicBezTo>
                    <a:pt x="78" y="72"/>
                    <a:pt x="79" y="73"/>
                    <a:pt x="79" y="74"/>
                  </a:cubicBezTo>
                  <a:cubicBezTo>
                    <a:pt x="79" y="74"/>
                    <a:pt x="79" y="75"/>
                    <a:pt x="78" y="75"/>
                  </a:cubicBezTo>
                  <a:cubicBezTo>
                    <a:pt x="79" y="76"/>
                    <a:pt x="79" y="77"/>
                    <a:pt x="79" y="77"/>
                  </a:cubicBezTo>
                  <a:cubicBezTo>
                    <a:pt x="79" y="78"/>
                    <a:pt x="79" y="78"/>
                    <a:pt x="79" y="79"/>
                  </a:cubicBezTo>
                  <a:cubicBezTo>
                    <a:pt x="79" y="80"/>
                    <a:pt x="79" y="81"/>
                    <a:pt x="79" y="81"/>
                  </a:cubicBezTo>
                  <a:cubicBezTo>
                    <a:pt x="80" y="82"/>
                    <a:pt x="80" y="83"/>
                    <a:pt x="80" y="84"/>
                  </a:cubicBezTo>
                  <a:cubicBezTo>
                    <a:pt x="80" y="84"/>
                    <a:pt x="80" y="84"/>
                    <a:pt x="80" y="85"/>
                  </a:cubicBezTo>
                  <a:cubicBezTo>
                    <a:pt x="81" y="85"/>
                    <a:pt x="81" y="86"/>
                    <a:pt x="81" y="87"/>
                  </a:cubicBezTo>
                  <a:cubicBezTo>
                    <a:pt x="81" y="87"/>
                    <a:pt x="81" y="87"/>
                    <a:pt x="81" y="87"/>
                  </a:cubicBezTo>
                  <a:cubicBezTo>
                    <a:pt x="81" y="88"/>
                    <a:pt x="81" y="89"/>
                    <a:pt x="81" y="89"/>
                  </a:cubicBezTo>
                  <a:cubicBezTo>
                    <a:pt x="80" y="91"/>
                    <a:pt x="79" y="92"/>
                    <a:pt x="79" y="94"/>
                  </a:cubicBezTo>
                  <a:cubicBezTo>
                    <a:pt x="79" y="95"/>
                    <a:pt x="79" y="95"/>
                    <a:pt x="78" y="96"/>
                  </a:cubicBezTo>
                  <a:cubicBezTo>
                    <a:pt x="78" y="96"/>
                    <a:pt x="76" y="96"/>
                    <a:pt x="76" y="96"/>
                  </a:cubicBezTo>
                  <a:cubicBezTo>
                    <a:pt x="75" y="96"/>
                    <a:pt x="75" y="96"/>
                    <a:pt x="74" y="96"/>
                  </a:cubicBezTo>
                  <a:cubicBezTo>
                    <a:pt x="73" y="96"/>
                    <a:pt x="73" y="94"/>
                    <a:pt x="73" y="94"/>
                  </a:cubicBezTo>
                  <a:cubicBezTo>
                    <a:pt x="72" y="93"/>
                    <a:pt x="71" y="94"/>
                    <a:pt x="71" y="93"/>
                  </a:cubicBezTo>
                  <a:cubicBezTo>
                    <a:pt x="70" y="93"/>
                    <a:pt x="69" y="91"/>
                    <a:pt x="69" y="90"/>
                  </a:cubicBezTo>
                  <a:cubicBezTo>
                    <a:pt x="69" y="89"/>
                    <a:pt x="70" y="89"/>
                    <a:pt x="70" y="89"/>
                  </a:cubicBezTo>
                  <a:cubicBezTo>
                    <a:pt x="70" y="89"/>
                    <a:pt x="70" y="89"/>
                    <a:pt x="70" y="89"/>
                  </a:cubicBezTo>
                  <a:cubicBezTo>
                    <a:pt x="70" y="87"/>
                    <a:pt x="68" y="86"/>
                    <a:pt x="67" y="84"/>
                  </a:cubicBezTo>
                  <a:cubicBezTo>
                    <a:pt x="67" y="83"/>
                    <a:pt x="66" y="83"/>
                    <a:pt x="66" y="82"/>
                  </a:cubicBezTo>
                  <a:cubicBezTo>
                    <a:pt x="66" y="82"/>
                    <a:pt x="65" y="81"/>
                    <a:pt x="65" y="81"/>
                  </a:cubicBezTo>
                  <a:cubicBezTo>
                    <a:pt x="65" y="80"/>
                    <a:pt x="64" y="79"/>
                    <a:pt x="64" y="79"/>
                  </a:cubicBezTo>
                  <a:cubicBezTo>
                    <a:pt x="63" y="78"/>
                    <a:pt x="63" y="78"/>
                    <a:pt x="62" y="77"/>
                  </a:cubicBezTo>
                  <a:cubicBezTo>
                    <a:pt x="62" y="77"/>
                    <a:pt x="62" y="77"/>
                    <a:pt x="62" y="76"/>
                  </a:cubicBezTo>
                  <a:cubicBezTo>
                    <a:pt x="62" y="76"/>
                    <a:pt x="61" y="76"/>
                    <a:pt x="61" y="75"/>
                  </a:cubicBezTo>
                  <a:cubicBezTo>
                    <a:pt x="61" y="75"/>
                    <a:pt x="60" y="74"/>
                    <a:pt x="60" y="74"/>
                  </a:cubicBezTo>
                  <a:cubicBezTo>
                    <a:pt x="60" y="74"/>
                    <a:pt x="60" y="73"/>
                    <a:pt x="59" y="73"/>
                  </a:cubicBezTo>
                  <a:cubicBezTo>
                    <a:pt x="59" y="73"/>
                    <a:pt x="59" y="73"/>
                    <a:pt x="59" y="73"/>
                  </a:cubicBezTo>
                  <a:cubicBezTo>
                    <a:pt x="59" y="72"/>
                    <a:pt x="58" y="72"/>
                    <a:pt x="58" y="72"/>
                  </a:cubicBezTo>
                  <a:cubicBezTo>
                    <a:pt x="58" y="71"/>
                    <a:pt x="58" y="70"/>
                    <a:pt x="57" y="70"/>
                  </a:cubicBezTo>
                  <a:cubicBezTo>
                    <a:pt x="57" y="69"/>
                    <a:pt x="56" y="69"/>
                    <a:pt x="55" y="68"/>
                  </a:cubicBezTo>
                  <a:cubicBezTo>
                    <a:pt x="54" y="67"/>
                    <a:pt x="54" y="65"/>
                    <a:pt x="53" y="64"/>
                  </a:cubicBezTo>
                  <a:cubicBezTo>
                    <a:pt x="52" y="64"/>
                    <a:pt x="52" y="63"/>
                    <a:pt x="51" y="63"/>
                  </a:cubicBezTo>
                  <a:cubicBezTo>
                    <a:pt x="51" y="63"/>
                    <a:pt x="51" y="62"/>
                    <a:pt x="50" y="62"/>
                  </a:cubicBezTo>
                  <a:cubicBezTo>
                    <a:pt x="50" y="61"/>
                    <a:pt x="49" y="60"/>
                    <a:pt x="49" y="60"/>
                  </a:cubicBezTo>
                  <a:cubicBezTo>
                    <a:pt x="48" y="59"/>
                    <a:pt x="48" y="59"/>
                    <a:pt x="47" y="58"/>
                  </a:cubicBezTo>
                  <a:cubicBezTo>
                    <a:pt x="47" y="58"/>
                    <a:pt x="46" y="56"/>
                    <a:pt x="46" y="56"/>
                  </a:cubicBezTo>
                  <a:cubicBezTo>
                    <a:pt x="46" y="56"/>
                    <a:pt x="45" y="56"/>
                    <a:pt x="45" y="56"/>
                  </a:cubicBezTo>
                  <a:cubicBezTo>
                    <a:pt x="44" y="55"/>
                    <a:pt x="44" y="55"/>
                    <a:pt x="44" y="54"/>
                  </a:cubicBezTo>
                  <a:cubicBezTo>
                    <a:pt x="43" y="54"/>
                    <a:pt x="44" y="53"/>
                    <a:pt x="43" y="52"/>
                  </a:cubicBezTo>
                  <a:cubicBezTo>
                    <a:pt x="43" y="52"/>
                    <a:pt x="43" y="52"/>
                    <a:pt x="43" y="52"/>
                  </a:cubicBezTo>
                  <a:cubicBezTo>
                    <a:pt x="42" y="52"/>
                    <a:pt x="42" y="52"/>
                    <a:pt x="42" y="52"/>
                  </a:cubicBezTo>
                  <a:cubicBezTo>
                    <a:pt x="42" y="52"/>
                    <a:pt x="42" y="51"/>
                    <a:pt x="41" y="50"/>
                  </a:cubicBezTo>
                  <a:cubicBezTo>
                    <a:pt x="41" y="50"/>
                    <a:pt x="41" y="50"/>
                    <a:pt x="41" y="50"/>
                  </a:cubicBezTo>
                  <a:cubicBezTo>
                    <a:pt x="40" y="49"/>
                    <a:pt x="40" y="49"/>
                    <a:pt x="40" y="49"/>
                  </a:cubicBezTo>
                  <a:cubicBezTo>
                    <a:pt x="39" y="48"/>
                    <a:pt x="39" y="48"/>
                    <a:pt x="39" y="48"/>
                  </a:cubicBezTo>
                  <a:cubicBezTo>
                    <a:pt x="39" y="47"/>
                    <a:pt x="38" y="46"/>
                    <a:pt x="37" y="46"/>
                  </a:cubicBezTo>
                  <a:cubicBezTo>
                    <a:pt x="37" y="46"/>
                    <a:pt x="37" y="46"/>
                    <a:pt x="36" y="46"/>
                  </a:cubicBezTo>
                  <a:cubicBezTo>
                    <a:pt x="36" y="46"/>
                    <a:pt x="36" y="46"/>
                    <a:pt x="36" y="46"/>
                  </a:cubicBezTo>
                  <a:cubicBezTo>
                    <a:pt x="37" y="48"/>
                    <a:pt x="37" y="49"/>
                    <a:pt x="38" y="51"/>
                  </a:cubicBezTo>
                  <a:cubicBezTo>
                    <a:pt x="38" y="51"/>
                    <a:pt x="38" y="52"/>
                    <a:pt x="38" y="52"/>
                  </a:cubicBezTo>
                  <a:cubicBezTo>
                    <a:pt x="38" y="52"/>
                    <a:pt x="39" y="53"/>
                    <a:pt x="39" y="53"/>
                  </a:cubicBezTo>
                  <a:cubicBezTo>
                    <a:pt x="39" y="53"/>
                    <a:pt x="39" y="54"/>
                    <a:pt x="39" y="54"/>
                  </a:cubicBezTo>
                  <a:cubicBezTo>
                    <a:pt x="39" y="55"/>
                    <a:pt x="39" y="56"/>
                    <a:pt x="39" y="57"/>
                  </a:cubicBezTo>
                  <a:cubicBezTo>
                    <a:pt x="40" y="58"/>
                    <a:pt x="40" y="59"/>
                    <a:pt x="40" y="59"/>
                  </a:cubicBezTo>
                  <a:cubicBezTo>
                    <a:pt x="41" y="60"/>
                    <a:pt x="40" y="61"/>
                    <a:pt x="40" y="61"/>
                  </a:cubicBezTo>
                  <a:cubicBezTo>
                    <a:pt x="41" y="62"/>
                    <a:pt x="41" y="64"/>
                    <a:pt x="42" y="65"/>
                  </a:cubicBezTo>
                  <a:cubicBezTo>
                    <a:pt x="42" y="66"/>
                    <a:pt x="42" y="67"/>
                    <a:pt x="42" y="68"/>
                  </a:cubicBezTo>
                  <a:cubicBezTo>
                    <a:pt x="42" y="68"/>
                    <a:pt x="42" y="68"/>
                    <a:pt x="42" y="68"/>
                  </a:cubicBezTo>
                  <a:cubicBezTo>
                    <a:pt x="43" y="69"/>
                    <a:pt x="42" y="69"/>
                    <a:pt x="42" y="70"/>
                  </a:cubicBezTo>
                  <a:cubicBezTo>
                    <a:pt x="43" y="71"/>
                    <a:pt x="45" y="71"/>
                    <a:pt x="45" y="71"/>
                  </a:cubicBezTo>
                  <a:cubicBezTo>
                    <a:pt x="46" y="72"/>
                    <a:pt x="46" y="72"/>
                    <a:pt x="47" y="72"/>
                  </a:cubicBezTo>
                  <a:cubicBezTo>
                    <a:pt x="47" y="72"/>
                    <a:pt x="48" y="73"/>
                    <a:pt x="48" y="73"/>
                  </a:cubicBezTo>
                  <a:cubicBezTo>
                    <a:pt x="49" y="73"/>
                    <a:pt x="49" y="73"/>
                    <a:pt x="49" y="73"/>
                  </a:cubicBezTo>
                  <a:cubicBezTo>
                    <a:pt x="49" y="73"/>
                    <a:pt x="50" y="73"/>
                    <a:pt x="50" y="73"/>
                  </a:cubicBezTo>
                  <a:cubicBezTo>
                    <a:pt x="52" y="73"/>
                    <a:pt x="56" y="76"/>
                    <a:pt x="56" y="78"/>
                  </a:cubicBezTo>
                  <a:cubicBezTo>
                    <a:pt x="57" y="79"/>
                    <a:pt x="56" y="79"/>
                    <a:pt x="56" y="80"/>
                  </a:cubicBezTo>
                  <a:cubicBezTo>
                    <a:pt x="56" y="81"/>
                    <a:pt x="56" y="81"/>
                    <a:pt x="56" y="82"/>
                  </a:cubicBezTo>
                  <a:cubicBezTo>
                    <a:pt x="56" y="83"/>
                    <a:pt x="55" y="83"/>
                    <a:pt x="54" y="83"/>
                  </a:cubicBezTo>
                  <a:cubicBezTo>
                    <a:pt x="54" y="83"/>
                    <a:pt x="54" y="84"/>
                    <a:pt x="54" y="84"/>
                  </a:cubicBezTo>
                  <a:cubicBezTo>
                    <a:pt x="54" y="84"/>
                    <a:pt x="53" y="85"/>
                    <a:pt x="52" y="85"/>
                  </a:cubicBezTo>
                  <a:cubicBezTo>
                    <a:pt x="52" y="85"/>
                    <a:pt x="51" y="85"/>
                    <a:pt x="51" y="85"/>
                  </a:cubicBezTo>
                  <a:cubicBezTo>
                    <a:pt x="50" y="85"/>
                    <a:pt x="50" y="85"/>
                    <a:pt x="50" y="85"/>
                  </a:cubicBezTo>
                  <a:cubicBezTo>
                    <a:pt x="49" y="85"/>
                    <a:pt x="49" y="85"/>
                    <a:pt x="48" y="85"/>
                  </a:cubicBezTo>
                  <a:cubicBezTo>
                    <a:pt x="48" y="85"/>
                    <a:pt x="47" y="85"/>
                    <a:pt x="48" y="85"/>
                  </a:cubicBezTo>
                  <a:cubicBezTo>
                    <a:pt x="48" y="87"/>
                    <a:pt x="49" y="88"/>
                    <a:pt x="49" y="89"/>
                  </a:cubicBezTo>
                  <a:cubicBezTo>
                    <a:pt x="49" y="90"/>
                    <a:pt x="49" y="90"/>
                    <a:pt x="49" y="90"/>
                  </a:cubicBezTo>
                  <a:cubicBezTo>
                    <a:pt x="50" y="90"/>
                    <a:pt x="50" y="91"/>
                    <a:pt x="50" y="92"/>
                  </a:cubicBezTo>
                  <a:cubicBezTo>
                    <a:pt x="51" y="93"/>
                    <a:pt x="51" y="94"/>
                    <a:pt x="52" y="94"/>
                  </a:cubicBezTo>
                  <a:cubicBezTo>
                    <a:pt x="52" y="94"/>
                    <a:pt x="52" y="95"/>
                    <a:pt x="53" y="95"/>
                  </a:cubicBezTo>
                  <a:cubicBezTo>
                    <a:pt x="53" y="95"/>
                    <a:pt x="53" y="95"/>
                    <a:pt x="53" y="95"/>
                  </a:cubicBezTo>
                  <a:cubicBezTo>
                    <a:pt x="54" y="96"/>
                    <a:pt x="54" y="96"/>
                    <a:pt x="55" y="97"/>
                  </a:cubicBezTo>
                  <a:cubicBezTo>
                    <a:pt x="55" y="97"/>
                    <a:pt x="55" y="97"/>
                    <a:pt x="56" y="97"/>
                  </a:cubicBezTo>
                  <a:cubicBezTo>
                    <a:pt x="56" y="97"/>
                    <a:pt x="56" y="98"/>
                    <a:pt x="56" y="98"/>
                  </a:cubicBezTo>
                  <a:cubicBezTo>
                    <a:pt x="57" y="98"/>
                    <a:pt x="58" y="98"/>
                    <a:pt x="59" y="99"/>
                  </a:cubicBezTo>
                  <a:cubicBezTo>
                    <a:pt x="59" y="99"/>
                    <a:pt x="60" y="100"/>
                    <a:pt x="60" y="100"/>
                  </a:cubicBezTo>
                  <a:cubicBezTo>
                    <a:pt x="61" y="100"/>
                    <a:pt x="61" y="100"/>
                    <a:pt x="62" y="100"/>
                  </a:cubicBezTo>
                  <a:cubicBezTo>
                    <a:pt x="62" y="101"/>
                    <a:pt x="62" y="101"/>
                    <a:pt x="63" y="101"/>
                  </a:cubicBezTo>
                  <a:cubicBezTo>
                    <a:pt x="63" y="101"/>
                    <a:pt x="64" y="102"/>
                    <a:pt x="64" y="102"/>
                  </a:cubicBezTo>
                  <a:cubicBezTo>
                    <a:pt x="64" y="102"/>
                    <a:pt x="66" y="102"/>
                    <a:pt x="66" y="102"/>
                  </a:cubicBezTo>
                  <a:cubicBezTo>
                    <a:pt x="67" y="102"/>
                    <a:pt x="68" y="102"/>
                    <a:pt x="69" y="102"/>
                  </a:cubicBezTo>
                  <a:cubicBezTo>
                    <a:pt x="69" y="102"/>
                    <a:pt x="70" y="104"/>
                    <a:pt x="70" y="105"/>
                  </a:cubicBezTo>
                  <a:cubicBezTo>
                    <a:pt x="70" y="106"/>
                    <a:pt x="69" y="106"/>
                    <a:pt x="68" y="107"/>
                  </a:cubicBezTo>
                  <a:cubicBezTo>
                    <a:pt x="68" y="107"/>
                    <a:pt x="67" y="107"/>
                    <a:pt x="67" y="108"/>
                  </a:cubicBezTo>
                  <a:cubicBezTo>
                    <a:pt x="66" y="108"/>
                    <a:pt x="65" y="109"/>
                    <a:pt x="64" y="109"/>
                  </a:cubicBezTo>
                  <a:cubicBezTo>
                    <a:pt x="63" y="110"/>
                    <a:pt x="63" y="110"/>
                    <a:pt x="62" y="110"/>
                  </a:cubicBezTo>
                  <a:cubicBezTo>
                    <a:pt x="61" y="110"/>
                    <a:pt x="61" y="110"/>
                    <a:pt x="60" y="110"/>
                  </a:cubicBezTo>
                  <a:cubicBezTo>
                    <a:pt x="60" y="111"/>
                    <a:pt x="59" y="111"/>
                    <a:pt x="59" y="111"/>
                  </a:cubicBezTo>
                  <a:cubicBezTo>
                    <a:pt x="58" y="111"/>
                    <a:pt x="58" y="111"/>
                    <a:pt x="58" y="111"/>
                  </a:cubicBezTo>
                  <a:cubicBezTo>
                    <a:pt x="57" y="111"/>
                    <a:pt x="57" y="111"/>
                    <a:pt x="56" y="111"/>
                  </a:cubicBezTo>
                  <a:cubicBezTo>
                    <a:pt x="56" y="111"/>
                    <a:pt x="55" y="111"/>
                    <a:pt x="54" y="111"/>
                  </a:cubicBezTo>
                  <a:cubicBezTo>
                    <a:pt x="53" y="111"/>
                    <a:pt x="52" y="111"/>
                    <a:pt x="50" y="111"/>
                  </a:cubicBezTo>
                  <a:cubicBezTo>
                    <a:pt x="50" y="112"/>
                    <a:pt x="50" y="112"/>
                    <a:pt x="49" y="112"/>
                  </a:cubicBezTo>
                  <a:cubicBezTo>
                    <a:pt x="49" y="111"/>
                    <a:pt x="49" y="111"/>
                    <a:pt x="49" y="111"/>
                  </a:cubicBezTo>
                  <a:cubicBezTo>
                    <a:pt x="48" y="111"/>
                    <a:pt x="48" y="111"/>
                    <a:pt x="47" y="111"/>
                  </a:cubicBezTo>
                  <a:cubicBezTo>
                    <a:pt x="47" y="111"/>
                    <a:pt x="47" y="111"/>
                    <a:pt x="46" y="111"/>
                  </a:cubicBezTo>
                  <a:cubicBezTo>
                    <a:pt x="46" y="111"/>
                    <a:pt x="46" y="111"/>
                    <a:pt x="45" y="111"/>
                  </a:cubicBezTo>
                  <a:cubicBezTo>
                    <a:pt x="45" y="111"/>
                    <a:pt x="44" y="111"/>
                    <a:pt x="44" y="110"/>
                  </a:cubicBezTo>
                  <a:cubicBezTo>
                    <a:pt x="42" y="110"/>
                    <a:pt x="41" y="109"/>
                    <a:pt x="40" y="109"/>
                  </a:cubicBezTo>
                  <a:cubicBezTo>
                    <a:pt x="40" y="108"/>
                    <a:pt x="40" y="108"/>
                    <a:pt x="39" y="108"/>
                  </a:cubicBezTo>
                  <a:cubicBezTo>
                    <a:pt x="39" y="107"/>
                    <a:pt x="38" y="107"/>
                    <a:pt x="38" y="106"/>
                  </a:cubicBezTo>
                  <a:cubicBezTo>
                    <a:pt x="37" y="105"/>
                    <a:pt x="37" y="104"/>
                    <a:pt x="37" y="102"/>
                  </a:cubicBezTo>
                  <a:cubicBezTo>
                    <a:pt x="37" y="102"/>
                    <a:pt x="38" y="101"/>
                    <a:pt x="38" y="101"/>
                  </a:cubicBezTo>
                  <a:cubicBezTo>
                    <a:pt x="38" y="99"/>
                    <a:pt x="39" y="97"/>
                    <a:pt x="41" y="98"/>
                  </a:cubicBezTo>
                  <a:cubicBezTo>
                    <a:pt x="41" y="98"/>
                    <a:pt x="41" y="98"/>
                    <a:pt x="41" y="98"/>
                  </a:cubicBezTo>
                  <a:cubicBezTo>
                    <a:pt x="41" y="98"/>
                    <a:pt x="42" y="98"/>
                    <a:pt x="42" y="98"/>
                  </a:cubicBezTo>
                  <a:cubicBezTo>
                    <a:pt x="43" y="98"/>
                    <a:pt x="43" y="98"/>
                    <a:pt x="43" y="98"/>
                  </a:cubicBezTo>
                  <a:cubicBezTo>
                    <a:pt x="44" y="98"/>
                    <a:pt x="45" y="98"/>
                    <a:pt x="45" y="98"/>
                  </a:cubicBezTo>
                  <a:cubicBezTo>
                    <a:pt x="45" y="97"/>
                    <a:pt x="42" y="95"/>
                    <a:pt x="42" y="95"/>
                  </a:cubicBezTo>
                  <a:cubicBezTo>
                    <a:pt x="41" y="94"/>
                    <a:pt x="40" y="93"/>
                    <a:pt x="39" y="92"/>
                  </a:cubicBezTo>
                  <a:cubicBezTo>
                    <a:pt x="39" y="91"/>
                    <a:pt x="38" y="90"/>
                    <a:pt x="38" y="88"/>
                  </a:cubicBezTo>
                  <a:cubicBezTo>
                    <a:pt x="37" y="88"/>
                    <a:pt x="37" y="88"/>
                    <a:pt x="37" y="87"/>
                  </a:cubicBezTo>
                  <a:cubicBezTo>
                    <a:pt x="36" y="87"/>
                    <a:pt x="36" y="86"/>
                    <a:pt x="36" y="86"/>
                  </a:cubicBezTo>
                  <a:cubicBezTo>
                    <a:pt x="36" y="86"/>
                    <a:pt x="36" y="85"/>
                    <a:pt x="36" y="85"/>
                  </a:cubicBezTo>
                  <a:cubicBezTo>
                    <a:pt x="35" y="84"/>
                    <a:pt x="35" y="84"/>
                    <a:pt x="35" y="84"/>
                  </a:cubicBezTo>
                  <a:cubicBezTo>
                    <a:pt x="34" y="82"/>
                    <a:pt x="34" y="81"/>
                    <a:pt x="33" y="80"/>
                  </a:cubicBezTo>
                  <a:cubicBezTo>
                    <a:pt x="32" y="79"/>
                    <a:pt x="30" y="79"/>
                    <a:pt x="29" y="78"/>
                  </a:cubicBezTo>
                  <a:cubicBezTo>
                    <a:pt x="29" y="78"/>
                    <a:pt x="28" y="78"/>
                    <a:pt x="28" y="78"/>
                  </a:cubicBezTo>
                  <a:cubicBezTo>
                    <a:pt x="27" y="77"/>
                    <a:pt x="26" y="77"/>
                    <a:pt x="26" y="77"/>
                  </a:cubicBezTo>
                  <a:cubicBezTo>
                    <a:pt x="25" y="76"/>
                    <a:pt x="24" y="76"/>
                    <a:pt x="24" y="75"/>
                  </a:cubicBezTo>
                  <a:cubicBezTo>
                    <a:pt x="23" y="75"/>
                    <a:pt x="23" y="75"/>
                    <a:pt x="22" y="75"/>
                  </a:cubicBezTo>
                  <a:cubicBezTo>
                    <a:pt x="21" y="75"/>
                    <a:pt x="19" y="74"/>
                    <a:pt x="18" y="73"/>
                  </a:cubicBezTo>
                  <a:cubicBezTo>
                    <a:pt x="17" y="73"/>
                    <a:pt x="16" y="72"/>
                    <a:pt x="15" y="72"/>
                  </a:cubicBezTo>
                  <a:cubicBezTo>
                    <a:pt x="15" y="71"/>
                    <a:pt x="14" y="71"/>
                    <a:pt x="14" y="71"/>
                  </a:cubicBezTo>
                  <a:cubicBezTo>
                    <a:pt x="13" y="71"/>
                    <a:pt x="13" y="71"/>
                    <a:pt x="13" y="71"/>
                  </a:cubicBezTo>
                  <a:cubicBezTo>
                    <a:pt x="13" y="71"/>
                    <a:pt x="13" y="72"/>
                    <a:pt x="13" y="72"/>
                  </a:cubicBezTo>
                  <a:cubicBezTo>
                    <a:pt x="13" y="74"/>
                    <a:pt x="12" y="75"/>
                    <a:pt x="11" y="76"/>
                  </a:cubicBezTo>
                  <a:cubicBezTo>
                    <a:pt x="11" y="76"/>
                    <a:pt x="10" y="77"/>
                    <a:pt x="10" y="78"/>
                  </a:cubicBezTo>
                  <a:cubicBezTo>
                    <a:pt x="9" y="78"/>
                    <a:pt x="9" y="78"/>
                    <a:pt x="8" y="78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79"/>
                    <a:pt x="5" y="77"/>
                    <a:pt x="3" y="77"/>
                  </a:cubicBezTo>
                  <a:cubicBezTo>
                    <a:pt x="3" y="77"/>
                    <a:pt x="3" y="76"/>
                    <a:pt x="3" y="76"/>
                  </a:cubicBezTo>
                  <a:cubicBezTo>
                    <a:pt x="3" y="76"/>
                    <a:pt x="3" y="76"/>
                    <a:pt x="3" y="76"/>
                  </a:cubicBezTo>
                  <a:cubicBezTo>
                    <a:pt x="3" y="76"/>
                    <a:pt x="3" y="75"/>
                    <a:pt x="3" y="74"/>
                  </a:cubicBezTo>
                  <a:cubicBezTo>
                    <a:pt x="2" y="74"/>
                    <a:pt x="2" y="74"/>
                    <a:pt x="2" y="73"/>
                  </a:cubicBezTo>
                  <a:cubicBezTo>
                    <a:pt x="2" y="73"/>
                    <a:pt x="2" y="73"/>
                    <a:pt x="2" y="72"/>
                  </a:cubicBezTo>
                  <a:cubicBezTo>
                    <a:pt x="2" y="71"/>
                    <a:pt x="2" y="69"/>
                    <a:pt x="2" y="68"/>
                  </a:cubicBezTo>
                  <a:cubicBezTo>
                    <a:pt x="1" y="67"/>
                    <a:pt x="1" y="66"/>
                    <a:pt x="1" y="65"/>
                  </a:cubicBezTo>
                  <a:cubicBezTo>
                    <a:pt x="1" y="65"/>
                    <a:pt x="1" y="64"/>
                    <a:pt x="1" y="64"/>
                  </a:cubicBezTo>
                  <a:cubicBezTo>
                    <a:pt x="1" y="63"/>
                    <a:pt x="1" y="62"/>
                    <a:pt x="0" y="62"/>
                  </a:cubicBezTo>
                  <a:cubicBezTo>
                    <a:pt x="0" y="61"/>
                    <a:pt x="1" y="61"/>
                    <a:pt x="1" y="61"/>
                  </a:cubicBezTo>
                  <a:cubicBezTo>
                    <a:pt x="0" y="60"/>
                    <a:pt x="0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3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2"/>
                    <a:pt x="0" y="52"/>
                    <a:pt x="0" y="51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49"/>
                  </a:cubicBezTo>
                  <a:cubicBezTo>
                    <a:pt x="0" y="48"/>
                    <a:pt x="0" y="48"/>
                    <a:pt x="0" y="47"/>
                  </a:cubicBezTo>
                  <a:cubicBezTo>
                    <a:pt x="0" y="46"/>
                    <a:pt x="0" y="46"/>
                    <a:pt x="0" y="45"/>
                  </a:cubicBezTo>
                  <a:cubicBezTo>
                    <a:pt x="0" y="45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2"/>
                    <a:pt x="0" y="41"/>
                    <a:pt x="0" y="40"/>
                  </a:cubicBezTo>
                  <a:cubicBezTo>
                    <a:pt x="0" y="40"/>
                    <a:pt x="0" y="39"/>
                    <a:pt x="0" y="39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0" y="37"/>
                    <a:pt x="0" y="36"/>
                    <a:pt x="0" y="35"/>
                  </a:cubicBezTo>
                  <a:cubicBezTo>
                    <a:pt x="0" y="35"/>
                    <a:pt x="0" y="34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0" y="32"/>
                    <a:pt x="0" y="32"/>
                    <a:pt x="0" y="31"/>
                  </a:cubicBezTo>
                  <a:cubicBezTo>
                    <a:pt x="0" y="31"/>
                    <a:pt x="1" y="30"/>
                    <a:pt x="1" y="30"/>
                  </a:cubicBezTo>
                  <a:cubicBezTo>
                    <a:pt x="1" y="30"/>
                    <a:pt x="1" y="29"/>
                    <a:pt x="1" y="29"/>
                  </a:cubicBezTo>
                  <a:cubicBezTo>
                    <a:pt x="1" y="28"/>
                    <a:pt x="1" y="28"/>
                    <a:pt x="1" y="27"/>
                  </a:cubicBezTo>
                  <a:cubicBezTo>
                    <a:pt x="1" y="26"/>
                    <a:pt x="1" y="25"/>
                    <a:pt x="2" y="24"/>
                  </a:cubicBezTo>
                  <a:cubicBezTo>
                    <a:pt x="2" y="23"/>
                    <a:pt x="2" y="22"/>
                    <a:pt x="2" y="22"/>
                  </a:cubicBezTo>
                  <a:cubicBezTo>
                    <a:pt x="2" y="21"/>
                    <a:pt x="2" y="21"/>
                    <a:pt x="2" y="20"/>
                  </a:cubicBezTo>
                  <a:cubicBezTo>
                    <a:pt x="2" y="20"/>
                    <a:pt x="2" y="19"/>
                    <a:pt x="2" y="19"/>
                  </a:cubicBezTo>
                  <a:cubicBezTo>
                    <a:pt x="2" y="18"/>
                    <a:pt x="2" y="18"/>
                    <a:pt x="2" y="17"/>
                  </a:cubicBezTo>
                  <a:cubicBezTo>
                    <a:pt x="2" y="17"/>
                    <a:pt x="2" y="16"/>
                    <a:pt x="2" y="16"/>
                  </a:cubicBezTo>
                  <a:cubicBezTo>
                    <a:pt x="2" y="16"/>
                    <a:pt x="2" y="15"/>
                    <a:pt x="2" y="15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13"/>
                    <a:pt x="3" y="12"/>
                    <a:pt x="3" y="12"/>
                  </a:cubicBezTo>
                  <a:cubicBezTo>
                    <a:pt x="3" y="11"/>
                    <a:pt x="3" y="10"/>
                    <a:pt x="3" y="9"/>
                  </a:cubicBezTo>
                  <a:cubicBezTo>
                    <a:pt x="3" y="8"/>
                    <a:pt x="4" y="7"/>
                    <a:pt x="4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8" name="Freeform 16"/>
            <p:cNvSpPr>
              <a:spLocks noEditPoints="1"/>
            </p:cNvSpPr>
            <p:nvPr/>
          </p:nvSpPr>
          <p:spPr bwMode="auto">
            <a:xfrm>
              <a:off x="5203825" y="2532063"/>
              <a:ext cx="1790700" cy="1793875"/>
            </a:xfrm>
            <a:custGeom>
              <a:avLst/>
              <a:gdLst>
                <a:gd name="T0" fmla="*/ 329 w 658"/>
                <a:gd name="T1" fmla="*/ 0 h 658"/>
                <a:gd name="T2" fmla="*/ 658 w 658"/>
                <a:gd name="T3" fmla="*/ 329 h 658"/>
                <a:gd name="T4" fmla="*/ 638 w 658"/>
                <a:gd name="T5" fmla="*/ 440 h 658"/>
                <a:gd name="T6" fmla="*/ 620 w 658"/>
                <a:gd name="T7" fmla="*/ 435 h 658"/>
                <a:gd name="T8" fmla="*/ 638 w 658"/>
                <a:gd name="T9" fmla="*/ 329 h 658"/>
                <a:gd name="T10" fmla="*/ 329 w 658"/>
                <a:gd name="T11" fmla="*/ 20 h 658"/>
                <a:gd name="T12" fmla="*/ 227 w 658"/>
                <a:gd name="T13" fmla="*/ 37 h 658"/>
                <a:gd name="T14" fmla="*/ 219 w 658"/>
                <a:gd name="T15" fmla="*/ 19 h 658"/>
                <a:gd name="T16" fmla="*/ 329 w 658"/>
                <a:gd name="T17" fmla="*/ 0 h 658"/>
                <a:gd name="T18" fmla="*/ 581 w 658"/>
                <a:gd name="T19" fmla="*/ 540 h 658"/>
                <a:gd name="T20" fmla="*/ 329 w 658"/>
                <a:gd name="T21" fmla="*/ 658 h 658"/>
                <a:gd name="T22" fmla="*/ 0 w 658"/>
                <a:gd name="T23" fmla="*/ 329 h 658"/>
                <a:gd name="T24" fmla="*/ 9 w 658"/>
                <a:gd name="T25" fmla="*/ 251 h 658"/>
                <a:gd name="T26" fmla="*/ 25 w 658"/>
                <a:gd name="T27" fmla="*/ 268 h 658"/>
                <a:gd name="T28" fmla="*/ 19 w 658"/>
                <a:gd name="T29" fmla="*/ 329 h 658"/>
                <a:gd name="T30" fmla="*/ 329 w 658"/>
                <a:gd name="T31" fmla="*/ 639 h 658"/>
                <a:gd name="T32" fmla="*/ 555 w 658"/>
                <a:gd name="T33" fmla="*/ 540 h 658"/>
                <a:gd name="T34" fmla="*/ 581 w 658"/>
                <a:gd name="T35" fmla="*/ 540 h 658"/>
                <a:gd name="T36" fmla="*/ 29 w 658"/>
                <a:gd name="T37" fmla="*/ 194 h 658"/>
                <a:gd name="T38" fmla="*/ 116 w 658"/>
                <a:gd name="T39" fmla="*/ 79 h 658"/>
                <a:gd name="T40" fmla="*/ 126 w 658"/>
                <a:gd name="T41" fmla="*/ 95 h 658"/>
                <a:gd name="T42" fmla="*/ 49 w 658"/>
                <a:gd name="T43" fmla="*/ 196 h 658"/>
                <a:gd name="T44" fmla="*/ 29 w 658"/>
                <a:gd name="T45" fmla="*/ 194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658" h="658">
                  <a:moveTo>
                    <a:pt x="329" y="0"/>
                  </a:moveTo>
                  <a:cubicBezTo>
                    <a:pt x="510" y="0"/>
                    <a:pt x="658" y="148"/>
                    <a:pt x="658" y="329"/>
                  </a:cubicBezTo>
                  <a:cubicBezTo>
                    <a:pt x="658" y="368"/>
                    <a:pt x="651" y="405"/>
                    <a:pt x="638" y="440"/>
                  </a:cubicBezTo>
                  <a:cubicBezTo>
                    <a:pt x="620" y="435"/>
                    <a:pt x="620" y="435"/>
                    <a:pt x="620" y="435"/>
                  </a:cubicBezTo>
                  <a:cubicBezTo>
                    <a:pt x="632" y="402"/>
                    <a:pt x="638" y="366"/>
                    <a:pt x="638" y="329"/>
                  </a:cubicBezTo>
                  <a:cubicBezTo>
                    <a:pt x="638" y="159"/>
                    <a:pt x="499" y="20"/>
                    <a:pt x="329" y="20"/>
                  </a:cubicBezTo>
                  <a:cubicBezTo>
                    <a:pt x="293" y="20"/>
                    <a:pt x="259" y="26"/>
                    <a:pt x="227" y="37"/>
                  </a:cubicBezTo>
                  <a:cubicBezTo>
                    <a:pt x="225" y="31"/>
                    <a:pt x="222" y="25"/>
                    <a:pt x="219" y="19"/>
                  </a:cubicBezTo>
                  <a:cubicBezTo>
                    <a:pt x="253" y="7"/>
                    <a:pt x="290" y="0"/>
                    <a:pt x="329" y="0"/>
                  </a:cubicBezTo>
                  <a:close/>
                  <a:moveTo>
                    <a:pt x="581" y="540"/>
                  </a:moveTo>
                  <a:cubicBezTo>
                    <a:pt x="521" y="612"/>
                    <a:pt x="430" y="658"/>
                    <a:pt x="329" y="658"/>
                  </a:cubicBezTo>
                  <a:cubicBezTo>
                    <a:pt x="148" y="658"/>
                    <a:pt x="0" y="510"/>
                    <a:pt x="0" y="329"/>
                  </a:cubicBezTo>
                  <a:cubicBezTo>
                    <a:pt x="0" y="302"/>
                    <a:pt x="3" y="276"/>
                    <a:pt x="9" y="251"/>
                  </a:cubicBezTo>
                  <a:cubicBezTo>
                    <a:pt x="25" y="268"/>
                    <a:pt x="25" y="268"/>
                    <a:pt x="25" y="268"/>
                  </a:cubicBezTo>
                  <a:cubicBezTo>
                    <a:pt x="21" y="288"/>
                    <a:pt x="19" y="308"/>
                    <a:pt x="19" y="329"/>
                  </a:cubicBezTo>
                  <a:cubicBezTo>
                    <a:pt x="19" y="500"/>
                    <a:pt x="158" y="639"/>
                    <a:pt x="329" y="639"/>
                  </a:cubicBezTo>
                  <a:cubicBezTo>
                    <a:pt x="418" y="639"/>
                    <a:pt x="499" y="601"/>
                    <a:pt x="555" y="540"/>
                  </a:cubicBezTo>
                  <a:cubicBezTo>
                    <a:pt x="581" y="540"/>
                    <a:pt x="581" y="540"/>
                    <a:pt x="581" y="540"/>
                  </a:cubicBezTo>
                  <a:close/>
                  <a:moveTo>
                    <a:pt x="29" y="194"/>
                  </a:moveTo>
                  <a:cubicBezTo>
                    <a:pt x="49" y="150"/>
                    <a:pt x="79" y="110"/>
                    <a:pt x="116" y="79"/>
                  </a:cubicBezTo>
                  <a:cubicBezTo>
                    <a:pt x="118" y="85"/>
                    <a:pt x="122" y="90"/>
                    <a:pt x="126" y="95"/>
                  </a:cubicBezTo>
                  <a:cubicBezTo>
                    <a:pt x="94" y="123"/>
                    <a:pt x="68" y="157"/>
                    <a:pt x="49" y="196"/>
                  </a:cubicBezTo>
                  <a:cubicBezTo>
                    <a:pt x="29" y="194"/>
                    <a:pt x="29" y="194"/>
                    <a:pt x="29" y="1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Freeform 17"/>
            <p:cNvSpPr>
              <a:spLocks/>
            </p:cNvSpPr>
            <p:nvPr/>
          </p:nvSpPr>
          <p:spPr bwMode="auto">
            <a:xfrm>
              <a:off x="5805488" y="4481513"/>
              <a:ext cx="165100" cy="215900"/>
            </a:xfrm>
            <a:custGeom>
              <a:avLst/>
              <a:gdLst>
                <a:gd name="T0" fmla="*/ 52 w 61"/>
                <a:gd name="T1" fmla="*/ 58 h 79"/>
                <a:gd name="T2" fmla="*/ 51 w 61"/>
                <a:gd name="T3" fmla="*/ 60 h 79"/>
                <a:gd name="T4" fmla="*/ 51 w 61"/>
                <a:gd name="T5" fmla="*/ 62 h 79"/>
                <a:gd name="T6" fmla="*/ 50 w 61"/>
                <a:gd name="T7" fmla="*/ 64 h 79"/>
                <a:gd name="T8" fmla="*/ 49 w 61"/>
                <a:gd name="T9" fmla="*/ 66 h 79"/>
                <a:gd name="T10" fmla="*/ 48 w 61"/>
                <a:gd name="T11" fmla="*/ 67 h 79"/>
                <a:gd name="T12" fmla="*/ 44 w 61"/>
                <a:gd name="T13" fmla="*/ 73 h 79"/>
                <a:gd name="T14" fmla="*/ 39 w 61"/>
                <a:gd name="T15" fmla="*/ 76 h 79"/>
                <a:gd name="T16" fmla="*/ 36 w 61"/>
                <a:gd name="T17" fmla="*/ 77 h 79"/>
                <a:gd name="T18" fmla="*/ 33 w 61"/>
                <a:gd name="T19" fmla="*/ 78 h 79"/>
                <a:gd name="T20" fmla="*/ 29 w 61"/>
                <a:gd name="T21" fmla="*/ 79 h 79"/>
                <a:gd name="T22" fmla="*/ 21 w 61"/>
                <a:gd name="T23" fmla="*/ 78 h 79"/>
                <a:gd name="T24" fmla="*/ 17 w 61"/>
                <a:gd name="T25" fmla="*/ 77 h 79"/>
                <a:gd name="T26" fmla="*/ 11 w 61"/>
                <a:gd name="T27" fmla="*/ 74 h 79"/>
                <a:gd name="T28" fmla="*/ 8 w 61"/>
                <a:gd name="T29" fmla="*/ 72 h 79"/>
                <a:gd name="T30" fmla="*/ 6 w 61"/>
                <a:gd name="T31" fmla="*/ 70 h 79"/>
                <a:gd name="T32" fmla="*/ 4 w 61"/>
                <a:gd name="T33" fmla="*/ 67 h 79"/>
                <a:gd name="T34" fmla="*/ 1 w 61"/>
                <a:gd name="T35" fmla="*/ 62 h 79"/>
                <a:gd name="T36" fmla="*/ 0 w 61"/>
                <a:gd name="T37" fmla="*/ 58 h 79"/>
                <a:gd name="T38" fmla="*/ 0 w 61"/>
                <a:gd name="T39" fmla="*/ 58 h 79"/>
                <a:gd name="T40" fmla="*/ 0 w 61"/>
                <a:gd name="T41" fmla="*/ 54 h 79"/>
                <a:gd name="T42" fmla="*/ 0 w 61"/>
                <a:gd name="T43" fmla="*/ 54 h 79"/>
                <a:gd name="T44" fmla="*/ 0 w 61"/>
                <a:gd name="T45" fmla="*/ 50 h 79"/>
                <a:gd name="T46" fmla="*/ 1 w 61"/>
                <a:gd name="T47" fmla="*/ 48 h 79"/>
                <a:gd name="T48" fmla="*/ 1 w 61"/>
                <a:gd name="T49" fmla="*/ 45 h 79"/>
                <a:gd name="T50" fmla="*/ 1 w 61"/>
                <a:gd name="T51" fmla="*/ 45 h 79"/>
                <a:gd name="T52" fmla="*/ 10 w 61"/>
                <a:gd name="T53" fmla="*/ 1 h 79"/>
                <a:gd name="T54" fmla="*/ 12 w 61"/>
                <a:gd name="T55" fmla="*/ 0 h 79"/>
                <a:gd name="T56" fmla="*/ 23 w 61"/>
                <a:gd name="T57" fmla="*/ 2 h 79"/>
                <a:gd name="T58" fmla="*/ 14 w 61"/>
                <a:gd name="T59" fmla="*/ 49 h 79"/>
                <a:gd name="T60" fmla="*/ 15 w 61"/>
                <a:gd name="T61" fmla="*/ 61 h 79"/>
                <a:gd name="T62" fmla="*/ 18 w 61"/>
                <a:gd name="T63" fmla="*/ 65 h 79"/>
                <a:gd name="T64" fmla="*/ 34 w 61"/>
                <a:gd name="T65" fmla="*/ 65 h 79"/>
                <a:gd name="T66" fmla="*/ 39 w 61"/>
                <a:gd name="T67" fmla="*/ 54 h 79"/>
                <a:gd name="T68" fmla="*/ 48 w 61"/>
                <a:gd name="T69" fmla="*/ 7 h 79"/>
                <a:gd name="T70" fmla="*/ 60 w 61"/>
                <a:gd name="T71" fmla="*/ 9 h 79"/>
                <a:gd name="T72" fmla="*/ 61 w 61"/>
                <a:gd name="T73" fmla="*/ 11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1" h="79">
                  <a:moveTo>
                    <a:pt x="52" y="55"/>
                  </a:moveTo>
                  <a:cubicBezTo>
                    <a:pt x="52" y="56"/>
                    <a:pt x="52" y="57"/>
                    <a:pt x="52" y="58"/>
                  </a:cubicBezTo>
                  <a:cubicBezTo>
                    <a:pt x="52" y="58"/>
                    <a:pt x="52" y="58"/>
                    <a:pt x="52" y="58"/>
                  </a:cubicBezTo>
                  <a:cubicBezTo>
                    <a:pt x="52" y="58"/>
                    <a:pt x="52" y="59"/>
                    <a:pt x="51" y="60"/>
                  </a:cubicBezTo>
                  <a:cubicBezTo>
                    <a:pt x="51" y="60"/>
                    <a:pt x="51" y="60"/>
                    <a:pt x="51" y="60"/>
                  </a:cubicBezTo>
                  <a:cubicBezTo>
                    <a:pt x="51" y="61"/>
                    <a:pt x="51" y="61"/>
                    <a:pt x="51" y="62"/>
                  </a:cubicBezTo>
                  <a:cubicBezTo>
                    <a:pt x="51" y="62"/>
                    <a:pt x="51" y="62"/>
                    <a:pt x="51" y="62"/>
                  </a:cubicBezTo>
                  <a:cubicBezTo>
                    <a:pt x="51" y="63"/>
                    <a:pt x="50" y="63"/>
                    <a:pt x="50" y="64"/>
                  </a:cubicBezTo>
                  <a:cubicBezTo>
                    <a:pt x="50" y="64"/>
                    <a:pt x="50" y="64"/>
                    <a:pt x="50" y="64"/>
                  </a:cubicBezTo>
                  <a:cubicBezTo>
                    <a:pt x="50" y="64"/>
                    <a:pt x="50" y="65"/>
                    <a:pt x="49" y="66"/>
                  </a:cubicBezTo>
                  <a:cubicBezTo>
                    <a:pt x="49" y="66"/>
                    <a:pt x="49" y="66"/>
                    <a:pt x="49" y="66"/>
                  </a:cubicBezTo>
                  <a:cubicBezTo>
                    <a:pt x="49" y="66"/>
                    <a:pt x="49" y="67"/>
                    <a:pt x="48" y="67"/>
                  </a:cubicBezTo>
                  <a:cubicBezTo>
                    <a:pt x="48" y="68"/>
                    <a:pt x="47" y="70"/>
                    <a:pt x="46" y="71"/>
                  </a:cubicBezTo>
                  <a:cubicBezTo>
                    <a:pt x="45" y="71"/>
                    <a:pt x="45" y="72"/>
                    <a:pt x="44" y="73"/>
                  </a:cubicBezTo>
                  <a:cubicBezTo>
                    <a:pt x="43" y="73"/>
                    <a:pt x="43" y="74"/>
                    <a:pt x="42" y="75"/>
                  </a:cubicBezTo>
                  <a:cubicBezTo>
                    <a:pt x="41" y="75"/>
                    <a:pt x="40" y="76"/>
                    <a:pt x="39" y="76"/>
                  </a:cubicBezTo>
                  <a:cubicBezTo>
                    <a:pt x="39" y="76"/>
                    <a:pt x="39" y="76"/>
                    <a:pt x="39" y="76"/>
                  </a:cubicBezTo>
                  <a:cubicBezTo>
                    <a:pt x="38" y="77"/>
                    <a:pt x="37" y="77"/>
                    <a:pt x="36" y="77"/>
                  </a:cubicBezTo>
                  <a:cubicBezTo>
                    <a:pt x="36" y="77"/>
                    <a:pt x="36" y="77"/>
                    <a:pt x="36" y="77"/>
                  </a:cubicBezTo>
                  <a:cubicBezTo>
                    <a:pt x="35" y="78"/>
                    <a:pt x="34" y="78"/>
                    <a:pt x="33" y="78"/>
                  </a:cubicBezTo>
                  <a:cubicBezTo>
                    <a:pt x="33" y="78"/>
                    <a:pt x="33" y="78"/>
                    <a:pt x="33" y="78"/>
                  </a:cubicBezTo>
                  <a:cubicBezTo>
                    <a:pt x="32" y="78"/>
                    <a:pt x="31" y="79"/>
                    <a:pt x="29" y="79"/>
                  </a:cubicBezTo>
                  <a:cubicBezTo>
                    <a:pt x="28" y="79"/>
                    <a:pt x="27" y="79"/>
                    <a:pt x="26" y="79"/>
                  </a:cubicBezTo>
                  <a:cubicBezTo>
                    <a:pt x="24" y="78"/>
                    <a:pt x="23" y="78"/>
                    <a:pt x="21" y="78"/>
                  </a:cubicBezTo>
                  <a:cubicBezTo>
                    <a:pt x="20" y="78"/>
                    <a:pt x="19" y="77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16" y="77"/>
                    <a:pt x="15" y="76"/>
                    <a:pt x="14" y="76"/>
                  </a:cubicBezTo>
                  <a:cubicBezTo>
                    <a:pt x="13" y="75"/>
                    <a:pt x="11" y="74"/>
                    <a:pt x="11" y="74"/>
                  </a:cubicBezTo>
                  <a:cubicBezTo>
                    <a:pt x="11" y="74"/>
                    <a:pt x="11" y="74"/>
                    <a:pt x="11" y="74"/>
                  </a:cubicBezTo>
                  <a:cubicBezTo>
                    <a:pt x="10" y="73"/>
                    <a:pt x="9" y="72"/>
                    <a:pt x="8" y="72"/>
                  </a:cubicBezTo>
                  <a:cubicBezTo>
                    <a:pt x="8" y="72"/>
                    <a:pt x="8" y="72"/>
                    <a:pt x="8" y="72"/>
                  </a:cubicBezTo>
                  <a:cubicBezTo>
                    <a:pt x="7" y="71"/>
                    <a:pt x="6" y="70"/>
                    <a:pt x="6" y="70"/>
                  </a:cubicBezTo>
                  <a:cubicBezTo>
                    <a:pt x="6" y="70"/>
                    <a:pt x="6" y="70"/>
                    <a:pt x="6" y="70"/>
                  </a:cubicBezTo>
                  <a:cubicBezTo>
                    <a:pt x="5" y="69"/>
                    <a:pt x="4" y="68"/>
                    <a:pt x="4" y="67"/>
                  </a:cubicBezTo>
                  <a:cubicBezTo>
                    <a:pt x="3" y="66"/>
                    <a:pt x="3" y="65"/>
                    <a:pt x="2" y="65"/>
                  </a:cubicBezTo>
                  <a:cubicBezTo>
                    <a:pt x="2" y="64"/>
                    <a:pt x="2" y="63"/>
                    <a:pt x="1" y="62"/>
                  </a:cubicBezTo>
                  <a:cubicBezTo>
                    <a:pt x="1" y="61"/>
                    <a:pt x="1" y="59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8"/>
                    <a:pt x="0" y="58"/>
                    <a:pt x="0" y="58"/>
                  </a:cubicBezTo>
                  <a:cubicBezTo>
                    <a:pt x="0" y="57"/>
                    <a:pt x="0" y="55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53"/>
                    <a:pt x="0" y="53"/>
                    <a:pt x="0" y="52"/>
                  </a:cubicBezTo>
                  <a:cubicBezTo>
                    <a:pt x="0" y="51"/>
                    <a:pt x="0" y="51"/>
                    <a:pt x="0" y="50"/>
                  </a:cubicBezTo>
                  <a:cubicBezTo>
                    <a:pt x="0" y="50"/>
                    <a:pt x="0" y="50"/>
                    <a:pt x="0" y="50"/>
                  </a:cubicBezTo>
                  <a:cubicBezTo>
                    <a:pt x="1" y="49"/>
                    <a:pt x="1" y="48"/>
                    <a:pt x="1" y="48"/>
                  </a:cubicBezTo>
                  <a:cubicBezTo>
                    <a:pt x="1" y="48"/>
                    <a:pt x="1" y="48"/>
                    <a:pt x="1" y="48"/>
                  </a:cubicBezTo>
                  <a:cubicBezTo>
                    <a:pt x="1" y="47"/>
                    <a:pt x="1" y="46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" y="45"/>
                    <a:pt x="1" y="45"/>
                    <a:pt x="1" y="45"/>
                  </a:cubicBezTo>
                  <a:cubicBezTo>
                    <a:pt x="10" y="1"/>
                    <a:pt x="10" y="1"/>
                    <a:pt x="10" y="1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4" y="49"/>
                    <a:pt x="14" y="49"/>
                    <a:pt x="14" y="49"/>
                  </a:cubicBezTo>
                  <a:cubicBezTo>
                    <a:pt x="13" y="51"/>
                    <a:pt x="13" y="54"/>
                    <a:pt x="13" y="56"/>
                  </a:cubicBezTo>
                  <a:cubicBezTo>
                    <a:pt x="14" y="58"/>
                    <a:pt x="14" y="60"/>
                    <a:pt x="15" y="61"/>
                  </a:cubicBezTo>
                  <a:cubicBezTo>
                    <a:pt x="15" y="61"/>
                    <a:pt x="15" y="61"/>
                    <a:pt x="15" y="61"/>
                  </a:cubicBezTo>
                  <a:cubicBezTo>
                    <a:pt x="16" y="63"/>
                    <a:pt x="17" y="64"/>
                    <a:pt x="18" y="65"/>
                  </a:cubicBezTo>
                  <a:cubicBezTo>
                    <a:pt x="20" y="66"/>
                    <a:pt x="21" y="67"/>
                    <a:pt x="23" y="67"/>
                  </a:cubicBezTo>
                  <a:cubicBezTo>
                    <a:pt x="27" y="68"/>
                    <a:pt x="31" y="67"/>
                    <a:pt x="34" y="65"/>
                  </a:cubicBezTo>
                  <a:cubicBezTo>
                    <a:pt x="35" y="64"/>
                    <a:pt x="36" y="62"/>
                    <a:pt x="37" y="61"/>
                  </a:cubicBezTo>
                  <a:cubicBezTo>
                    <a:pt x="38" y="59"/>
                    <a:pt x="39" y="56"/>
                    <a:pt x="39" y="54"/>
                  </a:cubicBezTo>
                  <a:cubicBezTo>
                    <a:pt x="48" y="9"/>
                    <a:pt x="48" y="9"/>
                    <a:pt x="48" y="9"/>
                  </a:cubicBezTo>
                  <a:cubicBezTo>
                    <a:pt x="48" y="7"/>
                    <a:pt x="48" y="7"/>
                    <a:pt x="48" y="7"/>
                  </a:cubicBezTo>
                  <a:cubicBezTo>
                    <a:pt x="50" y="7"/>
                    <a:pt x="50" y="7"/>
                    <a:pt x="50" y="7"/>
                  </a:cubicBezTo>
                  <a:cubicBezTo>
                    <a:pt x="60" y="9"/>
                    <a:pt x="60" y="9"/>
                    <a:pt x="60" y="9"/>
                  </a:cubicBezTo>
                  <a:cubicBezTo>
                    <a:pt x="61" y="10"/>
                    <a:pt x="61" y="10"/>
                    <a:pt x="61" y="10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52" y="55"/>
                    <a:pt x="52" y="55"/>
                    <a:pt x="52" y="5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Freeform 18"/>
            <p:cNvSpPr>
              <a:spLocks/>
            </p:cNvSpPr>
            <p:nvPr/>
          </p:nvSpPr>
          <p:spPr bwMode="auto">
            <a:xfrm>
              <a:off x="6019800" y="4511675"/>
              <a:ext cx="149225" cy="201613"/>
            </a:xfrm>
            <a:custGeom>
              <a:avLst/>
              <a:gdLst>
                <a:gd name="T0" fmla="*/ 0 w 94"/>
                <a:gd name="T1" fmla="*/ 0 h 127"/>
                <a:gd name="T2" fmla="*/ 3 w 94"/>
                <a:gd name="T3" fmla="*/ 0 h 127"/>
                <a:gd name="T4" fmla="*/ 24 w 94"/>
                <a:gd name="T5" fmla="*/ 0 h 127"/>
                <a:gd name="T6" fmla="*/ 26 w 94"/>
                <a:gd name="T7" fmla="*/ 0 h 127"/>
                <a:gd name="T8" fmla="*/ 26 w 94"/>
                <a:gd name="T9" fmla="*/ 2 h 127"/>
                <a:gd name="T10" fmla="*/ 72 w 94"/>
                <a:gd name="T11" fmla="*/ 91 h 127"/>
                <a:gd name="T12" fmla="*/ 72 w 94"/>
                <a:gd name="T13" fmla="*/ 2 h 127"/>
                <a:gd name="T14" fmla="*/ 72 w 94"/>
                <a:gd name="T15" fmla="*/ 0 h 127"/>
                <a:gd name="T16" fmla="*/ 74 w 94"/>
                <a:gd name="T17" fmla="*/ 0 h 127"/>
                <a:gd name="T18" fmla="*/ 91 w 94"/>
                <a:gd name="T19" fmla="*/ 0 h 127"/>
                <a:gd name="T20" fmla="*/ 93 w 94"/>
                <a:gd name="T21" fmla="*/ 0 h 127"/>
                <a:gd name="T22" fmla="*/ 93 w 94"/>
                <a:gd name="T23" fmla="*/ 2 h 127"/>
                <a:gd name="T24" fmla="*/ 94 w 94"/>
                <a:gd name="T25" fmla="*/ 124 h 127"/>
                <a:gd name="T26" fmla="*/ 94 w 94"/>
                <a:gd name="T27" fmla="*/ 127 h 127"/>
                <a:gd name="T28" fmla="*/ 91 w 94"/>
                <a:gd name="T29" fmla="*/ 127 h 127"/>
                <a:gd name="T30" fmla="*/ 70 w 94"/>
                <a:gd name="T31" fmla="*/ 127 h 127"/>
                <a:gd name="T32" fmla="*/ 69 w 94"/>
                <a:gd name="T33" fmla="*/ 127 h 127"/>
                <a:gd name="T34" fmla="*/ 67 w 94"/>
                <a:gd name="T35" fmla="*/ 125 h 127"/>
                <a:gd name="T36" fmla="*/ 22 w 94"/>
                <a:gd name="T37" fmla="*/ 36 h 127"/>
                <a:gd name="T38" fmla="*/ 22 w 94"/>
                <a:gd name="T39" fmla="*/ 124 h 127"/>
                <a:gd name="T40" fmla="*/ 22 w 94"/>
                <a:gd name="T41" fmla="*/ 127 h 127"/>
                <a:gd name="T42" fmla="*/ 19 w 94"/>
                <a:gd name="T43" fmla="*/ 127 h 127"/>
                <a:gd name="T44" fmla="*/ 3 w 94"/>
                <a:gd name="T45" fmla="*/ 127 h 127"/>
                <a:gd name="T46" fmla="*/ 0 w 94"/>
                <a:gd name="T47" fmla="*/ 127 h 127"/>
                <a:gd name="T48" fmla="*/ 0 w 94"/>
                <a:gd name="T49" fmla="*/ 124 h 127"/>
                <a:gd name="T50" fmla="*/ 0 w 94"/>
                <a:gd name="T51" fmla="*/ 3 h 127"/>
                <a:gd name="T52" fmla="*/ 0 w 94"/>
                <a:gd name="T53" fmla="*/ 0 h 127"/>
                <a:gd name="T54" fmla="*/ 0 w 94"/>
                <a:gd name="T55" fmla="*/ 0 h 1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94" h="127">
                  <a:moveTo>
                    <a:pt x="0" y="0"/>
                  </a:moveTo>
                  <a:lnTo>
                    <a:pt x="3" y="0"/>
                  </a:lnTo>
                  <a:lnTo>
                    <a:pt x="24" y="0"/>
                  </a:lnTo>
                  <a:lnTo>
                    <a:pt x="26" y="0"/>
                  </a:lnTo>
                  <a:lnTo>
                    <a:pt x="26" y="2"/>
                  </a:lnTo>
                  <a:lnTo>
                    <a:pt x="72" y="91"/>
                  </a:lnTo>
                  <a:lnTo>
                    <a:pt x="72" y="2"/>
                  </a:lnTo>
                  <a:lnTo>
                    <a:pt x="72" y="0"/>
                  </a:lnTo>
                  <a:lnTo>
                    <a:pt x="74" y="0"/>
                  </a:lnTo>
                  <a:lnTo>
                    <a:pt x="91" y="0"/>
                  </a:lnTo>
                  <a:lnTo>
                    <a:pt x="93" y="0"/>
                  </a:lnTo>
                  <a:lnTo>
                    <a:pt x="93" y="2"/>
                  </a:lnTo>
                  <a:lnTo>
                    <a:pt x="94" y="124"/>
                  </a:lnTo>
                  <a:lnTo>
                    <a:pt x="94" y="127"/>
                  </a:lnTo>
                  <a:lnTo>
                    <a:pt x="91" y="127"/>
                  </a:lnTo>
                  <a:lnTo>
                    <a:pt x="70" y="127"/>
                  </a:lnTo>
                  <a:lnTo>
                    <a:pt x="69" y="127"/>
                  </a:lnTo>
                  <a:lnTo>
                    <a:pt x="67" y="125"/>
                  </a:lnTo>
                  <a:lnTo>
                    <a:pt x="22" y="36"/>
                  </a:lnTo>
                  <a:lnTo>
                    <a:pt x="22" y="124"/>
                  </a:lnTo>
                  <a:lnTo>
                    <a:pt x="22" y="127"/>
                  </a:lnTo>
                  <a:lnTo>
                    <a:pt x="19" y="127"/>
                  </a:lnTo>
                  <a:lnTo>
                    <a:pt x="3" y="127"/>
                  </a:lnTo>
                  <a:lnTo>
                    <a:pt x="0" y="127"/>
                  </a:lnTo>
                  <a:lnTo>
                    <a:pt x="0" y="124"/>
                  </a:lnTo>
                  <a:lnTo>
                    <a:pt x="0" y="3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1" name="Freeform 19"/>
            <p:cNvSpPr>
              <a:spLocks/>
            </p:cNvSpPr>
            <p:nvPr/>
          </p:nvSpPr>
          <p:spPr bwMode="auto">
            <a:xfrm>
              <a:off x="6218238" y="4500563"/>
              <a:ext cx="60325" cy="204788"/>
            </a:xfrm>
            <a:custGeom>
              <a:avLst/>
              <a:gdLst>
                <a:gd name="T0" fmla="*/ 0 w 38"/>
                <a:gd name="T1" fmla="*/ 2 h 129"/>
                <a:gd name="T2" fmla="*/ 2 w 38"/>
                <a:gd name="T3" fmla="*/ 2 h 129"/>
                <a:gd name="T4" fmla="*/ 19 w 38"/>
                <a:gd name="T5" fmla="*/ 0 h 129"/>
                <a:gd name="T6" fmla="*/ 22 w 38"/>
                <a:gd name="T7" fmla="*/ 0 h 129"/>
                <a:gd name="T8" fmla="*/ 22 w 38"/>
                <a:gd name="T9" fmla="*/ 2 h 129"/>
                <a:gd name="T10" fmla="*/ 38 w 38"/>
                <a:gd name="T11" fmla="*/ 122 h 129"/>
                <a:gd name="T12" fmla="*/ 38 w 38"/>
                <a:gd name="T13" fmla="*/ 125 h 129"/>
                <a:gd name="T14" fmla="*/ 34 w 38"/>
                <a:gd name="T15" fmla="*/ 125 h 129"/>
                <a:gd name="T16" fmla="*/ 19 w 38"/>
                <a:gd name="T17" fmla="*/ 129 h 129"/>
                <a:gd name="T18" fmla="*/ 16 w 38"/>
                <a:gd name="T19" fmla="*/ 129 h 129"/>
                <a:gd name="T20" fmla="*/ 16 w 38"/>
                <a:gd name="T21" fmla="*/ 125 h 129"/>
                <a:gd name="T22" fmla="*/ 0 w 38"/>
                <a:gd name="T23" fmla="*/ 5 h 129"/>
                <a:gd name="T24" fmla="*/ 0 w 38"/>
                <a:gd name="T25" fmla="*/ 2 h 129"/>
                <a:gd name="T26" fmla="*/ 0 w 38"/>
                <a:gd name="T27" fmla="*/ 2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38" h="129">
                  <a:moveTo>
                    <a:pt x="0" y="2"/>
                  </a:moveTo>
                  <a:lnTo>
                    <a:pt x="2" y="2"/>
                  </a:lnTo>
                  <a:lnTo>
                    <a:pt x="19" y="0"/>
                  </a:lnTo>
                  <a:lnTo>
                    <a:pt x="22" y="0"/>
                  </a:lnTo>
                  <a:lnTo>
                    <a:pt x="22" y="2"/>
                  </a:lnTo>
                  <a:lnTo>
                    <a:pt x="38" y="122"/>
                  </a:lnTo>
                  <a:lnTo>
                    <a:pt x="38" y="125"/>
                  </a:lnTo>
                  <a:lnTo>
                    <a:pt x="34" y="125"/>
                  </a:lnTo>
                  <a:lnTo>
                    <a:pt x="19" y="129"/>
                  </a:lnTo>
                  <a:lnTo>
                    <a:pt x="16" y="129"/>
                  </a:lnTo>
                  <a:lnTo>
                    <a:pt x="16" y="125"/>
                  </a:lnTo>
                  <a:lnTo>
                    <a:pt x="0" y="5"/>
                  </a:lnTo>
                  <a:lnTo>
                    <a:pt x="0" y="2"/>
                  </a:lnTo>
                  <a:lnTo>
                    <a:pt x="0" y="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2" name="Freeform 20"/>
            <p:cNvSpPr>
              <a:spLocks/>
            </p:cNvSpPr>
            <p:nvPr/>
          </p:nvSpPr>
          <p:spPr bwMode="auto">
            <a:xfrm>
              <a:off x="6294438" y="4451350"/>
              <a:ext cx="163513" cy="220663"/>
            </a:xfrm>
            <a:custGeom>
              <a:avLst/>
              <a:gdLst>
                <a:gd name="T0" fmla="*/ 0 w 103"/>
                <a:gd name="T1" fmla="*/ 29 h 139"/>
                <a:gd name="T2" fmla="*/ 4 w 103"/>
                <a:gd name="T3" fmla="*/ 28 h 139"/>
                <a:gd name="T4" fmla="*/ 22 w 103"/>
                <a:gd name="T5" fmla="*/ 22 h 139"/>
                <a:gd name="T6" fmla="*/ 24 w 103"/>
                <a:gd name="T7" fmla="*/ 22 h 139"/>
                <a:gd name="T8" fmla="*/ 26 w 103"/>
                <a:gd name="T9" fmla="*/ 24 h 139"/>
                <a:gd name="T10" fmla="*/ 77 w 103"/>
                <a:gd name="T11" fmla="*/ 103 h 139"/>
                <a:gd name="T12" fmla="*/ 81 w 103"/>
                <a:gd name="T13" fmla="*/ 7 h 139"/>
                <a:gd name="T14" fmla="*/ 81 w 103"/>
                <a:gd name="T15" fmla="*/ 5 h 139"/>
                <a:gd name="T16" fmla="*/ 84 w 103"/>
                <a:gd name="T17" fmla="*/ 5 h 139"/>
                <a:gd name="T18" fmla="*/ 100 w 103"/>
                <a:gd name="T19" fmla="*/ 0 h 139"/>
                <a:gd name="T20" fmla="*/ 103 w 103"/>
                <a:gd name="T21" fmla="*/ 0 h 139"/>
                <a:gd name="T22" fmla="*/ 103 w 103"/>
                <a:gd name="T23" fmla="*/ 4 h 139"/>
                <a:gd name="T24" fmla="*/ 96 w 103"/>
                <a:gd name="T25" fmla="*/ 132 h 139"/>
                <a:gd name="T26" fmla="*/ 96 w 103"/>
                <a:gd name="T27" fmla="*/ 134 h 139"/>
                <a:gd name="T28" fmla="*/ 94 w 103"/>
                <a:gd name="T29" fmla="*/ 134 h 139"/>
                <a:gd name="T30" fmla="*/ 77 w 103"/>
                <a:gd name="T31" fmla="*/ 139 h 139"/>
                <a:gd name="T32" fmla="*/ 76 w 103"/>
                <a:gd name="T33" fmla="*/ 139 h 139"/>
                <a:gd name="T34" fmla="*/ 74 w 103"/>
                <a:gd name="T35" fmla="*/ 138 h 139"/>
                <a:gd name="T36" fmla="*/ 2 w 103"/>
                <a:gd name="T37" fmla="*/ 31 h 139"/>
                <a:gd name="T38" fmla="*/ 0 w 103"/>
                <a:gd name="T39" fmla="*/ 29 h 139"/>
                <a:gd name="T40" fmla="*/ 0 w 103"/>
                <a:gd name="T41" fmla="*/ 29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3" h="139">
                  <a:moveTo>
                    <a:pt x="0" y="29"/>
                  </a:moveTo>
                  <a:lnTo>
                    <a:pt x="4" y="28"/>
                  </a:lnTo>
                  <a:lnTo>
                    <a:pt x="22" y="22"/>
                  </a:lnTo>
                  <a:lnTo>
                    <a:pt x="24" y="22"/>
                  </a:lnTo>
                  <a:lnTo>
                    <a:pt x="26" y="24"/>
                  </a:lnTo>
                  <a:lnTo>
                    <a:pt x="77" y="103"/>
                  </a:lnTo>
                  <a:lnTo>
                    <a:pt x="81" y="7"/>
                  </a:lnTo>
                  <a:lnTo>
                    <a:pt x="81" y="5"/>
                  </a:lnTo>
                  <a:lnTo>
                    <a:pt x="84" y="5"/>
                  </a:lnTo>
                  <a:lnTo>
                    <a:pt x="100" y="0"/>
                  </a:lnTo>
                  <a:lnTo>
                    <a:pt x="103" y="0"/>
                  </a:lnTo>
                  <a:lnTo>
                    <a:pt x="103" y="4"/>
                  </a:lnTo>
                  <a:lnTo>
                    <a:pt x="96" y="132"/>
                  </a:lnTo>
                  <a:lnTo>
                    <a:pt x="96" y="134"/>
                  </a:lnTo>
                  <a:lnTo>
                    <a:pt x="94" y="134"/>
                  </a:lnTo>
                  <a:lnTo>
                    <a:pt x="77" y="139"/>
                  </a:lnTo>
                  <a:lnTo>
                    <a:pt x="76" y="139"/>
                  </a:lnTo>
                  <a:lnTo>
                    <a:pt x="74" y="138"/>
                  </a:lnTo>
                  <a:lnTo>
                    <a:pt x="2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3" name="Freeform 21"/>
            <p:cNvSpPr>
              <a:spLocks/>
            </p:cNvSpPr>
            <p:nvPr/>
          </p:nvSpPr>
          <p:spPr bwMode="auto">
            <a:xfrm>
              <a:off x="6500813" y="4386263"/>
              <a:ext cx="185738" cy="228600"/>
            </a:xfrm>
            <a:custGeom>
              <a:avLst/>
              <a:gdLst>
                <a:gd name="T0" fmla="*/ 0 w 117"/>
                <a:gd name="T1" fmla="*/ 29 h 144"/>
                <a:gd name="T2" fmla="*/ 2 w 117"/>
                <a:gd name="T3" fmla="*/ 27 h 144"/>
                <a:gd name="T4" fmla="*/ 59 w 117"/>
                <a:gd name="T5" fmla="*/ 2 h 144"/>
                <a:gd name="T6" fmla="*/ 60 w 117"/>
                <a:gd name="T7" fmla="*/ 0 h 144"/>
                <a:gd name="T8" fmla="*/ 62 w 117"/>
                <a:gd name="T9" fmla="*/ 2 h 144"/>
                <a:gd name="T10" fmla="*/ 67 w 117"/>
                <a:gd name="T11" fmla="*/ 14 h 144"/>
                <a:gd name="T12" fmla="*/ 69 w 117"/>
                <a:gd name="T13" fmla="*/ 17 h 144"/>
                <a:gd name="T14" fmla="*/ 67 w 117"/>
                <a:gd name="T15" fmla="*/ 19 h 144"/>
                <a:gd name="T16" fmla="*/ 28 w 117"/>
                <a:gd name="T17" fmla="*/ 36 h 144"/>
                <a:gd name="T18" fmla="*/ 42 w 117"/>
                <a:gd name="T19" fmla="*/ 65 h 144"/>
                <a:gd name="T20" fmla="*/ 79 w 117"/>
                <a:gd name="T21" fmla="*/ 48 h 144"/>
                <a:gd name="T22" fmla="*/ 81 w 117"/>
                <a:gd name="T23" fmla="*/ 48 h 144"/>
                <a:gd name="T24" fmla="*/ 83 w 117"/>
                <a:gd name="T25" fmla="*/ 50 h 144"/>
                <a:gd name="T26" fmla="*/ 88 w 117"/>
                <a:gd name="T27" fmla="*/ 62 h 144"/>
                <a:gd name="T28" fmla="*/ 90 w 117"/>
                <a:gd name="T29" fmla="*/ 65 h 144"/>
                <a:gd name="T30" fmla="*/ 86 w 117"/>
                <a:gd name="T31" fmla="*/ 67 h 144"/>
                <a:gd name="T32" fmla="*/ 50 w 117"/>
                <a:gd name="T33" fmla="*/ 82 h 144"/>
                <a:gd name="T34" fmla="*/ 66 w 117"/>
                <a:gd name="T35" fmla="*/ 117 h 144"/>
                <a:gd name="T36" fmla="*/ 107 w 117"/>
                <a:gd name="T37" fmla="*/ 98 h 144"/>
                <a:gd name="T38" fmla="*/ 108 w 117"/>
                <a:gd name="T39" fmla="*/ 96 h 144"/>
                <a:gd name="T40" fmla="*/ 110 w 117"/>
                <a:gd name="T41" fmla="*/ 100 h 144"/>
                <a:gd name="T42" fmla="*/ 115 w 117"/>
                <a:gd name="T43" fmla="*/ 112 h 144"/>
                <a:gd name="T44" fmla="*/ 117 w 117"/>
                <a:gd name="T45" fmla="*/ 113 h 144"/>
                <a:gd name="T46" fmla="*/ 114 w 117"/>
                <a:gd name="T47" fmla="*/ 115 h 144"/>
                <a:gd name="T48" fmla="*/ 55 w 117"/>
                <a:gd name="T49" fmla="*/ 142 h 144"/>
                <a:gd name="T50" fmla="*/ 54 w 117"/>
                <a:gd name="T51" fmla="*/ 144 h 144"/>
                <a:gd name="T52" fmla="*/ 52 w 117"/>
                <a:gd name="T53" fmla="*/ 141 h 144"/>
                <a:gd name="T54" fmla="*/ 0 w 117"/>
                <a:gd name="T55" fmla="*/ 31 h 144"/>
                <a:gd name="T56" fmla="*/ 0 w 117"/>
                <a:gd name="T57" fmla="*/ 29 h 144"/>
                <a:gd name="T58" fmla="*/ 0 w 117"/>
                <a:gd name="T59" fmla="*/ 2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17" h="144">
                  <a:moveTo>
                    <a:pt x="0" y="29"/>
                  </a:moveTo>
                  <a:lnTo>
                    <a:pt x="2" y="27"/>
                  </a:lnTo>
                  <a:lnTo>
                    <a:pt x="59" y="2"/>
                  </a:lnTo>
                  <a:lnTo>
                    <a:pt x="60" y="0"/>
                  </a:lnTo>
                  <a:lnTo>
                    <a:pt x="62" y="2"/>
                  </a:lnTo>
                  <a:lnTo>
                    <a:pt x="67" y="14"/>
                  </a:lnTo>
                  <a:lnTo>
                    <a:pt x="69" y="17"/>
                  </a:lnTo>
                  <a:lnTo>
                    <a:pt x="67" y="19"/>
                  </a:lnTo>
                  <a:lnTo>
                    <a:pt x="28" y="36"/>
                  </a:lnTo>
                  <a:lnTo>
                    <a:pt x="42" y="65"/>
                  </a:lnTo>
                  <a:lnTo>
                    <a:pt x="79" y="48"/>
                  </a:lnTo>
                  <a:lnTo>
                    <a:pt x="81" y="48"/>
                  </a:lnTo>
                  <a:lnTo>
                    <a:pt x="83" y="50"/>
                  </a:lnTo>
                  <a:lnTo>
                    <a:pt x="88" y="62"/>
                  </a:lnTo>
                  <a:lnTo>
                    <a:pt x="90" y="65"/>
                  </a:lnTo>
                  <a:lnTo>
                    <a:pt x="86" y="67"/>
                  </a:lnTo>
                  <a:lnTo>
                    <a:pt x="50" y="82"/>
                  </a:lnTo>
                  <a:lnTo>
                    <a:pt x="66" y="117"/>
                  </a:lnTo>
                  <a:lnTo>
                    <a:pt x="107" y="98"/>
                  </a:lnTo>
                  <a:lnTo>
                    <a:pt x="108" y="96"/>
                  </a:lnTo>
                  <a:lnTo>
                    <a:pt x="110" y="100"/>
                  </a:lnTo>
                  <a:lnTo>
                    <a:pt x="115" y="112"/>
                  </a:lnTo>
                  <a:lnTo>
                    <a:pt x="117" y="113"/>
                  </a:lnTo>
                  <a:lnTo>
                    <a:pt x="114" y="115"/>
                  </a:lnTo>
                  <a:lnTo>
                    <a:pt x="55" y="142"/>
                  </a:lnTo>
                  <a:lnTo>
                    <a:pt x="54" y="144"/>
                  </a:lnTo>
                  <a:lnTo>
                    <a:pt x="52" y="141"/>
                  </a:lnTo>
                  <a:lnTo>
                    <a:pt x="0" y="31"/>
                  </a:lnTo>
                  <a:lnTo>
                    <a:pt x="0" y="29"/>
                  </a:lnTo>
                  <a:lnTo>
                    <a:pt x="0" y="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4" name="Freeform 22"/>
            <p:cNvSpPr>
              <a:spLocks noEditPoints="1"/>
            </p:cNvSpPr>
            <p:nvPr/>
          </p:nvSpPr>
          <p:spPr bwMode="auto">
            <a:xfrm>
              <a:off x="6643688" y="4313238"/>
              <a:ext cx="228600" cy="214313"/>
            </a:xfrm>
            <a:custGeom>
              <a:avLst/>
              <a:gdLst>
                <a:gd name="T0" fmla="*/ 2 w 84"/>
                <a:gd name="T1" fmla="*/ 17 h 79"/>
                <a:gd name="T2" fmla="*/ 23 w 84"/>
                <a:gd name="T3" fmla="*/ 3 h 79"/>
                <a:gd name="T4" fmla="*/ 27 w 84"/>
                <a:gd name="T5" fmla="*/ 1 h 79"/>
                <a:gd name="T6" fmla="*/ 35 w 84"/>
                <a:gd name="T7" fmla="*/ 0 h 79"/>
                <a:gd name="T8" fmla="*/ 40 w 84"/>
                <a:gd name="T9" fmla="*/ 1 h 79"/>
                <a:gd name="T10" fmla="*/ 46 w 84"/>
                <a:gd name="T11" fmla="*/ 6 h 79"/>
                <a:gd name="T12" fmla="*/ 49 w 84"/>
                <a:gd name="T13" fmla="*/ 9 h 79"/>
                <a:gd name="T14" fmla="*/ 52 w 84"/>
                <a:gd name="T15" fmla="*/ 14 h 79"/>
                <a:gd name="T16" fmla="*/ 53 w 84"/>
                <a:gd name="T17" fmla="*/ 20 h 79"/>
                <a:gd name="T18" fmla="*/ 51 w 84"/>
                <a:gd name="T19" fmla="*/ 27 h 79"/>
                <a:gd name="T20" fmla="*/ 49 w 84"/>
                <a:gd name="T21" fmla="*/ 30 h 79"/>
                <a:gd name="T22" fmla="*/ 54 w 84"/>
                <a:gd name="T23" fmla="*/ 30 h 79"/>
                <a:gd name="T24" fmla="*/ 57 w 84"/>
                <a:gd name="T25" fmla="*/ 32 h 79"/>
                <a:gd name="T26" fmla="*/ 84 w 84"/>
                <a:gd name="T27" fmla="*/ 50 h 79"/>
                <a:gd name="T28" fmla="*/ 73 w 84"/>
                <a:gd name="T29" fmla="*/ 58 h 79"/>
                <a:gd name="T30" fmla="*/ 71 w 84"/>
                <a:gd name="T31" fmla="*/ 58 h 79"/>
                <a:gd name="T32" fmla="*/ 50 w 84"/>
                <a:gd name="T33" fmla="*/ 43 h 79"/>
                <a:gd name="T34" fmla="*/ 47 w 84"/>
                <a:gd name="T35" fmla="*/ 42 h 79"/>
                <a:gd name="T36" fmla="*/ 41 w 84"/>
                <a:gd name="T37" fmla="*/ 42 h 79"/>
                <a:gd name="T38" fmla="*/ 35 w 84"/>
                <a:gd name="T39" fmla="*/ 45 h 79"/>
                <a:gd name="T40" fmla="*/ 53 w 84"/>
                <a:gd name="T41" fmla="*/ 72 h 79"/>
                <a:gd name="T42" fmla="*/ 44 w 84"/>
                <a:gd name="T43" fmla="*/ 78 h 79"/>
                <a:gd name="T44" fmla="*/ 42 w 84"/>
                <a:gd name="T45" fmla="*/ 78 h 79"/>
                <a:gd name="T46" fmla="*/ 0 w 84"/>
                <a:gd name="T47" fmla="*/ 18 h 79"/>
                <a:gd name="T48" fmla="*/ 34 w 84"/>
                <a:gd name="T49" fmla="*/ 33 h 79"/>
                <a:gd name="T50" fmla="*/ 38 w 84"/>
                <a:gd name="T51" fmla="*/ 29 h 79"/>
                <a:gd name="T52" fmla="*/ 40 w 84"/>
                <a:gd name="T53" fmla="*/ 27 h 79"/>
                <a:gd name="T54" fmla="*/ 40 w 84"/>
                <a:gd name="T55" fmla="*/ 23 h 79"/>
                <a:gd name="T56" fmla="*/ 40 w 84"/>
                <a:gd name="T57" fmla="*/ 21 h 79"/>
                <a:gd name="T58" fmla="*/ 39 w 84"/>
                <a:gd name="T59" fmla="*/ 19 h 79"/>
                <a:gd name="T60" fmla="*/ 38 w 84"/>
                <a:gd name="T61" fmla="*/ 17 h 79"/>
                <a:gd name="T62" fmla="*/ 35 w 84"/>
                <a:gd name="T63" fmla="*/ 14 h 79"/>
                <a:gd name="T64" fmla="*/ 31 w 84"/>
                <a:gd name="T65" fmla="*/ 13 h 79"/>
                <a:gd name="T66" fmla="*/ 22 w 84"/>
                <a:gd name="T67" fmla="*/ 16 h 79"/>
                <a:gd name="T68" fmla="*/ 29 w 84"/>
                <a:gd name="T69" fmla="*/ 37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" h="79">
                  <a:moveTo>
                    <a:pt x="0" y="18"/>
                  </a:moveTo>
                  <a:cubicBezTo>
                    <a:pt x="2" y="17"/>
                    <a:pt x="2" y="17"/>
                    <a:pt x="2" y="17"/>
                  </a:cubicBezTo>
                  <a:cubicBezTo>
                    <a:pt x="18" y="6"/>
                    <a:pt x="18" y="6"/>
                    <a:pt x="18" y="6"/>
                  </a:cubicBezTo>
                  <a:cubicBezTo>
                    <a:pt x="20" y="5"/>
                    <a:pt x="21" y="4"/>
                    <a:pt x="23" y="3"/>
                  </a:cubicBezTo>
                  <a:cubicBezTo>
                    <a:pt x="25" y="2"/>
                    <a:pt x="26" y="2"/>
                    <a:pt x="27" y="1"/>
                  </a:cubicBezTo>
                  <a:cubicBezTo>
                    <a:pt x="27" y="1"/>
                    <a:pt x="27" y="1"/>
                    <a:pt x="27" y="1"/>
                  </a:cubicBezTo>
                  <a:cubicBezTo>
                    <a:pt x="29" y="1"/>
                    <a:pt x="30" y="0"/>
                    <a:pt x="31" y="0"/>
                  </a:cubicBezTo>
                  <a:cubicBezTo>
                    <a:pt x="33" y="0"/>
                    <a:pt x="34" y="0"/>
                    <a:pt x="35" y="0"/>
                  </a:cubicBezTo>
                  <a:cubicBezTo>
                    <a:pt x="37" y="1"/>
                    <a:pt x="38" y="1"/>
                    <a:pt x="40" y="1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41" y="2"/>
                    <a:pt x="42" y="2"/>
                    <a:pt x="43" y="3"/>
                  </a:cubicBezTo>
                  <a:cubicBezTo>
                    <a:pt x="44" y="4"/>
                    <a:pt x="45" y="5"/>
                    <a:pt x="46" y="6"/>
                  </a:cubicBezTo>
                  <a:cubicBezTo>
                    <a:pt x="46" y="6"/>
                    <a:pt x="46" y="6"/>
                    <a:pt x="46" y="6"/>
                  </a:cubicBezTo>
                  <a:cubicBezTo>
                    <a:pt x="47" y="7"/>
                    <a:pt x="48" y="8"/>
                    <a:pt x="49" y="9"/>
                  </a:cubicBezTo>
                  <a:cubicBezTo>
                    <a:pt x="50" y="10"/>
                    <a:pt x="50" y="11"/>
                    <a:pt x="51" y="11"/>
                  </a:cubicBezTo>
                  <a:cubicBezTo>
                    <a:pt x="51" y="12"/>
                    <a:pt x="51" y="13"/>
                    <a:pt x="52" y="14"/>
                  </a:cubicBezTo>
                  <a:cubicBezTo>
                    <a:pt x="52" y="16"/>
                    <a:pt x="53" y="18"/>
                    <a:pt x="53" y="20"/>
                  </a:cubicBezTo>
                  <a:cubicBezTo>
                    <a:pt x="53" y="20"/>
                    <a:pt x="53" y="20"/>
                    <a:pt x="53" y="20"/>
                  </a:cubicBezTo>
                  <a:cubicBezTo>
                    <a:pt x="52" y="21"/>
                    <a:pt x="52" y="23"/>
                    <a:pt x="52" y="24"/>
                  </a:cubicBezTo>
                  <a:cubicBezTo>
                    <a:pt x="52" y="25"/>
                    <a:pt x="51" y="26"/>
                    <a:pt x="51" y="27"/>
                  </a:cubicBezTo>
                  <a:cubicBezTo>
                    <a:pt x="51" y="27"/>
                    <a:pt x="51" y="27"/>
                    <a:pt x="51" y="27"/>
                  </a:cubicBezTo>
                  <a:cubicBezTo>
                    <a:pt x="50" y="28"/>
                    <a:pt x="50" y="29"/>
                    <a:pt x="49" y="30"/>
                  </a:cubicBezTo>
                  <a:cubicBezTo>
                    <a:pt x="50" y="30"/>
                    <a:pt x="50" y="30"/>
                    <a:pt x="51" y="30"/>
                  </a:cubicBezTo>
                  <a:cubicBezTo>
                    <a:pt x="52" y="30"/>
                    <a:pt x="53" y="30"/>
                    <a:pt x="54" y="30"/>
                  </a:cubicBezTo>
                  <a:cubicBezTo>
                    <a:pt x="55" y="31"/>
                    <a:pt x="56" y="31"/>
                    <a:pt x="57" y="32"/>
                  </a:cubicBezTo>
                  <a:cubicBezTo>
                    <a:pt x="57" y="32"/>
                    <a:pt x="57" y="32"/>
                    <a:pt x="57" y="32"/>
                  </a:cubicBezTo>
                  <a:cubicBezTo>
                    <a:pt x="82" y="49"/>
                    <a:pt x="82" y="49"/>
                    <a:pt x="82" y="49"/>
                  </a:cubicBezTo>
                  <a:cubicBezTo>
                    <a:pt x="84" y="50"/>
                    <a:pt x="84" y="50"/>
                    <a:pt x="84" y="50"/>
                  </a:cubicBezTo>
                  <a:cubicBezTo>
                    <a:pt x="82" y="52"/>
                    <a:pt x="82" y="52"/>
                    <a:pt x="82" y="52"/>
                  </a:cubicBezTo>
                  <a:cubicBezTo>
                    <a:pt x="73" y="58"/>
                    <a:pt x="73" y="58"/>
                    <a:pt x="73" y="58"/>
                  </a:cubicBezTo>
                  <a:cubicBezTo>
                    <a:pt x="72" y="58"/>
                    <a:pt x="72" y="58"/>
                    <a:pt x="72" y="58"/>
                  </a:cubicBezTo>
                  <a:cubicBezTo>
                    <a:pt x="71" y="58"/>
                    <a:pt x="71" y="58"/>
                    <a:pt x="71" y="58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50" y="43"/>
                    <a:pt x="50" y="43"/>
                    <a:pt x="50" y="43"/>
                  </a:cubicBezTo>
                  <a:cubicBezTo>
                    <a:pt x="49" y="43"/>
                    <a:pt x="48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1"/>
                    <a:pt x="45" y="41"/>
                    <a:pt x="44" y="41"/>
                  </a:cubicBezTo>
                  <a:cubicBezTo>
                    <a:pt x="43" y="41"/>
                    <a:pt x="42" y="41"/>
                    <a:pt x="41" y="42"/>
                  </a:cubicBezTo>
                  <a:cubicBezTo>
                    <a:pt x="40" y="42"/>
                    <a:pt x="39" y="43"/>
                    <a:pt x="37" y="44"/>
                  </a:cubicBezTo>
                  <a:cubicBezTo>
                    <a:pt x="35" y="45"/>
                    <a:pt x="35" y="45"/>
                    <a:pt x="35" y="45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3" y="72"/>
                    <a:pt x="53" y="72"/>
                    <a:pt x="53" y="72"/>
                  </a:cubicBezTo>
                  <a:cubicBezTo>
                    <a:pt x="52" y="73"/>
                    <a:pt x="52" y="73"/>
                    <a:pt x="52" y="73"/>
                  </a:cubicBezTo>
                  <a:cubicBezTo>
                    <a:pt x="44" y="78"/>
                    <a:pt x="44" y="78"/>
                    <a:pt x="44" y="78"/>
                  </a:cubicBezTo>
                  <a:cubicBezTo>
                    <a:pt x="43" y="79"/>
                    <a:pt x="43" y="79"/>
                    <a:pt x="43" y="79"/>
                  </a:cubicBezTo>
                  <a:cubicBezTo>
                    <a:pt x="42" y="78"/>
                    <a:pt x="42" y="78"/>
                    <a:pt x="42" y="78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18"/>
                    <a:pt x="0" y="18"/>
                    <a:pt x="0" y="18"/>
                  </a:cubicBezTo>
                  <a:close/>
                  <a:moveTo>
                    <a:pt x="29" y="37"/>
                  </a:moveTo>
                  <a:cubicBezTo>
                    <a:pt x="34" y="33"/>
                    <a:pt x="34" y="33"/>
                    <a:pt x="34" y="33"/>
                  </a:cubicBezTo>
                  <a:cubicBezTo>
                    <a:pt x="35" y="33"/>
                    <a:pt x="36" y="32"/>
                    <a:pt x="36" y="31"/>
                  </a:cubicBezTo>
                  <a:cubicBezTo>
                    <a:pt x="37" y="30"/>
                    <a:pt x="38" y="30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9" y="28"/>
                    <a:pt x="39" y="27"/>
                    <a:pt x="40" y="27"/>
                  </a:cubicBezTo>
                  <a:cubicBezTo>
                    <a:pt x="40" y="26"/>
                    <a:pt x="40" y="25"/>
                    <a:pt x="40" y="25"/>
                  </a:cubicBezTo>
                  <a:cubicBezTo>
                    <a:pt x="40" y="24"/>
                    <a:pt x="40" y="23"/>
                    <a:pt x="40" y="23"/>
                  </a:cubicBezTo>
                  <a:cubicBezTo>
                    <a:pt x="40" y="23"/>
                    <a:pt x="40" y="23"/>
                    <a:pt x="40" y="23"/>
                  </a:cubicBezTo>
                  <a:cubicBezTo>
                    <a:pt x="40" y="22"/>
                    <a:pt x="40" y="21"/>
                    <a:pt x="40" y="21"/>
                  </a:cubicBezTo>
                  <a:cubicBezTo>
                    <a:pt x="40" y="21"/>
                    <a:pt x="40" y="21"/>
                    <a:pt x="40" y="21"/>
                  </a:cubicBezTo>
                  <a:cubicBezTo>
                    <a:pt x="40" y="20"/>
                    <a:pt x="40" y="19"/>
                    <a:pt x="39" y="19"/>
                  </a:cubicBezTo>
                  <a:cubicBezTo>
                    <a:pt x="39" y="19"/>
                    <a:pt x="39" y="19"/>
                    <a:pt x="39" y="19"/>
                  </a:cubicBezTo>
                  <a:cubicBezTo>
                    <a:pt x="39" y="18"/>
                    <a:pt x="39" y="18"/>
                    <a:pt x="38" y="17"/>
                  </a:cubicBezTo>
                  <a:cubicBezTo>
                    <a:pt x="37" y="16"/>
                    <a:pt x="36" y="15"/>
                    <a:pt x="35" y="14"/>
                  </a:cubicBezTo>
                  <a:cubicBezTo>
                    <a:pt x="35" y="14"/>
                    <a:pt x="35" y="14"/>
                    <a:pt x="35" y="14"/>
                  </a:cubicBezTo>
                  <a:cubicBezTo>
                    <a:pt x="34" y="13"/>
                    <a:pt x="33" y="13"/>
                    <a:pt x="31" y="13"/>
                  </a:cubicBezTo>
                  <a:cubicBezTo>
                    <a:pt x="31" y="13"/>
                    <a:pt x="31" y="13"/>
                    <a:pt x="31" y="13"/>
                  </a:cubicBezTo>
                  <a:cubicBezTo>
                    <a:pt x="30" y="13"/>
                    <a:pt x="28" y="13"/>
                    <a:pt x="27" y="14"/>
                  </a:cubicBezTo>
                  <a:cubicBezTo>
                    <a:pt x="25" y="14"/>
                    <a:pt x="24" y="15"/>
                    <a:pt x="22" y="16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29" y="37"/>
                    <a:pt x="29" y="37"/>
                    <a:pt x="29" y="3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Freeform 23"/>
            <p:cNvSpPr>
              <a:spLocks/>
            </p:cNvSpPr>
            <p:nvPr/>
          </p:nvSpPr>
          <p:spPr bwMode="auto">
            <a:xfrm>
              <a:off x="6796088" y="4200525"/>
              <a:ext cx="179388" cy="209550"/>
            </a:xfrm>
            <a:custGeom>
              <a:avLst/>
              <a:gdLst>
                <a:gd name="T0" fmla="*/ 28 w 66"/>
                <a:gd name="T1" fmla="*/ 10 h 77"/>
                <a:gd name="T2" fmla="*/ 25 w 66"/>
                <a:gd name="T3" fmla="*/ 11 h 77"/>
                <a:gd name="T4" fmla="*/ 20 w 66"/>
                <a:gd name="T5" fmla="*/ 14 h 77"/>
                <a:gd name="T6" fmla="*/ 17 w 66"/>
                <a:gd name="T7" fmla="*/ 17 h 77"/>
                <a:gd name="T8" fmla="*/ 14 w 66"/>
                <a:gd name="T9" fmla="*/ 20 h 77"/>
                <a:gd name="T10" fmla="*/ 14 w 66"/>
                <a:gd name="T11" fmla="*/ 27 h 77"/>
                <a:gd name="T12" fmla="*/ 16 w 66"/>
                <a:gd name="T13" fmla="*/ 31 h 77"/>
                <a:gd name="T14" fmla="*/ 19 w 66"/>
                <a:gd name="T15" fmla="*/ 32 h 77"/>
                <a:gd name="T16" fmla="*/ 20 w 66"/>
                <a:gd name="T17" fmla="*/ 33 h 77"/>
                <a:gd name="T18" fmla="*/ 22 w 66"/>
                <a:gd name="T19" fmla="*/ 33 h 77"/>
                <a:gd name="T20" fmla="*/ 25 w 66"/>
                <a:gd name="T21" fmla="*/ 32 h 77"/>
                <a:gd name="T22" fmla="*/ 37 w 66"/>
                <a:gd name="T23" fmla="*/ 29 h 77"/>
                <a:gd name="T24" fmla="*/ 41 w 66"/>
                <a:gd name="T25" fmla="*/ 29 h 77"/>
                <a:gd name="T26" fmla="*/ 49 w 66"/>
                <a:gd name="T27" fmla="*/ 29 h 77"/>
                <a:gd name="T28" fmla="*/ 52 w 66"/>
                <a:gd name="T29" fmla="*/ 30 h 77"/>
                <a:gd name="T30" fmla="*/ 55 w 66"/>
                <a:gd name="T31" fmla="*/ 31 h 77"/>
                <a:gd name="T32" fmla="*/ 60 w 66"/>
                <a:gd name="T33" fmla="*/ 35 h 77"/>
                <a:gd name="T34" fmla="*/ 65 w 66"/>
                <a:gd name="T35" fmla="*/ 42 h 77"/>
                <a:gd name="T36" fmla="*/ 66 w 66"/>
                <a:gd name="T37" fmla="*/ 50 h 77"/>
                <a:gd name="T38" fmla="*/ 64 w 66"/>
                <a:gd name="T39" fmla="*/ 59 h 77"/>
                <a:gd name="T40" fmla="*/ 57 w 66"/>
                <a:gd name="T41" fmla="*/ 67 h 77"/>
                <a:gd name="T42" fmla="*/ 50 w 66"/>
                <a:gd name="T43" fmla="*/ 73 h 77"/>
                <a:gd name="T44" fmla="*/ 43 w 66"/>
                <a:gd name="T45" fmla="*/ 77 h 77"/>
                <a:gd name="T46" fmla="*/ 41 w 66"/>
                <a:gd name="T47" fmla="*/ 76 h 77"/>
                <a:gd name="T48" fmla="*/ 33 w 66"/>
                <a:gd name="T49" fmla="*/ 67 h 77"/>
                <a:gd name="T50" fmla="*/ 39 w 66"/>
                <a:gd name="T51" fmla="*/ 65 h 77"/>
                <a:gd name="T52" fmla="*/ 39 w 66"/>
                <a:gd name="T53" fmla="*/ 65 h 77"/>
                <a:gd name="T54" fmla="*/ 43 w 66"/>
                <a:gd name="T55" fmla="*/ 64 h 77"/>
                <a:gd name="T56" fmla="*/ 48 w 66"/>
                <a:gd name="T57" fmla="*/ 60 h 77"/>
                <a:gd name="T58" fmla="*/ 50 w 66"/>
                <a:gd name="T59" fmla="*/ 58 h 77"/>
                <a:gd name="T60" fmla="*/ 53 w 66"/>
                <a:gd name="T61" fmla="*/ 52 h 77"/>
                <a:gd name="T62" fmla="*/ 53 w 66"/>
                <a:gd name="T63" fmla="*/ 48 h 77"/>
                <a:gd name="T64" fmla="*/ 52 w 66"/>
                <a:gd name="T65" fmla="*/ 46 h 77"/>
                <a:gd name="T66" fmla="*/ 51 w 66"/>
                <a:gd name="T67" fmla="*/ 45 h 77"/>
                <a:gd name="T68" fmla="*/ 48 w 66"/>
                <a:gd name="T69" fmla="*/ 43 h 77"/>
                <a:gd name="T70" fmla="*/ 47 w 66"/>
                <a:gd name="T71" fmla="*/ 42 h 77"/>
                <a:gd name="T72" fmla="*/ 43 w 66"/>
                <a:gd name="T73" fmla="*/ 42 h 77"/>
                <a:gd name="T74" fmla="*/ 34 w 66"/>
                <a:gd name="T75" fmla="*/ 43 h 77"/>
                <a:gd name="T76" fmla="*/ 24 w 66"/>
                <a:gd name="T77" fmla="*/ 45 h 77"/>
                <a:gd name="T78" fmla="*/ 16 w 66"/>
                <a:gd name="T79" fmla="*/ 45 h 77"/>
                <a:gd name="T80" fmla="*/ 10 w 66"/>
                <a:gd name="T81" fmla="*/ 43 h 77"/>
                <a:gd name="T82" fmla="*/ 8 w 66"/>
                <a:gd name="T83" fmla="*/ 42 h 77"/>
                <a:gd name="T84" fmla="*/ 5 w 66"/>
                <a:gd name="T85" fmla="*/ 39 h 77"/>
                <a:gd name="T86" fmla="*/ 2 w 66"/>
                <a:gd name="T87" fmla="*/ 36 h 77"/>
                <a:gd name="T88" fmla="*/ 0 w 66"/>
                <a:gd name="T89" fmla="*/ 28 h 77"/>
                <a:gd name="T90" fmla="*/ 1 w 66"/>
                <a:gd name="T91" fmla="*/ 20 h 77"/>
                <a:gd name="T92" fmla="*/ 3 w 66"/>
                <a:gd name="T93" fmla="*/ 16 h 77"/>
                <a:gd name="T94" fmla="*/ 9 w 66"/>
                <a:gd name="T95" fmla="*/ 9 h 77"/>
                <a:gd name="T96" fmla="*/ 9 w 66"/>
                <a:gd name="T97" fmla="*/ 9 h 77"/>
                <a:gd name="T98" fmla="*/ 12 w 66"/>
                <a:gd name="T99" fmla="*/ 6 h 77"/>
                <a:gd name="T100" fmla="*/ 15 w 66"/>
                <a:gd name="T101" fmla="*/ 4 h 77"/>
                <a:gd name="T102" fmla="*/ 18 w 66"/>
                <a:gd name="T103" fmla="*/ 2 h 77"/>
                <a:gd name="T104" fmla="*/ 22 w 66"/>
                <a:gd name="T105" fmla="*/ 0 h 77"/>
                <a:gd name="T106" fmla="*/ 29 w 66"/>
                <a:gd name="T107" fmla="*/ 7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66" h="77">
                  <a:moveTo>
                    <a:pt x="31" y="10"/>
                  </a:moveTo>
                  <a:cubicBezTo>
                    <a:pt x="28" y="10"/>
                    <a:pt x="28" y="10"/>
                    <a:pt x="28" y="10"/>
                  </a:cubicBezTo>
                  <a:cubicBezTo>
                    <a:pt x="27" y="11"/>
                    <a:pt x="26" y="11"/>
                    <a:pt x="25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4" y="12"/>
                    <a:pt x="23" y="12"/>
                    <a:pt x="22" y="13"/>
                  </a:cubicBezTo>
                  <a:cubicBezTo>
                    <a:pt x="21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19" y="15"/>
                    <a:pt x="18" y="16"/>
                    <a:pt x="17" y="17"/>
                  </a:cubicBezTo>
                  <a:cubicBezTo>
                    <a:pt x="16" y="18"/>
                    <a:pt x="15" y="19"/>
                    <a:pt x="14" y="20"/>
                  </a:cubicBezTo>
                  <a:cubicBezTo>
                    <a:pt x="14" y="20"/>
                    <a:pt x="14" y="20"/>
                    <a:pt x="14" y="20"/>
                  </a:cubicBezTo>
                  <a:cubicBezTo>
                    <a:pt x="14" y="21"/>
                    <a:pt x="13" y="23"/>
                    <a:pt x="13" y="24"/>
                  </a:cubicBezTo>
                  <a:cubicBezTo>
                    <a:pt x="13" y="25"/>
                    <a:pt x="13" y="26"/>
                    <a:pt x="14" y="27"/>
                  </a:cubicBezTo>
                  <a:cubicBezTo>
                    <a:pt x="14" y="28"/>
                    <a:pt x="15" y="29"/>
                    <a:pt x="15" y="30"/>
                  </a:cubicBezTo>
                  <a:cubicBezTo>
                    <a:pt x="16" y="31"/>
                    <a:pt x="16" y="31"/>
                    <a:pt x="16" y="31"/>
                  </a:cubicBezTo>
                  <a:cubicBezTo>
                    <a:pt x="17" y="31"/>
                    <a:pt x="17" y="32"/>
                    <a:pt x="18" y="32"/>
                  </a:cubicBezTo>
                  <a:cubicBezTo>
                    <a:pt x="18" y="32"/>
                    <a:pt x="18" y="32"/>
                    <a:pt x="19" y="32"/>
                  </a:cubicBezTo>
                  <a:cubicBezTo>
                    <a:pt x="19" y="32"/>
                    <a:pt x="20" y="32"/>
                    <a:pt x="20" y="33"/>
                  </a:cubicBezTo>
                  <a:cubicBezTo>
                    <a:pt x="20" y="33"/>
                    <a:pt x="20" y="33"/>
                    <a:pt x="20" y="33"/>
                  </a:cubicBezTo>
                  <a:cubicBezTo>
                    <a:pt x="21" y="33"/>
                    <a:pt x="22" y="33"/>
                    <a:pt x="22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3" y="32"/>
                    <a:pt x="24" y="32"/>
                    <a:pt x="25" y="32"/>
                  </a:cubicBezTo>
                  <a:cubicBezTo>
                    <a:pt x="25" y="32"/>
                    <a:pt x="25" y="32"/>
                    <a:pt x="25" y="32"/>
                  </a:cubicBezTo>
                  <a:cubicBezTo>
                    <a:pt x="27" y="32"/>
                    <a:pt x="29" y="31"/>
                    <a:pt x="32" y="30"/>
                  </a:cubicBezTo>
                  <a:cubicBezTo>
                    <a:pt x="34" y="30"/>
                    <a:pt x="36" y="29"/>
                    <a:pt x="37" y="29"/>
                  </a:cubicBezTo>
                  <a:cubicBezTo>
                    <a:pt x="37" y="29"/>
                    <a:pt x="37" y="29"/>
                    <a:pt x="37" y="29"/>
                  </a:cubicBezTo>
                  <a:cubicBezTo>
                    <a:pt x="39" y="29"/>
                    <a:pt x="40" y="29"/>
                    <a:pt x="41" y="29"/>
                  </a:cubicBezTo>
                  <a:cubicBezTo>
                    <a:pt x="43" y="28"/>
                    <a:pt x="44" y="28"/>
                    <a:pt x="45" y="28"/>
                  </a:cubicBezTo>
                  <a:cubicBezTo>
                    <a:pt x="47" y="28"/>
                    <a:pt x="48" y="28"/>
                    <a:pt x="49" y="29"/>
                  </a:cubicBezTo>
                  <a:cubicBezTo>
                    <a:pt x="50" y="29"/>
                    <a:pt x="51" y="29"/>
                    <a:pt x="52" y="30"/>
                  </a:cubicBezTo>
                  <a:cubicBezTo>
                    <a:pt x="52" y="30"/>
                    <a:pt x="52" y="30"/>
                    <a:pt x="52" y="30"/>
                  </a:cubicBezTo>
                  <a:cubicBezTo>
                    <a:pt x="53" y="30"/>
                    <a:pt x="54" y="30"/>
                    <a:pt x="55" y="31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6" y="31"/>
                    <a:pt x="57" y="32"/>
                    <a:pt x="58" y="33"/>
                  </a:cubicBezTo>
                  <a:cubicBezTo>
                    <a:pt x="58" y="33"/>
                    <a:pt x="59" y="34"/>
                    <a:pt x="60" y="35"/>
                  </a:cubicBezTo>
                  <a:cubicBezTo>
                    <a:pt x="61" y="36"/>
                    <a:pt x="62" y="37"/>
                    <a:pt x="63" y="38"/>
                  </a:cubicBezTo>
                  <a:cubicBezTo>
                    <a:pt x="63" y="39"/>
                    <a:pt x="64" y="41"/>
                    <a:pt x="65" y="42"/>
                  </a:cubicBezTo>
                  <a:cubicBezTo>
                    <a:pt x="65" y="43"/>
                    <a:pt x="65" y="45"/>
                    <a:pt x="66" y="46"/>
                  </a:cubicBezTo>
                  <a:cubicBezTo>
                    <a:pt x="66" y="47"/>
                    <a:pt x="66" y="49"/>
                    <a:pt x="66" y="50"/>
                  </a:cubicBezTo>
                  <a:cubicBezTo>
                    <a:pt x="66" y="52"/>
                    <a:pt x="66" y="53"/>
                    <a:pt x="65" y="55"/>
                  </a:cubicBezTo>
                  <a:cubicBezTo>
                    <a:pt x="65" y="56"/>
                    <a:pt x="64" y="57"/>
                    <a:pt x="64" y="59"/>
                  </a:cubicBezTo>
                  <a:cubicBezTo>
                    <a:pt x="63" y="60"/>
                    <a:pt x="62" y="62"/>
                    <a:pt x="61" y="63"/>
                  </a:cubicBezTo>
                  <a:cubicBezTo>
                    <a:pt x="60" y="64"/>
                    <a:pt x="59" y="66"/>
                    <a:pt x="57" y="67"/>
                  </a:cubicBezTo>
                  <a:cubicBezTo>
                    <a:pt x="56" y="68"/>
                    <a:pt x="55" y="69"/>
                    <a:pt x="54" y="70"/>
                  </a:cubicBezTo>
                  <a:cubicBezTo>
                    <a:pt x="52" y="71"/>
                    <a:pt x="51" y="72"/>
                    <a:pt x="50" y="73"/>
                  </a:cubicBezTo>
                  <a:cubicBezTo>
                    <a:pt x="49" y="74"/>
                    <a:pt x="47" y="74"/>
                    <a:pt x="46" y="75"/>
                  </a:cubicBezTo>
                  <a:cubicBezTo>
                    <a:pt x="45" y="76"/>
                    <a:pt x="44" y="76"/>
                    <a:pt x="43" y="77"/>
                  </a:cubicBezTo>
                  <a:cubicBezTo>
                    <a:pt x="42" y="77"/>
                    <a:pt x="42" y="77"/>
                    <a:pt x="42" y="77"/>
                  </a:cubicBezTo>
                  <a:cubicBezTo>
                    <a:pt x="41" y="76"/>
                    <a:pt x="41" y="76"/>
                    <a:pt x="41" y="76"/>
                  </a:cubicBezTo>
                  <a:cubicBezTo>
                    <a:pt x="35" y="69"/>
                    <a:pt x="35" y="69"/>
                    <a:pt x="35" y="69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7" y="66"/>
                    <a:pt x="38" y="66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39" y="65"/>
                    <a:pt x="39" y="65"/>
                    <a:pt x="39" y="65"/>
                  </a:cubicBezTo>
                  <a:cubicBezTo>
                    <a:pt x="40" y="65"/>
                    <a:pt x="41" y="65"/>
                    <a:pt x="43" y="64"/>
                  </a:cubicBezTo>
                  <a:cubicBezTo>
                    <a:pt x="44" y="63"/>
                    <a:pt x="45" y="63"/>
                    <a:pt x="46" y="62"/>
                  </a:cubicBezTo>
                  <a:cubicBezTo>
                    <a:pt x="47" y="62"/>
                    <a:pt x="48" y="61"/>
                    <a:pt x="48" y="60"/>
                  </a:cubicBezTo>
                  <a:cubicBezTo>
                    <a:pt x="49" y="59"/>
                    <a:pt x="50" y="59"/>
                    <a:pt x="50" y="58"/>
                  </a:cubicBezTo>
                  <a:cubicBezTo>
                    <a:pt x="50" y="58"/>
                    <a:pt x="50" y="58"/>
                    <a:pt x="50" y="58"/>
                  </a:cubicBezTo>
                  <a:cubicBezTo>
                    <a:pt x="51" y="57"/>
                    <a:pt x="51" y="57"/>
                    <a:pt x="52" y="56"/>
                  </a:cubicBezTo>
                  <a:cubicBezTo>
                    <a:pt x="53" y="54"/>
                    <a:pt x="53" y="53"/>
                    <a:pt x="53" y="52"/>
                  </a:cubicBezTo>
                  <a:cubicBezTo>
                    <a:pt x="53" y="51"/>
                    <a:pt x="53" y="50"/>
                    <a:pt x="53" y="50"/>
                  </a:cubicBezTo>
                  <a:cubicBezTo>
                    <a:pt x="53" y="49"/>
                    <a:pt x="53" y="49"/>
                    <a:pt x="53" y="48"/>
                  </a:cubicBezTo>
                  <a:cubicBezTo>
                    <a:pt x="53" y="48"/>
                    <a:pt x="53" y="48"/>
                    <a:pt x="53" y="48"/>
                  </a:cubicBezTo>
                  <a:cubicBezTo>
                    <a:pt x="52" y="47"/>
                    <a:pt x="52" y="47"/>
                    <a:pt x="52" y="46"/>
                  </a:cubicBezTo>
                  <a:cubicBezTo>
                    <a:pt x="52" y="46"/>
                    <a:pt x="52" y="46"/>
                    <a:pt x="52" y="46"/>
                  </a:cubicBezTo>
                  <a:cubicBezTo>
                    <a:pt x="52" y="46"/>
                    <a:pt x="51" y="45"/>
                    <a:pt x="51" y="45"/>
                  </a:cubicBezTo>
                  <a:cubicBezTo>
                    <a:pt x="50" y="45"/>
                    <a:pt x="50" y="44"/>
                    <a:pt x="50" y="44"/>
                  </a:cubicBezTo>
                  <a:cubicBezTo>
                    <a:pt x="49" y="43"/>
                    <a:pt x="49" y="43"/>
                    <a:pt x="48" y="43"/>
                  </a:cubicBezTo>
                  <a:cubicBezTo>
                    <a:pt x="48" y="43"/>
                    <a:pt x="47" y="42"/>
                    <a:pt x="47" y="42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6" y="42"/>
                    <a:pt x="46" y="42"/>
                    <a:pt x="45" y="42"/>
                  </a:cubicBezTo>
                  <a:cubicBezTo>
                    <a:pt x="45" y="42"/>
                    <a:pt x="44" y="42"/>
                    <a:pt x="43" y="42"/>
                  </a:cubicBezTo>
                  <a:cubicBezTo>
                    <a:pt x="43" y="42"/>
                    <a:pt x="42" y="42"/>
                    <a:pt x="41" y="42"/>
                  </a:cubicBezTo>
                  <a:cubicBezTo>
                    <a:pt x="39" y="42"/>
                    <a:pt x="37" y="43"/>
                    <a:pt x="34" y="43"/>
                  </a:cubicBezTo>
                  <a:cubicBezTo>
                    <a:pt x="32" y="44"/>
                    <a:pt x="30" y="44"/>
                    <a:pt x="28" y="45"/>
                  </a:cubicBezTo>
                  <a:cubicBezTo>
                    <a:pt x="27" y="45"/>
                    <a:pt x="25" y="45"/>
                    <a:pt x="24" y="45"/>
                  </a:cubicBezTo>
                  <a:cubicBezTo>
                    <a:pt x="22" y="46"/>
                    <a:pt x="21" y="46"/>
                    <a:pt x="20" y="46"/>
                  </a:cubicBezTo>
                  <a:cubicBezTo>
                    <a:pt x="19" y="46"/>
                    <a:pt x="17" y="46"/>
                    <a:pt x="16" y="45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4" y="45"/>
                    <a:pt x="12" y="44"/>
                    <a:pt x="10" y="43"/>
                  </a:cubicBezTo>
                  <a:cubicBezTo>
                    <a:pt x="9" y="43"/>
                    <a:pt x="9" y="42"/>
                    <a:pt x="8" y="42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7" y="41"/>
                    <a:pt x="6" y="40"/>
                    <a:pt x="5" y="39"/>
                  </a:cubicBezTo>
                  <a:cubicBezTo>
                    <a:pt x="5" y="39"/>
                    <a:pt x="5" y="39"/>
                    <a:pt x="5" y="39"/>
                  </a:cubicBezTo>
                  <a:cubicBezTo>
                    <a:pt x="4" y="38"/>
                    <a:pt x="3" y="37"/>
                    <a:pt x="2" y="36"/>
                  </a:cubicBezTo>
                  <a:cubicBezTo>
                    <a:pt x="2" y="36"/>
                    <a:pt x="2" y="36"/>
                    <a:pt x="2" y="36"/>
                  </a:cubicBezTo>
                  <a:cubicBezTo>
                    <a:pt x="2" y="34"/>
                    <a:pt x="1" y="33"/>
                    <a:pt x="1" y="32"/>
                  </a:cubicBezTo>
                  <a:cubicBezTo>
                    <a:pt x="0" y="30"/>
                    <a:pt x="0" y="29"/>
                    <a:pt x="0" y="28"/>
                  </a:cubicBezTo>
                  <a:cubicBezTo>
                    <a:pt x="0" y="26"/>
                    <a:pt x="0" y="25"/>
                    <a:pt x="0" y="24"/>
                  </a:cubicBezTo>
                  <a:cubicBezTo>
                    <a:pt x="1" y="22"/>
                    <a:pt x="1" y="21"/>
                    <a:pt x="1" y="20"/>
                  </a:cubicBezTo>
                  <a:cubicBezTo>
                    <a:pt x="2" y="19"/>
                    <a:pt x="2" y="17"/>
                    <a:pt x="3" y="16"/>
                  </a:cubicBezTo>
                  <a:cubicBezTo>
                    <a:pt x="3" y="16"/>
                    <a:pt x="3" y="16"/>
                    <a:pt x="3" y="16"/>
                  </a:cubicBezTo>
                  <a:cubicBezTo>
                    <a:pt x="4" y="15"/>
                    <a:pt x="5" y="14"/>
                    <a:pt x="6" y="12"/>
                  </a:cubicBezTo>
                  <a:cubicBezTo>
                    <a:pt x="7" y="11"/>
                    <a:pt x="8" y="10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10" y="8"/>
                    <a:pt x="11" y="7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3" y="6"/>
                    <a:pt x="14" y="5"/>
                    <a:pt x="15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6" y="3"/>
                    <a:pt x="17" y="3"/>
                    <a:pt x="18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9" y="2"/>
                    <a:pt x="20" y="1"/>
                    <a:pt x="21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10"/>
                    <a:pt x="31" y="10"/>
                    <a:pt x="31" y="1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6" name="Freeform 24"/>
            <p:cNvSpPr>
              <a:spLocks/>
            </p:cNvSpPr>
            <p:nvPr/>
          </p:nvSpPr>
          <p:spPr bwMode="auto">
            <a:xfrm>
              <a:off x="6884988" y="4135438"/>
              <a:ext cx="177800" cy="157163"/>
            </a:xfrm>
            <a:custGeom>
              <a:avLst/>
              <a:gdLst>
                <a:gd name="T0" fmla="*/ 0 w 112"/>
                <a:gd name="T1" fmla="*/ 17 h 99"/>
                <a:gd name="T2" fmla="*/ 2 w 112"/>
                <a:gd name="T3" fmla="*/ 15 h 99"/>
                <a:gd name="T4" fmla="*/ 12 w 112"/>
                <a:gd name="T5" fmla="*/ 2 h 99"/>
                <a:gd name="T6" fmla="*/ 14 w 112"/>
                <a:gd name="T7" fmla="*/ 0 h 99"/>
                <a:gd name="T8" fmla="*/ 16 w 112"/>
                <a:gd name="T9" fmla="*/ 2 h 99"/>
                <a:gd name="T10" fmla="*/ 108 w 112"/>
                <a:gd name="T11" fmla="*/ 81 h 99"/>
                <a:gd name="T12" fmla="*/ 112 w 112"/>
                <a:gd name="T13" fmla="*/ 82 h 99"/>
                <a:gd name="T14" fmla="*/ 108 w 112"/>
                <a:gd name="T15" fmla="*/ 84 h 99"/>
                <a:gd name="T16" fmla="*/ 98 w 112"/>
                <a:gd name="T17" fmla="*/ 98 h 99"/>
                <a:gd name="T18" fmla="*/ 96 w 112"/>
                <a:gd name="T19" fmla="*/ 99 h 99"/>
                <a:gd name="T20" fmla="*/ 94 w 112"/>
                <a:gd name="T21" fmla="*/ 98 h 99"/>
                <a:gd name="T22" fmla="*/ 2 w 112"/>
                <a:gd name="T23" fmla="*/ 19 h 99"/>
                <a:gd name="T24" fmla="*/ 0 w 112"/>
                <a:gd name="T25" fmla="*/ 17 h 99"/>
                <a:gd name="T26" fmla="*/ 0 w 112"/>
                <a:gd name="T27" fmla="*/ 1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12" h="99">
                  <a:moveTo>
                    <a:pt x="0" y="17"/>
                  </a:moveTo>
                  <a:lnTo>
                    <a:pt x="2" y="15"/>
                  </a:lnTo>
                  <a:lnTo>
                    <a:pt x="12" y="2"/>
                  </a:lnTo>
                  <a:lnTo>
                    <a:pt x="14" y="0"/>
                  </a:lnTo>
                  <a:lnTo>
                    <a:pt x="16" y="2"/>
                  </a:lnTo>
                  <a:lnTo>
                    <a:pt x="108" y="81"/>
                  </a:lnTo>
                  <a:lnTo>
                    <a:pt x="112" y="82"/>
                  </a:lnTo>
                  <a:lnTo>
                    <a:pt x="108" y="84"/>
                  </a:lnTo>
                  <a:lnTo>
                    <a:pt x="98" y="98"/>
                  </a:lnTo>
                  <a:lnTo>
                    <a:pt x="96" y="99"/>
                  </a:lnTo>
                  <a:lnTo>
                    <a:pt x="94" y="98"/>
                  </a:lnTo>
                  <a:lnTo>
                    <a:pt x="2" y="19"/>
                  </a:lnTo>
                  <a:lnTo>
                    <a:pt x="0" y="17"/>
                  </a:lnTo>
                  <a:lnTo>
                    <a:pt x="0" y="1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7" name="Freeform 25"/>
            <p:cNvSpPr>
              <a:spLocks/>
            </p:cNvSpPr>
            <p:nvPr/>
          </p:nvSpPr>
          <p:spPr bwMode="auto">
            <a:xfrm>
              <a:off x="6942138" y="3984625"/>
              <a:ext cx="215900" cy="182563"/>
            </a:xfrm>
            <a:custGeom>
              <a:avLst/>
              <a:gdLst>
                <a:gd name="T0" fmla="*/ 33 w 136"/>
                <a:gd name="T1" fmla="*/ 55 h 115"/>
                <a:gd name="T2" fmla="*/ 17 w 136"/>
                <a:gd name="T3" fmla="*/ 78 h 115"/>
                <a:gd name="T4" fmla="*/ 16 w 136"/>
                <a:gd name="T5" fmla="*/ 81 h 115"/>
                <a:gd name="T6" fmla="*/ 14 w 136"/>
                <a:gd name="T7" fmla="*/ 79 h 115"/>
                <a:gd name="T8" fmla="*/ 2 w 136"/>
                <a:gd name="T9" fmla="*/ 73 h 115"/>
                <a:gd name="T10" fmla="*/ 0 w 136"/>
                <a:gd name="T11" fmla="*/ 71 h 115"/>
                <a:gd name="T12" fmla="*/ 2 w 136"/>
                <a:gd name="T13" fmla="*/ 67 h 115"/>
                <a:gd name="T14" fmla="*/ 45 w 136"/>
                <a:gd name="T15" fmla="*/ 2 h 115"/>
                <a:gd name="T16" fmla="*/ 46 w 136"/>
                <a:gd name="T17" fmla="*/ 0 h 115"/>
                <a:gd name="T18" fmla="*/ 48 w 136"/>
                <a:gd name="T19" fmla="*/ 2 h 115"/>
                <a:gd name="T20" fmla="*/ 60 w 136"/>
                <a:gd name="T21" fmla="*/ 9 h 115"/>
                <a:gd name="T22" fmla="*/ 62 w 136"/>
                <a:gd name="T23" fmla="*/ 11 h 115"/>
                <a:gd name="T24" fmla="*/ 60 w 136"/>
                <a:gd name="T25" fmla="*/ 12 h 115"/>
                <a:gd name="T26" fmla="*/ 45 w 136"/>
                <a:gd name="T27" fmla="*/ 36 h 115"/>
                <a:gd name="T28" fmla="*/ 132 w 136"/>
                <a:gd name="T29" fmla="*/ 95 h 115"/>
                <a:gd name="T30" fmla="*/ 136 w 136"/>
                <a:gd name="T31" fmla="*/ 97 h 115"/>
                <a:gd name="T32" fmla="*/ 134 w 136"/>
                <a:gd name="T33" fmla="*/ 98 h 115"/>
                <a:gd name="T34" fmla="*/ 125 w 136"/>
                <a:gd name="T35" fmla="*/ 112 h 115"/>
                <a:gd name="T36" fmla="*/ 124 w 136"/>
                <a:gd name="T37" fmla="*/ 115 h 115"/>
                <a:gd name="T38" fmla="*/ 120 w 136"/>
                <a:gd name="T39" fmla="*/ 114 h 115"/>
                <a:gd name="T40" fmla="*/ 33 w 136"/>
                <a:gd name="T41" fmla="*/ 55 h 115"/>
                <a:gd name="T42" fmla="*/ 33 w 136"/>
                <a:gd name="T43" fmla="*/ 5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36" h="115">
                  <a:moveTo>
                    <a:pt x="33" y="55"/>
                  </a:moveTo>
                  <a:lnTo>
                    <a:pt x="17" y="78"/>
                  </a:lnTo>
                  <a:lnTo>
                    <a:pt x="16" y="81"/>
                  </a:lnTo>
                  <a:lnTo>
                    <a:pt x="14" y="79"/>
                  </a:lnTo>
                  <a:lnTo>
                    <a:pt x="2" y="73"/>
                  </a:lnTo>
                  <a:lnTo>
                    <a:pt x="0" y="71"/>
                  </a:lnTo>
                  <a:lnTo>
                    <a:pt x="2" y="67"/>
                  </a:lnTo>
                  <a:lnTo>
                    <a:pt x="45" y="2"/>
                  </a:lnTo>
                  <a:lnTo>
                    <a:pt x="46" y="0"/>
                  </a:lnTo>
                  <a:lnTo>
                    <a:pt x="48" y="2"/>
                  </a:lnTo>
                  <a:lnTo>
                    <a:pt x="60" y="9"/>
                  </a:lnTo>
                  <a:lnTo>
                    <a:pt x="62" y="11"/>
                  </a:lnTo>
                  <a:lnTo>
                    <a:pt x="60" y="12"/>
                  </a:lnTo>
                  <a:lnTo>
                    <a:pt x="45" y="36"/>
                  </a:lnTo>
                  <a:lnTo>
                    <a:pt x="132" y="95"/>
                  </a:lnTo>
                  <a:lnTo>
                    <a:pt x="136" y="97"/>
                  </a:lnTo>
                  <a:lnTo>
                    <a:pt x="134" y="98"/>
                  </a:lnTo>
                  <a:lnTo>
                    <a:pt x="125" y="112"/>
                  </a:lnTo>
                  <a:lnTo>
                    <a:pt x="124" y="115"/>
                  </a:lnTo>
                  <a:lnTo>
                    <a:pt x="120" y="114"/>
                  </a:lnTo>
                  <a:lnTo>
                    <a:pt x="33" y="55"/>
                  </a:lnTo>
                  <a:lnTo>
                    <a:pt x="33" y="5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8" name="Freeform 26"/>
            <p:cNvSpPr>
              <a:spLocks/>
            </p:cNvSpPr>
            <p:nvPr/>
          </p:nvSpPr>
          <p:spPr bwMode="auto">
            <a:xfrm>
              <a:off x="4900613" y="3810000"/>
              <a:ext cx="255588" cy="234950"/>
            </a:xfrm>
            <a:custGeom>
              <a:avLst/>
              <a:gdLst>
                <a:gd name="T0" fmla="*/ 79 w 161"/>
                <a:gd name="T1" fmla="*/ 59 h 148"/>
                <a:gd name="T2" fmla="*/ 115 w 161"/>
                <a:gd name="T3" fmla="*/ 4 h 148"/>
                <a:gd name="T4" fmla="*/ 119 w 161"/>
                <a:gd name="T5" fmla="*/ 0 h 148"/>
                <a:gd name="T6" fmla="*/ 120 w 161"/>
                <a:gd name="T7" fmla="*/ 4 h 148"/>
                <a:gd name="T8" fmla="*/ 129 w 161"/>
                <a:gd name="T9" fmla="*/ 23 h 148"/>
                <a:gd name="T10" fmla="*/ 129 w 161"/>
                <a:gd name="T11" fmla="*/ 25 h 148"/>
                <a:gd name="T12" fmla="*/ 129 w 161"/>
                <a:gd name="T13" fmla="*/ 26 h 148"/>
                <a:gd name="T14" fmla="*/ 101 w 161"/>
                <a:gd name="T15" fmla="*/ 66 h 148"/>
                <a:gd name="T16" fmla="*/ 149 w 161"/>
                <a:gd name="T17" fmla="*/ 71 h 148"/>
                <a:gd name="T18" fmla="*/ 151 w 161"/>
                <a:gd name="T19" fmla="*/ 71 h 148"/>
                <a:gd name="T20" fmla="*/ 151 w 161"/>
                <a:gd name="T21" fmla="*/ 73 h 148"/>
                <a:gd name="T22" fmla="*/ 160 w 161"/>
                <a:gd name="T23" fmla="*/ 90 h 148"/>
                <a:gd name="T24" fmla="*/ 161 w 161"/>
                <a:gd name="T25" fmla="*/ 95 h 148"/>
                <a:gd name="T26" fmla="*/ 156 w 161"/>
                <a:gd name="T27" fmla="*/ 93 h 148"/>
                <a:gd name="T28" fmla="*/ 91 w 161"/>
                <a:gd name="T29" fmla="*/ 83 h 148"/>
                <a:gd name="T30" fmla="*/ 50 w 161"/>
                <a:gd name="T31" fmla="*/ 145 h 148"/>
                <a:gd name="T32" fmla="*/ 47 w 161"/>
                <a:gd name="T33" fmla="*/ 148 h 148"/>
                <a:gd name="T34" fmla="*/ 45 w 161"/>
                <a:gd name="T35" fmla="*/ 145 h 148"/>
                <a:gd name="T36" fmla="*/ 36 w 161"/>
                <a:gd name="T37" fmla="*/ 126 h 148"/>
                <a:gd name="T38" fmla="*/ 36 w 161"/>
                <a:gd name="T39" fmla="*/ 124 h 148"/>
                <a:gd name="T40" fmla="*/ 36 w 161"/>
                <a:gd name="T41" fmla="*/ 124 h 148"/>
                <a:gd name="T42" fmla="*/ 67 w 161"/>
                <a:gd name="T43" fmla="*/ 78 h 148"/>
                <a:gd name="T44" fmla="*/ 14 w 161"/>
                <a:gd name="T45" fmla="*/ 73 h 148"/>
                <a:gd name="T46" fmla="*/ 12 w 161"/>
                <a:gd name="T47" fmla="*/ 71 h 148"/>
                <a:gd name="T48" fmla="*/ 11 w 161"/>
                <a:gd name="T49" fmla="*/ 71 h 148"/>
                <a:gd name="T50" fmla="*/ 4 w 161"/>
                <a:gd name="T51" fmla="*/ 52 h 148"/>
                <a:gd name="T52" fmla="*/ 0 w 161"/>
                <a:gd name="T53" fmla="*/ 49 h 148"/>
                <a:gd name="T54" fmla="*/ 5 w 161"/>
                <a:gd name="T55" fmla="*/ 49 h 148"/>
                <a:gd name="T56" fmla="*/ 79 w 161"/>
                <a:gd name="T57" fmla="*/ 59 h 148"/>
                <a:gd name="T58" fmla="*/ 79 w 161"/>
                <a:gd name="T59" fmla="*/ 59 h 1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61" h="148">
                  <a:moveTo>
                    <a:pt x="79" y="59"/>
                  </a:moveTo>
                  <a:lnTo>
                    <a:pt x="115" y="4"/>
                  </a:lnTo>
                  <a:lnTo>
                    <a:pt x="119" y="0"/>
                  </a:lnTo>
                  <a:lnTo>
                    <a:pt x="120" y="4"/>
                  </a:lnTo>
                  <a:lnTo>
                    <a:pt x="129" y="23"/>
                  </a:lnTo>
                  <a:lnTo>
                    <a:pt x="129" y="25"/>
                  </a:lnTo>
                  <a:lnTo>
                    <a:pt x="129" y="26"/>
                  </a:lnTo>
                  <a:lnTo>
                    <a:pt x="101" y="66"/>
                  </a:lnTo>
                  <a:lnTo>
                    <a:pt x="149" y="71"/>
                  </a:lnTo>
                  <a:lnTo>
                    <a:pt x="151" y="71"/>
                  </a:lnTo>
                  <a:lnTo>
                    <a:pt x="151" y="73"/>
                  </a:lnTo>
                  <a:lnTo>
                    <a:pt x="160" y="90"/>
                  </a:lnTo>
                  <a:lnTo>
                    <a:pt x="161" y="95"/>
                  </a:lnTo>
                  <a:lnTo>
                    <a:pt x="156" y="93"/>
                  </a:lnTo>
                  <a:lnTo>
                    <a:pt x="91" y="83"/>
                  </a:lnTo>
                  <a:lnTo>
                    <a:pt x="50" y="145"/>
                  </a:lnTo>
                  <a:lnTo>
                    <a:pt x="47" y="148"/>
                  </a:lnTo>
                  <a:lnTo>
                    <a:pt x="45" y="145"/>
                  </a:lnTo>
                  <a:lnTo>
                    <a:pt x="36" y="126"/>
                  </a:lnTo>
                  <a:lnTo>
                    <a:pt x="36" y="124"/>
                  </a:lnTo>
                  <a:lnTo>
                    <a:pt x="36" y="124"/>
                  </a:lnTo>
                  <a:lnTo>
                    <a:pt x="67" y="78"/>
                  </a:lnTo>
                  <a:lnTo>
                    <a:pt x="14" y="73"/>
                  </a:lnTo>
                  <a:lnTo>
                    <a:pt x="12" y="71"/>
                  </a:lnTo>
                  <a:lnTo>
                    <a:pt x="11" y="71"/>
                  </a:lnTo>
                  <a:lnTo>
                    <a:pt x="4" y="52"/>
                  </a:lnTo>
                  <a:lnTo>
                    <a:pt x="0" y="49"/>
                  </a:lnTo>
                  <a:lnTo>
                    <a:pt x="5" y="49"/>
                  </a:lnTo>
                  <a:lnTo>
                    <a:pt x="79" y="59"/>
                  </a:lnTo>
                  <a:lnTo>
                    <a:pt x="79" y="5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9" name="Freeform 27"/>
            <p:cNvSpPr>
              <a:spLocks/>
            </p:cNvSpPr>
            <p:nvPr/>
          </p:nvSpPr>
          <p:spPr bwMode="auto">
            <a:xfrm>
              <a:off x="5003800" y="3990975"/>
              <a:ext cx="192088" cy="133350"/>
            </a:xfrm>
            <a:custGeom>
              <a:avLst/>
              <a:gdLst>
                <a:gd name="T0" fmla="*/ 109 w 121"/>
                <a:gd name="T1" fmla="*/ 0 h 84"/>
                <a:gd name="T2" fmla="*/ 110 w 121"/>
                <a:gd name="T3" fmla="*/ 2 h 84"/>
                <a:gd name="T4" fmla="*/ 119 w 121"/>
                <a:gd name="T5" fmla="*/ 15 h 84"/>
                <a:gd name="T6" fmla="*/ 121 w 121"/>
                <a:gd name="T7" fmla="*/ 19 h 84"/>
                <a:gd name="T8" fmla="*/ 119 w 121"/>
                <a:gd name="T9" fmla="*/ 20 h 84"/>
                <a:gd name="T10" fmla="*/ 14 w 121"/>
                <a:gd name="T11" fmla="*/ 82 h 84"/>
                <a:gd name="T12" fmla="*/ 12 w 121"/>
                <a:gd name="T13" fmla="*/ 84 h 84"/>
                <a:gd name="T14" fmla="*/ 11 w 121"/>
                <a:gd name="T15" fmla="*/ 82 h 84"/>
                <a:gd name="T16" fmla="*/ 2 w 121"/>
                <a:gd name="T17" fmla="*/ 67 h 84"/>
                <a:gd name="T18" fmla="*/ 0 w 121"/>
                <a:gd name="T19" fmla="*/ 65 h 84"/>
                <a:gd name="T20" fmla="*/ 4 w 121"/>
                <a:gd name="T21" fmla="*/ 63 h 84"/>
                <a:gd name="T22" fmla="*/ 107 w 121"/>
                <a:gd name="T23" fmla="*/ 0 h 84"/>
                <a:gd name="T24" fmla="*/ 109 w 121"/>
                <a:gd name="T25" fmla="*/ 0 h 84"/>
                <a:gd name="T26" fmla="*/ 109 w 121"/>
                <a:gd name="T27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1" h="84">
                  <a:moveTo>
                    <a:pt x="109" y="0"/>
                  </a:moveTo>
                  <a:lnTo>
                    <a:pt x="110" y="2"/>
                  </a:lnTo>
                  <a:lnTo>
                    <a:pt x="119" y="15"/>
                  </a:lnTo>
                  <a:lnTo>
                    <a:pt x="121" y="19"/>
                  </a:lnTo>
                  <a:lnTo>
                    <a:pt x="119" y="20"/>
                  </a:lnTo>
                  <a:lnTo>
                    <a:pt x="14" y="82"/>
                  </a:lnTo>
                  <a:lnTo>
                    <a:pt x="12" y="84"/>
                  </a:lnTo>
                  <a:lnTo>
                    <a:pt x="11" y="82"/>
                  </a:lnTo>
                  <a:lnTo>
                    <a:pt x="2" y="67"/>
                  </a:lnTo>
                  <a:lnTo>
                    <a:pt x="0" y="65"/>
                  </a:lnTo>
                  <a:lnTo>
                    <a:pt x="4" y="63"/>
                  </a:lnTo>
                  <a:lnTo>
                    <a:pt x="107" y="0"/>
                  </a:lnTo>
                  <a:lnTo>
                    <a:pt x="109" y="0"/>
                  </a:lnTo>
                  <a:lnTo>
                    <a:pt x="109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0" name="Freeform 28"/>
            <p:cNvSpPr>
              <a:spLocks noEditPoints="1"/>
            </p:cNvSpPr>
            <p:nvPr/>
          </p:nvSpPr>
          <p:spPr bwMode="auto">
            <a:xfrm>
              <a:off x="5070475" y="4067175"/>
              <a:ext cx="214313" cy="204788"/>
            </a:xfrm>
            <a:custGeom>
              <a:avLst/>
              <a:gdLst>
                <a:gd name="T0" fmla="*/ 58 w 79"/>
                <a:gd name="T1" fmla="*/ 0 h 75"/>
                <a:gd name="T2" fmla="*/ 59 w 79"/>
                <a:gd name="T3" fmla="*/ 1 h 75"/>
                <a:gd name="T4" fmla="*/ 69 w 79"/>
                <a:gd name="T5" fmla="*/ 15 h 75"/>
                <a:gd name="T6" fmla="*/ 74 w 79"/>
                <a:gd name="T7" fmla="*/ 21 h 75"/>
                <a:gd name="T8" fmla="*/ 74 w 79"/>
                <a:gd name="T9" fmla="*/ 21 h 75"/>
                <a:gd name="T10" fmla="*/ 76 w 79"/>
                <a:gd name="T11" fmla="*/ 26 h 75"/>
                <a:gd name="T12" fmla="*/ 76 w 79"/>
                <a:gd name="T13" fmla="*/ 26 h 75"/>
                <a:gd name="T14" fmla="*/ 78 w 79"/>
                <a:gd name="T15" fmla="*/ 31 h 75"/>
                <a:gd name="T16" fmla="*/ 79 w 79"/>
                <a:gd name="T17" fmla="*/ 35 h 75"/>
                <a:gd name="T18" fmla="*/ 79 w 79"/>
                <a:gd name="T19" fmla="*/ 38 h 75"/>
                <a:gd name="T20" fmla="*/ 78 w 79"/>
                <a:gd name="T21" fmla="*/ 42 h 75"/>
                <a:gd name="T22" fmla="*/ 78 w 79"/>
                <a:gd name="T23" fmla="*/ 46 h 75"/>
                <a:gd name="T24" fmla="*/ 76 w 79"/>
                <a:gd name="T25" fmla="*/ 50 h 75"/>
                <a:gd name="T26" fmla="*/ 74 w 79"/>
                <a:gd name="T27" fmla="*/ 54 h 75"/>
                <a:gd name="T28" fmla="*/ 74 w 79"/>
                <a:gd name="T29" fmla="*/ 54 h 75"/>
                <a:gd name="T30" fmla="*/ 72 w 79"/>
                <a:gd name="T31" fmla="*/ 58 h 75"/>
                <a:gd name="T32" fmla="*/ 68 w 79"/>
                <a:gd name="T33" fmla="*/ 62 h 75"/>
                <a:gd name="T34" fmla="*/ 64 w 79"/>
                <a:gd name="T35" fmla="*/ 66 h 75"/>
                <a:gd name="T36" fmla="*/ 57 w 79"/>
                <a:gd name="T37" fmla="*/ 70 h 75"/>
                <a:gd name="T38" fmla="*/ 51 w 79"/>
                <a:gd name="T39" fmla="*/ 73 h 75"/>
                <a:gd name="T40" fmla="*/ 44 w 79"/>
                <a:gd name="T41" fmla="*/ 75 h 75"/>
                <a:gd name="T42" fmla="*/ 44 w 79"/>
                <a:gd name="T43" fmla="*/ 75 h 75"/>
                <a:gd name="T44" fmla="*/ 37 w 79"/>
                <a:gd name="T45" fmla="*/ 75 h 75"/>
                <a:gd name="T46" fmla="*/ 37 w 79"/>
                <a:gd name="T47" fmla="*/ 75 h 75"/>
                <a:gd name="T48" fmla="*/ 29 w 79"/>
                <a:gd name="T49" fmla="*/ 73 h 75"/>
                <a:gd name="T50" fmla="*/ 22 w 79"/>
                <a:gd name="T51" fmla="*/ 70 h 75"/>
                <a:gd name="T52" fmla="*/ 15 w 79"/>
                <a:gd name="T53" fmla="*/ 64 h 75"/>
                <a:gd name="T54" fmla="*/ 8 w 79"/>
                <a:gd name="T55" fmla="*/ 56 h 75"/>
                <a:gd name="T56" fmla="*/ 1 w 79"/>
                <a:gd name="T57" fmla="*/ 47 h 75"/>
                <a:gd name="T58" fmla="*/ 0 w 79"/>
                <a:gd name="T59" fmla="*/ 46 h 75"/>
                <a:gd name="T60" fmla="*/ 1 w 79"/>
                <a:gd name="T61" fmla="*/ 44 h 75"/>
                <a:gd name="T62" fmla="*/ 57 w 79"/>
                <a:gd name="T63" fmla="*/ 1 h 75"/>
                <a:gd name="T64" fmla="*/ 58 w 79"/>
                <a:gd name="T65" fmla="*/ 0 h 75"/>
                <a:gd name="T66" fmla="*/ 16 w 79"/>
                <a:gd name="T67" fmla="*/ 49 h 75"/>
                <a:gd name="T68" fmla="*/ 19 w 79"/>
                <a:gd name="T69" fmla="*/ 52 h 75"/>
                <a:gd name="T70" fmla="*/ 27 w 79"/>
                <a:gd name="T71" fmla="*/ 60 h 75"/>
                <a:gd name="T72" fmla="*/ 36 w 79"/>
                <a:gd name="T73" fmla="*/ 63 h 75"/>
                <a:gd name="T74" fmla="*/ 36 w 79"/>
                <a:gd name="T75" fmla="*/ 63 h 75"/>
                <a:gd name="T76" fmla="*/ 36 w 79"/>
                <a:gd name="T77" fmla="*/ 63 h 75"/>
                <a:gd name="T78" fmla="*/ 36 w 79"/>
                <a:gd name="T79" fmla="*/ 63 h 75"/>
                <a:gd name="T80" fmla="*/ 45 w 79"/>
                <a:gd name="T81" fmla="*/ 61 h 75"/>
                <a:gd name="T82" fmla="*/ 55 w 79"/>
                <a:gd name="T83" fmla="*/ 55 h 75"/>
                <a:gd name="T84" fmla="*/ 59 w 79"/>
                <a:gd name="T85" fmla="*/ 52 h 75"/>
                <a:gd name="T86" fmla="*/ 59 w 79"/>
                <a:gd name="T87" fmla="*/ 52 h 75"/>
                <a:gd name="T88" fmla="*/ 62 w 79"/>
                <a:gd name="T89" fmla="*/ 48 h 75"/>
                <a:gd name="T90" fmla="*/ 62 w 79"/>
                <a:gd name="T91" fmla="*/ 48 h 75"/>
                <a:gd name="T92" fmla="*/ 65 w 79"/>
                <a:gd name="T93" fmla="*/ 44 h 75"/>
                <a:gd name="T94" fmla="*/ 66 w 79"/>
                <a:gd name="T95" fmla="*/ 40 h 75"/>
                <a:gd name="T96" fmla="*/ 66 w 79"/>
                <a:gd name="T97" fmla="*/ 36 h 75"/>
                <a:gd name="T98" fmla="*/ 66 w 79"/>
                <a:gd name="T99" fmla="*/ 36 h 75"/>
                <a:gd name="T100" fmla="*/ 65 w 79"/>
                <a:gd name="T101" fmla="*/ 31 h 75"/>
                <a:gd name="T102" fmla="*/ 63 w 79"/>
                <a:gd name="T103" fmla="*/ 26 h 75"/>
                <a:gd name="T104" fmla="*/ 60 w 79"/>
                <a:gd name="T105" fmla="*/ 21 h 75"/>
                <a:gd name="T106" fmla="*/ 57 w 79"/>
                <a:gd name="T107" fmla="*/ 17 h 75"/>
                <a:gd name="T108" fmla="*/ 16 w 79"/>
                <a:gd name="T109" fmla="*/ 49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79" h="75">
                  <a:moveTo>
                    <a:pt x="58" y="0"/>
                  </a:moveTo>
                  <a:cubicBezTo>
                    <a:pt x="59" y="1"/>
                    <a:pt x="59" y="1"/>
                    <a:pt x="59" y="1"/>
                  </a:cubicBezTo>
                  <a:cubicBezTo>
                    <a:pt x="69" y="15"/>
                    <a:pt x="69" y="15"/>
                    <a:pt x="69" y="15"/>
                  </a:cubicBezTo>
                  <a:cubicBezTo>
                    <a:pt x="71" y="17"/>
                    <a:pt x="72" y="19"/>
                    <a:pt x="74" y="21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75" y="23"/>
                    <a:pt x="76" y="24"/>
                    <a:pt x="76" y="26"/>
                  </a:cubicBezTo>
                  <a:cubicBezTo>
                    <a:pt x="76" y="26"/>
                    <a:pt x="76" y="26"/>
                    <a:pt x="76" y="26"/>
                  </a:cubicBezTo>
                  <a:cubicBezTo>
                    <a:pt x="77" y="28"/>
                    <a:pt x="77" y="29"/>
                    <a:pt x="78" y="31"/>
                  </a:cubicBezTo>
                  <a:cubicBezTo>
                    <a:pt x="78" y="32"/>
                    <a:pt x="78" y="34"/>
                    <a:pt x="79" y="35"/>
                  </a:cubicBezTo>
                  <a:cubicBezTo>
                    <a:pt x="79" y="36"/>
                    <a:pt x="79" y="37"/>
                    <a:pt x="79" y="38"/>
                  </a:cubicBezTo>
                  <a:cubicBezTo>
                    <a:pt x="79" y="40"/>
                    <a:pt x="79" y="41"/>
                    <a:pt x="78" y="42"/>
                  </a:cubicBezTo>
                  <a:cubicBezTo>
                    <a:pt x="78" y="43"/>
                    <a:pt x="78" y="45"/>
                    <a:pt x="78" y="46"/>
                  </a:cubicBezTo>
                  <a:cubicBezTo>
                    <a:pt x="77" y="47"/>
                    <a:pt x="77" y="49"/>
                    <a:pt x="76" y="50"/>
                  </a:cubicBezTo>
                  <a:cubicBezTo>
                    <a:pt x="76" y="51"/>
                    <a:pt x="75" y="53"/>
                    <a:pt x="74" y="54"/>
                  </a:cubicBezTo>
                  <a:cubicBezTo>
                    <a:pt x="74" y="54"/>
                    <a:pt x="74" y="54"/>
                    <a:pt x="74" y="54"/>
                  </a:cubicBezTo>
                  <a:cubicBezTo>
                    <a:pt x="74" y="55"/>
                    <a:pt x="73" y="57"/>
                    <a:pt x="72" y="58"/>
                  </a:cubicBezTo>
                  <a:cubicBezTo>
                    <a:pt x="71" y="59"/>
                    <a:pt x="69" y="61"/>
                    <a:pt x="68" y="62"/>
                  </a:cubicBezTo>
                  <a:cubicBezTo>
                    <a:pt x="67" y="63"/>
                    <a:pt x="65" y="65"/>
                    <a:pt x="64" y="66"/>
                  </a:cubicBezTo>
                  <a:cubicBezTo>
                    <a:pt x="62" y="67"/>
                    <a:pt x="60" y="69"/>
                    <a:pt x="57" y="70"/>
                  </a:cubicBezTo>
                  <a:cubicBezTo>
                    <a:pt x="55" y="71"/>
                    <a:pt x="53" y="72"/>
                    <a:pt x="51" y="73"/>
                  </a:cubicBezTo>
                  <a:cubicBezTo>
                    <a:pt x="48" y="74"/>
                    <a:pt x="46" y="75"/>
                    <a:pt x="44" y="75"/>
                  </a:cubicBezTo>
                  <a:cubicBezTo>
                    <a:pt x="44" y="75"/>
                    <a:pt x="44" y="75"/>
                    <a:pt x="44" y="75"/>
                  </a:cubicBezTo>
                  <a:cubicBezTo>
                    <a:pt x="41" y="75"/>
                    <a:pt x="39" y="75"/>
                    <a:pt x="37" y="75"/>
                  </a:cubicBezTo>
                  <a:cubicBezTo>
                    <a:pt x="37" y="75"/>
                    <a:pt x="37" y="75"/>
                    <a:pt x="37" y="75"/>
                  </a:cubicBezTo>
                  <a:cubicBezTo>
                    <a:pt x="34" y="75"/>
                    <a:pt x="32" y="74"/>
                    <a:pt x="29" y="73"/>
                  </a:cubicBezTo>
                  <a:cubicBezTo>
                    <a:pt x="27" y="72"/>
                    <a:pt x="25" y="71"/>
                    <a:pt x="22" y="70"/>
                  </a:cubicBezTo>
                  <a:cubicBezTo>
                    <a:pt x="20" y="68"/>
                    <a:pt x="17" y="66"/>
                    <a:pt x="15" y="64"/>
                  </a:cubicBezTo>
                  <a:cubicBezTo>
                    <a:pt x="13" y="62"/>
                    <a:pt x="10" y="59"/>
                    <a:pt x="8" y="56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57" y="1"/>
                    <a:pt x="57" y="1"/>
                    <a:pt x="57" y="1"/>
                  </a:cubicBezTo>
                  <a:cubicBezTo>
                    <a:pt x="58" y="0"/>
                    <a:pt x="58" y="0"/>
                    <a:pt x="58" y="0"/>
                  </a:cubicBezTo>
                  <a:close/>
                  <a:moveTo>
                    <a:pt x="16" y="49"/>
                  </a:moveTo>
                  <a:cubicBezTo>
                    <a:pt x="19" y="52"/>
                    <a:pt x="19" y="52"/>
                    <a:pt x="19" y="52"/>
                  </a:cubicBezTo>
                  <a:cubicBezTo>
                    <a:pt x="22" y="56"/>
                    <a:pt x="24" y="58"/>
                    <a:pt x="27" y="60"/>
                  </a:cubicBezTo>
                  <a:cubicBezTo>
                    <a:pt x="30" y="61"/>
                    <a:pt x="33" y="62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6" y="63"/>
                    <a:pt x="36" y="63"/>
                    <a:pt x="36" y="63"/>
                  </a:cubicBezTo>
                  <a:cubicBezTo>
                    <a:pt x="39" y="63"/>
                    <a:pt x="42" y="62"/>
                    <a:pt x="45" y="61"/>
                  </a:cubicBezTo>
                  <a:cubicBezTo>
                    <a:pt x="49" y="60"/>
                    <a:pt x="52" y="58"/>
                    <a:pt x="55" y="55"/>
                  </a:cubicBezTo>
                  <a:cubicBezTo>
                    <a:pt x="57" y="54"/>
                    <a:pt x="58" y="53"/>
                    <a:pt x="59" y="52"/>
                  </a:cubicBezTo>
                  <a:cubicBezTo>
                    <a:pt x="59" y="52"/>
                    <a:pt x="59" y="52"/>
                    <a:pt x="59" y="52"/>
                  </a:cubicBezTo>
                  <a:cubicBezTo>
                    <a:pt x="60" y="50"/>
                    <a:pt x="61" y="49"/>
                    <a:pt x="62" y="48"/>
                  </a:cubicBezTo>
                  <a:cubicBezTo>
                    <a:pt x="62" y="48"/>
                    <a:pt x="62" y="48"/>
                    <a:pt x="62" y="48"/>
                  </a:cubicBezTo>
                  <a:cubicBezTo>
                    <a:pt x="63" y="47"/>
                    <a:pt x="64" y="45"/>
                    <a:pt x="65" y="44"/>
                  </a:cubicBezTo>
                  <a:cubicBezTo>
                    <a:pt x="65" y="43"/>
                    <a:pt x="66" y="41"/>
                    <a:pt x="66" y="40"/>
                  </a:cubicBezTo>
                  <a:cubicBezTo>
                    <a:pt x="66" y="39"/>
                    <a:pt x="66" y="37"/>
                    <a:pt x="66" y="36"/>
                  </a:cubicBezTo>
                  <a:cubicBezTo>
                    <a:pt x="66" y="36"/>
                    <a:pt x="66" y="36"/>
                    <a:pt x="66" y="36"/>
                  </a:cubicBezTo>
                  <a:cubicBezTo>
                    <a:pt x="66" y="34"/>
                    <a:pt x="66" y="32"/>
                    <a:pt x="65" y="31"/>
                  </a:cubicBezTo>
                  <a:cubicBezTo>
                    <a:pt x="65" y="29"/>
                    <a:pt x="64" y="28"/>
                    <a:pt x="63" y="26"/>
                  </a:cubicBezTo>
                  <a:cubicBezTo>
                    <a:pt x="62" y="24"/>
                    <a:pt x="61" y="22"/>
                    <a:pt x="60" y="21"/>
                  </a:cubicBezTo>
                  <a:cubicBezTo>
                    <a:pt x="57" y="17"/>
                    <a:pt x="57" y="17"/>
                    <a:pt x="57" y="17"/>
                  </a:cubicBezTo>
                  <a:cubicBezTo>
                    <a:pt x="16" y="49"/>
                    <a:pt x="16" y="49"/>
                    <a:pt x="16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1" name="Freeform 29"/>
            <p:cNvSpPr>
              <a:spLocks/>
            </p:cNvSpPr>
            <p:nvPr/>
          </p:nvSpPr>
          <p:spPr bwMode="auto">
            <a:xfrm>
              <a:off x="5205413" y="4208463"/>
              <a:ext cx="169863" cy="166688"/>
            </a:xfrm>
            <a:custGeom>
              <a:avLst/>
              <a:gdLst>
                <a:gd name="T0" fmla="*/ 91 w 107"/>
                <a:gd name="T1" fmla="*/ 0 h 105"/>
                <a:gd name="T2" fmla="*/ 93 w 107"/>
                <a:gd name="T3" fmla="*/ 4 h 105"/>
                <a:gd name="T4" fmla="*/ 105 w 107"/>
                <a:gd name="T5" fmla="*/ 16 h 105"/>
                <a:gd name="T6" fmla="*/ 107 w 107"/>
                <a:gd name="T7" fmla="*/ 17 h 105"/>
                <a:gd name="T8" fmla="*/ 105 w 107"/>
                <a:gd name="T9" fmla="*/ 19 h 105"/>
                <a:gd name="T10" fmla="*/ 18 w 107"/>
                <a:gd name="T11" fmla="*/ 103 h 105"/>
                <a:gd name="T12" fmla="*/ 16 w 107"/>
                <a:gd name="T13" fmla="*/ 105 h 105"/>
                <a:gd name="T14" fmla="*/ 14 w 107"/>
                <a:gd name="T15" fmla="*/ 103 h 105"/>
                <a:gd name="T16" fmla="*/ 2 w 107"/>
                <a:gd name="T17" fmla="*/ 91 h 105"/>
                <a:gd name="T18" fmla="*/ 0 w 107"/>
                <a:gd name="T19" fmla="*/ 90 h 105"/>
                <a:gd name="T20" fmla="*/ 2 w 107"/>
                <a:gd name="T21" fmla="*/ 88 h 105"/>
                <a:gd name="T22" fmla="*/ 90 w 107"/>
                <a:gd name="T23" fmla="*/ 4 h 105"/>
                <a:gd name="T24" fmla="*/ 91 w 107"/>
                <a:gd name="T25" fmla="*/ 0 h 105"/>
                <a:gd name="T26" fmla="*/ 91 w 107"/>
                <a:gd name="T27" fmla="*/ 0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7" h="105">
                  <a:moveTo>
                    <a:pt x="91" y="0"/>
                  </a:moveTo>
                  <a:lnTo>
                    <a:pt x="93" y="4"/>
                  </a:lnTo>
                  <a:lnTo>
                    <a:pt x="105" y="16"/>
                  </a:lnTo>
                  <a:lnTo>
                    <a:pt x="107" y="17"/>
                  </a:lnTo>
                  <a:lnTo>
                    <a:pt x="105" y="19"/>
                  </a:lnTo>
                  <a:lnTo>
                    <a:pt x="18" y="103"/>
                  </a:lnTo>
                  <a:lnTo>
                    <a:pt x="16" y="105"/>
                  </a:lnTo>
                  <a:lnTo>
                    <a:pt x="14" y="103"/>
                  </a:lnTo>
                  <a:lnTo>
                    <a:pt x="2" y="91"/>
                  </a:lnTo>
                  <a:lnTo>
                    <a:pt x="0" y="90"/>
                  </a:lnTo>
                  <a:lnTo>
                    <a:pt x="2" y="88"/>
                  </a:lnTo>
                  <a:lnTo>
                    <a:pt x="90" y="4"/>
                  </a:lnTo>
                  <a:lnTo>
                    <a:pt x="91" y="0"/>
                  </a:lnTo>
                  <a:lnTo>
                    <a:pt x="91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2" name="Freeform 30"/>
            <p:cNvSpPr>
              <a:spLocks noEditPoints="1"/>
            </p:cNvSpPr>
            <p:nvPr/>
          </p:nvSpPr>
          <p:spPr bwMode="auto">
            <a:xfrm>
              <a:off x="5272088" y="4295775"/>
              <a:ext cx="209550" cy="227013"/>
            </a:xfrm>
            <a:custGeom>
              <a:avLst/>
              <a:gdLst>
                <a:gd name="T0" fmla="*/ 132 w 132"/>
                <a:gd name="T1" fmla="*/ 14 h 143"/>
                <a:gd name="T2" fmla="*/ 130 w 132"/>
                <a:gd name="T3" fmla="*/ 16 h 143"/>
                <a:gd name="T4" fmla="*/ 94 w 132"/>
                <a:gd name="T5" fmla="*/ 139 h 143"/>
                <a:gd name="T6" fmla="*/ 92 w 132"/>
                <a:gd name="T7" fmla="*/ 143 h 143"/>
                <a:gd name="T8" fmla="*/ 89 w 132"/>
                <a:gd name="T9" fmla="*/ 141 h 143"/>
                <a:gd name="T10" fmla="*/ 75 w 132"/>
                <a:gd name="T11" fmla="*/ 131 h 143"/>
                <a:gd name="T12" fmla="*/ 73 w 132"/>
                <a:gd name="T13" fmla="*/ 129 h 143"/>
                <a:gd name="T14" fmla="*/ 73 w 132"/>
                <a:gd name="T15" fmla="*/ 127 h 143"/>
                <a:gd name="T16" fmla="*/ 84 w 132"/>
                <a:gd name="T17" fmla="*/ 96 h 143"/>
                <a:gd name="T18" fmla="*/ 46 w 132"/>
                <a:gd name="T19" fmla="*/ 69 h 143"/>
                <a:gd name="T20" fmla="*/ 20 w 132"/>
                <a:gd name="T21" fmla="*/ 88 h 143"/>
                <a:gd name="T22" fmla="*/ 18 w 132"/>
                <a:gd name="T23" fmla="*/ 88 h 143"/>
                <a:gd name="T24" fmla="*/ 17 w 132"/>
                <a:gd name="T25" fmla="*/ 88 h 143"/>
                <a:gd name="T26" fmla="*/ 3 w 132"/>
                <a:gd name="T27" fmla="*/ 78 h 143"/>
                <a:gd name="T28" fmla="*/ 0 w 132"/>
                <a:gd name="T29" fmla="*/ 74 h 143"/>
                <a:gd name="T30" fmla="*/ 3 w 132"/>
                <a:gd name="T31" fmla="*/ 72 h 143"/>
                <a:gd name="T32" fmla="*/ 111 w 132"/>
                <a:gd name="T33" fmla="*/ 2 h 143"/>
                <a:gd name="T34" fmla="*/ 113 w 132"/>
                <a:gd name="T35" fmla="*/ 0 h 143"/>
                <a:gd name="T36" fmla="*/ 114 w 132"/>
                <a:gd name="T37" fmla="*/ 2 h 143"/>
                <a:gd name="T38" fmla="*/ 130 w 132"/>
                <a:gd name="T39" fmla="*/ 12 h 143"/>
                <a:gd name="T40" fmla="*/ 132 w 132"/>
                <a:gd name="T41" fmla="*/ 14 h 143"/>
                <a:gd name="T42" fmla="*/ 132 w 132"/>
                <a:gd name="T43" fmla="*/ 14 h 143"/>
                <a:gd name="T44" fmla="*/ 89 w 132"/>
                <a:gd name="T45" fmla="*/ 78 h 143"/>
                <a:gd name="T46" fmla="*/ 106 w 132"/>
                <a:gd name="T47" fmla="*/ 28 h 143"/>
                <a:gd name="T48" fmla="*/ 63 w 132"/>
                <a:gd name="T49" fmla="*/ 59 h 143"/>
                <a:gd name="T50" fmla="*/ 89 w 132"/>
                <a:gd name="T51" fmla="*/ 78 h 143"/>
                <a:gd name="T52" fmla="*/ 89 w 132"/>
                <a:gd name="T53" fmla="*/ 78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32" h="143">
                  <a:moveTo>
                    <a:pt x="132" y="14"/>
                  </a:moveTo>
                  <a:lnTo>
                    <a:pt x="130" y="16"/>
                  </a:lnTo>
                  <a:lnTo>
                    <a:pt x="94" y="139"/>
                  </a:lnTo>
                  <a:lnTo>
                    <a:pt x="92" y="143"/>
                  </a:lnTo>
                  <a:lnTo>
                    <a:pt x="89" y="141"/>
                  </a:lnTo>
                  <a:lnTo>
                    <a:pt x="75" y="131"/>
                  </a:lnTo>
                  <a:lnTo>
                    <a:pt x="73" y="129"/>
                  </a:lnTo>
                  <a:lnTo>
                    <a:pt x="73" y="127"/>
                  </a:lnTo>
                  <a:lnTo>
                    <a:pt x="84" y="96"/>
                  </a:lnTo>
                  <a:lnTo>
                    <a:pt x="46" y="69"/>
                  </a:lnTo>
                  <a:lnTo>
                    <a:pt x="20" y="88"/>
                  </a:lnTo>
                  <a:lnTo>
                    <a:pt x="18" y="88"/>
                  </a:lnTo>
                  <a:lnTo>
                    <a:pt x="17" y="88"/>
                  </a:lnTo>
                  <a:lnTo>
                    <a:pt x="3" y="78"/>
                  </a:lnTo>
                  <a:lnTo>
                    <a:pt x="0" y="74"/>
                  </a:lnTo>
                  <a:lnTo>
                    <a:pt x="3" y="72"/>
                  </a:lnTo>
                  <a:lnTo>
                    <a:pt x="111" y="2"/>
                  </a:lnTo>
                  <a:lnTo>
                    <a:pt x="113" y="0"/>
                  </a:lnTo>
                  <a:lnTo>
                    <a:pt x="114" y="2"/>
                  </a:lnTo>
                  <a:lnTo>
                    <a:pt x="130" y="12"/>
                  </a:lnTo>
                  <a:lnTo>
                    <a:pt x="132" y="14"/>
                  </a:lnTo>
                  <a:lnTo>
                    <a:pt x="132" y="14"/>
                  </a:lnTo>
                  <a:close/>
                  <a:moveTo>
                    <a:pt x="89" y="78"/>
                  </a:moveTo>
                  <a:lnTo>
                    <a:pt x="106" y="28"/>
                  </a:lnTo>
                  <a:lnTo>
                    <a:pt x="63" y="59"/>
                  </a:lnTo>
                  <a:lnTo>
                    <a:pt x="89" y="78"/>
                  </a:lnTo>
                  <a:lnTo>
                    <a:pt x="89" y="7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Freeform 31"/>
            <p:cNvSpPr>
              <a:spLocks/>
            </p:cNvSpPr>
            <p:nvPr/>
          </p:nvSpPr>
          <p:spPr bwMode="auto">
            <a:xfrm>
              <a:off x="5467350" y="4370388"/>
              <a:ext cx="223838" cy="247650"/>
            </a:xfrm>
            <a:custGeom>
              <a:avLst/>
              <a:gdLst>
                <a:gd name="T0" fmla="*/ 57 w 141"/>
                <a:gd name="T1" fmla="*/ 0 h 156"/>
                <a:gd name="T2" fmla="*/ 60 w 141"/>
                <a:gd name="T3" fmla="*/ 1 h 156"/>
                <a:gd name="T4" fmla="*/ 79 w 141"/>
                <a:gd name="T5" fmla="*/ 10 h 156"/>
                <a:gd name="T6" fmla="*/ 79 w 141"/>
                <a:gd name="T7" fmla="*/ 12 h 156"/>
                <a:gd name="T8" fmla="*/ 81 w 141"/>
                <a:gd name="T9" fmla="*/ 13 h 156"/>
                <a:gd name="T10" fmla="*/ 81 w 141"/>
                <a:gd name="T11" fmla="*/ 113 h 156"/>
                <a:gd name="T12" fmla="*/ 120 w 141"/>
                <a:gd name="T13" fmla="*/ 34 h 156"/>
                <a:gd name="T14" fmla="*/ 122 w 141"/>
                <a:gd name="T15" fmla="*/ 32 h 156"/>
                <a:gd name="T16" fmla="*/ 123 w 141"/>
                <a:gd name="T17" fmla="*/ 32 h 156"/>
                <a:gd name="T18" fmla="*/ 137 w 141"/>
                <a:gd name="T19" fmla="*/ 39 h 156"/>
                <a:gd name="T20" fmla="*/ 141 w 141"/>
                <a:gd name="T21" fmla="*/ 41 h 156"/>
                <a:gd name="T22" fmla="*/ 139 w 141"/>
                <a:gd name="T23" fmla="*/ 44 h 156"/>
                <a:gd name="T24" fmla="*/ 86 w 141"/>
                <a:gd name="T25" fmla="*/ 152 h 156"/>
                <a:gd name="T26" fmla="*/ 84 w 141"/>
                <a:gd name="T27" fmla="*/ 156 h 156"/>
                <a:gd name="T28" fmla="*/ 82 w 141"/>
                <a:gd name="T29" fmla="*/ 154 h 156"/>
                <a:gd name="T30" fmla="*/ 63 w 141"/>
                <a:gd name="T31" fmla="*/ 144 h 156"/>
                <a:gd name="T32" fmla="*/ 62 w 141"/>
                <a:gd name="T33" fmla="*/ 144 h 156"/>
                <a:gd name="T34" fmla="*/ 62 w 141"/>
                <a:gd name="T35" fmla="*/ 142 h 156"/>
                <a:gd name="T36" fmla="*/ 60 w 141"/>
                <a:gd name="T37" fmla="*/ 43 h 156"/>
                <a:gd name="T38" fmla="*/ 22 w 141"/>
                <a:gd name="T39" fmla="*/ 122 h 156"/>
                <a:gd name="T40" fmla="*/ 21 w 141"/>
                <a:gd name="T41" fmla="*/ 123 h 156"/>
                <a:gd name="T42" fmla="*/ 17 w 141"/>
                <a:gd name="T43" fmla="*/ 122 h 156"/>
                <a:gd name="T44" fmla="*/ 3 w 141"/>
                <a:gd name="T45" fmla="*/ 115 h 156"/>
                <a:gd name="T46" fmla="*/ 0 w 141"/>
                <a:gd name="T47" fmla="*/ 113 h 156"/>
                <a:gd name="T48" fmla="*/ 2 w 141"/>
                <a:gd name="T49" fmla="*/ 111 h 156"/>
                <a:gd name="T50" fmla="*/ 55 w 141"/>
                <a:gd name="T51" fmla="*/ 3 h 156"/>
                <a:gd name="T52" fmla="*/ 57 w 141"/>
                <a:gd name="T53" fmla="*/ 0 h 156"/>
                <a:gd name="T54" fmla="*/ 57 w 141"/>
                <a:gd name="T55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41" h="156">
                  <a:moveTo>
                    <a:pt x="57" y="0"/>
                  </a:moveTo>
                  <a:lnTo>
                    <a:pt x="60" y="1"/>
                  </a:lnTo>
                  <a:lnTo>
                    <a:pt x="79" y="10"/>
                  </a:lnTo>
                  <a:lnTo>
                    <a:pt x="79" y="12"/>
                  </a:lnTo>
                  <a:lnTo>
                    <a:pt x="81" y="13"/>
                  </a:lnTo>
                  <a:lnTo>
                    <a:pt x="81" y="113"/>
                  </a:lnTo>
                  <a:lnTo>
                    <a:pt x="120" y="34"/>
                  </a:lnTo>
                  <a:lnTo>
                    <a:pt x="122" y="32"/>
                  </a:lnTo>
                  <a:lnTo>
                    <a:pt x="123" y="32"/>
                  </a:lnTo>
                  <a:lnTo>
                    <a:pt x="137" y="39"/>
                  </a:lnTo>
                  <a:lnTo>
                    <a:pt x="141" y="41"/>
                  </a:lnTo>
                  <a:lnTo>
                    <a:pt x="139" y="44"/>
                  </a:lnTo>
                  <a:lnTo>
                    <a:pt x="86" y="152"/>
                  </a:lnTo>
                  <a:lnTo>
                    <a:pt x="84" y="156"/>
                  </a:lnTo>
                  <a:lnTo>
                    <a:pt x="82" y="154"/>
                  </a:lnTo>
                  <a:lnTo>
                    <a:pt x="63" y="144"/>
                  </a:lnTo>
                  <a:lnTo>
                    <a:pt x="62" y="144"/>
                  </a:lnTo>
                  <a:lnTo>
                    <a:pt x="62" y="142"/>
                  </a:lnTo>
                  <a:lnTo>
                    <a:pt x="60" y="43"/>
                  </a:lnTo>
                  <a:lnTo>
                    <a:pt x="22" y="122"/>
                  </a:lnTo>
                  <a:lnTo>
                    <a:pt x="21" y="123"/>
                  </a:lnTo>
                  <a:lnTo>
                    <a:pt x="17" y="122"/>
                  </a:lnTo>
                  <a:lnTo>
                    <a:pt x="3" y="115"/>
                  </a:lnTo>
                  <a:lnTo>
                    <a:pt x="0" y="113"/>
                  </a:lnTo>
                  <a:lnTo>
                    <a:pt x="2" y="111"/>
                  </a:lnTo>
                  <a:lnTo>
                    <a:pt x="55" y="3"/>
                  </a:lnTo>
                  <a:lnTo>
                    <a:pt x="57" y="0"/>
                  </a:lnTo>
                  <a:lnTo>
                    <a:pt x="57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4" name="Freeform 32"/>
            <p:cNvSpPr>
              <a:spLocks/>
            </p:cNvSpPr>
            <p:nvPr/>
          </p:nvSpPr>
          <p:spPr bwMode="auto">
            <a:xfrm>
              <a:off x="7032625" y="3802063"/>
              <a:ext cx="225425" cy="174625"/>
            </a:xfrm>
            <a:custGeom>
              <a:avLst/>
              <a:gdLst>
                <a:gd name="T0" fmla="*/ 85 w 142"/>
                <a:gd name="T1" fmla="*/ 90 h 110"/>
                <a:gd name="T2" fmla="*/ 5 w 142"/>
                <a:gd name="T3" fmla="*/ 98 h 110"/>
                <a:gd name="T4" fmla="*/ 0 w 142"/>
                <a:gd name="T5" fmla="*/ 98 h 110"/>
                <a:gd name="T6" fmla="*/ 3 w 142"/>
                <a:gd name="T7" fmla="*/ 95 h 110"/>
                <a:gd name="T8" fmla="*/ 10 w 142"/>
                <a:gd name="T9" fmla="*/ 76 h 110"/>
                <a:gd name="T10" fmla="*/ 10 w 142"/>
                <a:gd name="T11" fmla="*/ 74 h 110"/>
                <a:gd name="T12" fmla="*/ 12 w 142"/>
                <a:gd name="T13" fmla="*/ 74 h 110"/>
                <a:gd name="T14" fmla="*/ 68 w 142"/>
                <a:gd name="T15" fmla="*/ 69 h 110"/>
                <a:gd name="T16" fmla="*/ 34 w 142"/>
                <a:gd name="T17" fmla="*/ 24 h 110"/>
                <a:gd name="T18" fmla="*/ 32 w 142"/>
                <a:gd name="T19" fmla="*/ 24 h 110"/>
                <a:gd name="T20" fmla="*/ 34 w 142"/>
                <a:gd name="T21" fmla="*/ 23 h 110"/>
                <a:gd name="T22" fmla="*/ 41 w 142"/>
                <a:gd name="T23" fmla="*/ 5 h 110"/>
                <a:gd name="T24" fmla="*/ 43 w 142"/>
                <a:gd name="T25" fmla="*/ 0 h 110"/>
                <a:gd name="T26" fmla="*/ 46 w 142"/>
                <a:gd name="T27" fmla="*/ 4 h 110"/>
                <a:gd name="T28" fmla="*/ 94 w 142"/>
                <a:gd name="T29" fmla="*/ 69 h 110"/>
                <a:gd name="T30" fmla="*/ 140 w 142"/>
                <a:gd name="T31" fmla="*/ 90 h 110"/>
                <a:gd name="T32" fmla="*/ 142 w 142"/>
                <a:gd name="T33" fmla="*/ 90 h 110"/>
                <a:gd name="T34" fmla="*/ 142 w 142"/>
                <a:gd name="T35" fmla="*/ 93 h 110"/>
                <a:gd name="T36" fmla="*/ 135 w 142"/>
                <a:gd name="T37" fmla="*/ 109 h 110"/>
                <a:gd name="T38" fmla="*/ 133 w 142"/>
                <a:gd name="T39" fmla="*/ 110 h 110"/>
                <a:gd name="T40" fmla="*/ 130 w 142"/>
                <a:gd name="T41" fmla="*/ 110 h 110"/>
                <a:gd name="T42" fmla="*/ 85 w 142"/>
                <a:gd name="T43" fmla="*/ 90 h 110"/>
                <a:gd name="T44" fmla="*/ 85 w 142"/>
                <a:gd name="T45" fmla="*/ 9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42" h="110">
                  <a:moveTo>
                    <a:pt x="85" y="90"/>
                  </a:moveTo>
                  <a:lnTo>
                    <a:pt x="5" y="98"/>
                  </a:lnTo>
                  <a:lnTo>
                    <a:pt x="0" y="98"/>
                  </a:lnTo>
                  <a:lnTo>
                    <a:pt x="3" y="95"/>
                  </a:lnTo>
                  <a:lnTo>
                    <a:pt x="10" y="76"/>
                  </a:lnTo>
                  <a:lnTo>
                    <a:pt x="10" y="74"/>
                  </a:lnTo>
                  <a:lnTo>
                    <a:pt x="12" y="74"/>
                  </a:lnTo>
                  <a:lnTo>
                    <a:pt x="68" y="69"/>
                  </a:lnTo>
                  <a:lnTo>
                    <a:pt x="34" y="24"/>
                  </a:lnTo>
                  <a:lnTo>
                    <a:pt x="32" y="24"/>
                  </a:lnTo>
                  <a:lnTo>
                    <a:pt x="34" y="23"/>
                  </a:lnTo>
                  <a:lnTo>
                    <a:pt x="41" y="5"/>
                  </a:lnTo>
                  <a:lnTo>
                    <a:pt x="43" y="0"/>
                  </a:lnTo>
                  <a:lnTo>
                    <a:pt x="46" y="4"/>
                  </a:lnTo>
                  <a:lnTo>
                    <a:pt x="94" y="69"/>
                  </a:lnTo>
                  <a:lnTo>
                    <a:pt x="140" y="90"/>
                  </a:lnTo>
                  <a:lnTo>
                    <a:pt x="142" y="90"/>
                  </a:lnTo>
                  <a:lnTo>
                    <a:pt x="142" y="93"/>
                  </a:lnTo>
                  <a:lnTo>
                    <a:pt x="135" y="109"/>
                  </a:lnTo>
                  <a:lnTo>
                    <a:pt x="133" y="110"/>
                  </a:lnTo>
                  <a:lnTo>
                    <a:pt x="130" y="110"/>
                  </a:lnTo>
                  <a:lnTo>
                    <a:pt x="85" y="90"/>
                  </a:lnTo>
                  <a:lnTo>
                    <a:pt x="85" y="9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5" name="Freeform 33"/>
            <p:cNvSpPr>
              <a:spLocks noEditPoints="1"/>
            </p:cNvSpPr>
            <p:nvPr/>
          </p:nvSpPr>
          <p:spPr bwMode="auto">
            <a:xfrm>
              <a:off x="5878513" y="4075113"/>
              <a:ext cx="431800" cy="125413"/>
            </a:xfrm>
            <a:custGeom>
              <a:avLst/>
              <a:gdLst>
                <a:gd name="T0" fmla="*/ 0 w 159"/>
                <a:gd name="T1" fmla="*/ 40 h 46"/>
                <a:gd name="T2" fmla="*/ 8 w 159"/>
                <a:gd name="T3" fmla="*/ 35 h 46"/>
                <a:gd name="T4" fmla="*/ 6 w 159"/>
                <a:gd name="T5" fmla="*/ 9 h 46"/>
                <a:gd name="T6" fmla="*/ 0 w 159"/>
                <a:gd name="T7" fmla="*/ 3 h 46"/>
                <a:gd name="T8" fmla="*/ 14 w 159"/>
                <a:gd name="T9" fmla="*/ 1 h 46"/>
                <a:gd name="T10" fmla="*/ 18 w 159"/>
                <a:gd name="T11" fmla="*/ 35 h 46"/>
                <a:gd name="T12" fmla="*/ 25 w 159"/>
                <a:gd name="T13" fmla="*/ 40 h 46"/>
                <a:gd name="T14" fmla="*/ 0 w 159"/>
                <a:gd name="T15" fmla="*/ 45 h 46"/>
                <a:gd name="T16" fmla="*/ 59 w 159"/>
                <a:gd name="T17" fmla="*/ 29 h 46"/>
                <a:gd name="T18" fmla="*/ 42 w 159"/>
                <a:gd name="T19" fmla="*/ 26 h 46"/>
                <a:gd name="T20" fmla="*/ 43 w 159"/>
                <a:gd name="T21" fmla="*/ 4 h 46"/>
                <a:gd name="T22" fmla="*/ 69 w 159"/>
                <a:gd name="T23" fmla="*/ 6 h 46"/>
                <a:gd name="T24" fmla="*/ 69 w 159"/>
                <a:gd name="T25" fmla="*/ 40 h 46"/>
                <a:gd name="T26" fmla="*/ 44 w 159"/>
                <a:gd name="T27" fmla="*/ 43 h 46"/>
                <a:gd name="T28" fmla="*/ 41 w 159"/>
                <a:gd name="T29" fmla="*/ 34 h 46"/>
                <a:gd name="T30" fmla="*/ 50 w 159"/>
                <a:gd name="T31" fmla="*/ 37 h 46"/>
                <a:gd name="T32" fmla="*/ 51 w 159"/>
                <a:gd name="T33" fmla="*/ 40 h 46"/>
                <a:gd name="T34" fmla="*/ 61 w 159"/>
                <a:gd name="T35" fmla="*/ 37 h 46"/>
                <a:gd name="T36" fmla="*/ 63 w 159"/>
                <a:gd name="T37" fmla="*/ 15 h 46"/>
                <a:gd name="T38" fmla="*/ 56 w 159"/>
                <a:gd name="T39" fmla="*/ 6 h 46"/>
                <a:gd name="T40" fmla="*/ 49 w 159"/>
                <a:gd name="T41" fmla="*/ 15 h 46"/>
                <a:gd name="T42" fmla="*/ 56 w 159"/>
                <a:gd name="T43" fmla="*/ 24 h 46"/>
                <a:gd name="T44" fmla="*/ 63 w 159"/>
                <a:gd name="T45" fmla="*/ 15 h 46"/>
                <a:gd name="T46" fmla="*/ 116 w 159"/>
                <a:gd name="T47" fmla="*/ 25 h 46"/>
                <a:gd name="T48" fmla="*/ 113 w 159"/>
                <a:gd name="T49" fmla="*/ 42 h 46"/>
                <a:gd name="T50" fmla="*/ 87 w 159"/>
                <a:gd name="T51" fmla="*/ 43 h 46"/>
                <a:gd name="T52" fmla="*/ 84 w 159"/>
                <a:gd name="T53" fmla="*/ 30 h 46"/>
                <a:gd name="T54" fmla="*/ 91 w 159"/>
                <a:gd name="T55" fmla="*/ 30 h 46"/>
                <a:gd name="T56" fmla="*/ 92 w 159"/>
                <a:gd name="T57" fmla="*/ 35 h 46"/>
                <a:gd name="T58" fmla="*/ 94 w 159"/>
                <a:gd name="T59" fmla="*/ 39 h 46"/>
                <a:gd name="T60" fmla="*/ 104 w 159"/>
                <a:gd name="T61" fmla="*/ 38 h 46"/>
                <a:gd name="T62" fmla="*/ 104 w 159"/>
                <a:gd name="T63" fmla="*/ 26 h 46"/>
                <a:gd name="T64" fmla="*/ 96 w 159"/>
                <a:gd name="T65" fmla="*/ 24 h 46"/>
                <a:gd name="T66" fmla="*/ 95 w 159"/>
                <a:gd name="T67" fmla="*/ 18 h 46"/>
                <a:gd name="T68" fmla="*/ 97 w 159"/>
                <a:gd name="T69" fmla="*/ 18 h 46"/>
                <a:gd name="T70" fmla="*/ 105 w 159"/>
                <a:gd name="T71" fmla="*/ 11 h 46"/>
                <a:gd name="T72" fmla="*/ 99 w 159"/>
                <a:gd name="T73" fmla="*/ 6 h 46"/>
                <a:gd name="T74" fmla="*/ 93 w 159"/>
                <a:gd name="T75" fmla="*/ 9 h 46"/>
                <a:gd name="T76" fmla="*/ 94 w 159"/>
                <a:gd name="T77" fmla="*/ 12 h 46"/>
                <a:gd name="T78" fmla="*/ 89 w 159"/>
                <a:gd name="T79" fmla="*/ 17 h 46"/>
                <a:gd name="T80" fmla="*/ 84 w 159"/>
                <a:gd name="T81" fmla="*/ 11 h 46"/>
                <a:gd name="T82" fmla="*/ 100 w 159"/>
                <a:gd name="T83" fmla="*/ 0 h 46"/>
                <a:gd name="T84" fmla="*/ 116 w 159"/>
                <a:gd name="T85" fmla="*/ 12 h 46"/>
                <a:gd name="T86" fmla="*/ 109 w 159"/>
                <a:gd name="T87" fmla="*/ 21 h 46"/>
                <a:gd name="T88" fmla="*/ 133 w 159"/>
                <a:gd name="T89" fmla="*/ 40 h 46"/>
                <a:gd name="T90" fmla="*/ 141 w 159"/>
                <a:gd name="T91" fmla="*/ 35 h 46"/>
                <a:gd name="T92" fmla="*/ 139 w 159"/>
                <a:gd name="T93" fmla="*/ 9 h 46"/>
                <a:gd name="T94" fmla="*/ 133 w 159"/>
                <a:gd name="T95" fmla="*/ 3 h 46"/>
                <a:gd name="T96" fmla="*/ 147 w 159"/>
                <a:gd name="T97" fmla="*/ 1 h 46"/>
                <a:gd name="T98" fmla="*/ 151 w 159"/>
                <a:gd name="T99" fmla="*/ 35 h 46"/>
                <a:gd name="T100" fmla="*/ 159 w 159"/>
                <a:gd name="T101" fmla="*/ 40 h 46"/>
                <a:gd name="T102" fmla="*/ 133 w 159"/>
                <a:gd name="T103" fmla="*/ 45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59" h="46">
                  <a:moveTo>
                    <a:pt x="0" y="45"/>
                  </a:moveTo>
                  <a:cubicBezTo>
                    <a:pt x="0" y="40"/>
                    <a:pt x="0" y="40"/>
                    <a:pt x="0" y="40"/>
                  </a:cubicBezTo>
                  <a:cubicBezTo>
                    <a:pt x="3" y="40"/>
                    <a:pt x="5" y="39"/>
                    <a:pt x="6" y="39"/>
                  </a:cubicBezTo>
                  <a:cubicBezTo>
                    <a:pt x="7" y="38"/>
                    <a:pt x="8" y="37"/>
                    <a:pt x="8" y="35"/>
                  </a:cubicBezTo>
                  <a:cubicBezTo>
                    <a:pt x="8" y="13"/>
                    <a:pt x="8" y="13"/>
                    <a:pt x="8" y="13"/>
                  </a:cubicBezTo>
                  <a:cubicBezTo>
                    <a:pt x="8" y="11"/>
                    <a:pt x="7" y="10"/>
                    <a:pt x="6" y="9"/>
                  </a:cubicBezTo>
                  <a:cubicBezTo>
                    <a:pt x="5" y="8"/>
                    <a:pt x="3" y="8"/>
                    <a:pt x="0" y="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3" y="3"/>
                    <a:pt x="6" y="3"/>
                    <a:pt x="8" y="2"/>
                  </a:cubicBezTo>
                  <a:cubicBezTo>
                    <a:pt x="10" y="2"/>
                    <a:pt x="12" y="1"/>
                    <a:pt x="14" y="1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18" y="37"/>
                    <a:pt x="18" y="38"/>
                    <a:pt x="19" y="39"/>
                  </a:cubicBezTo>
                  <a:cubicBezTo>
                    <a:pt x="20" y="39"/>
                    <a:pt x="22" y="40"/>
                    <a:pt x="25" y="40"/>
                  </a:cubicBezTo>
                  <a:cubicBezTo>
                    <a:pt x="25" y="45"/>
                    <a:pt x="25" y="45"/>
                    <a:pt x="25" y="45"/>
                  </a:cubicBezTo>
                  <a:cubicBezTo>
                    <a:pt x="0" y="45"/>
                    <a:pt x="0" y="45"/>
                    <a:pt x="0" y="45"/>
                  </a:cubicBezTo>
                  <a:close/>
                  <a:moveTo>
                    <a:pt x="64" y="26"/>
                  </a:moveTo>
                  <a:cubicBezTo>
                    <a:pt x="62" y="28"/>
                    <a:pt x="60" y="28"/>
                    <a:pt x="59" y="29"/>
                  </a:cubicBezTo>
                  <a:cubicBezTo>
                    <a:pt x="57" y="30"/>
                    <a:pt x="55" y="30"/>
                    <a:pt x="53" y="30"/>
                  </a:cubicBezTo>
                  <a:cubicBezTo>
                    <a:pt x="49" y="30"/>
                    <a:pt x="45" y="29"/>
                    <a:pt x="42" y="26"/>
                  </a:cubicBezTo>
                  <a:cubicBezTo>
                    <a:pt x="39" y="23"/>
                    <a:pt x="38" y="20"/>
                    <a:pt x="38" y="15"/>
                  </a:cubicBezTo>
                  <a:cubicBezTo>
                    <a:pt x="38" y="11"/>
                    <a:pt x="40" y="7"/>
                    <a:pt x="43" y="4"/>
                  </a:cubicBezTo>
                  <a:cubicBezTo>
                    <a:pt x="46" y="1"/>
                    <a:pt x="51" y="0"/>
                    <a:pt x="56" y="0"/>
                  </a:cubicBezTo>
                  <a:cubicBezTo>
                    <a:pt x="62" y="0"/>
                    <a:pt x="66" y="2"/>
                    <a:pt x="69" y="6"/>
                  </a:cubicBezTo>
                  <a:cubicBezTo>
                    <a:pt x="73" y="9"/>
                    <a:pt x="74" y="15"/>
                    <a:pt x="74" y="22"/>
                  </a:cubicBezTo>
                  <a:cubicBezTo>
                    <a:pt x="74" y="29"/>
                    <a:pt x="72" y="35"/>
                    <a:pt x="69" y="40"/>
                  </a:cubicBezTo>
                  <a:cubicBezTo>
                    <a:pt x="65" y="44"/>
                    <a:pt x="60" y="46"/>
                    <a:pt x="54" y="46"/>
                  </a:cubicBezTo>
                  <a:cubicBezTo>
                    <a:pt x="50" y="46"/>
                    <a:pt x="47" y="45"/>
                    <a:pt x="44" y="43"/>
                  </a:cubicBezTo>
                  <a:cubicBezTo>
                    <a:pt x="41" y="42"/>
                    <a:pt x="40" y="40"/>
                    <a:pt x="40" y="37"/>
                  </a:cubicBezTo>
                  <a:cubicBezTo>
                    <a:pt x="40" y="36"/>
                    <a:pt x="40" y="34"/>
                    <a:pt x="41" y="34"/>
                  </a:cubicBezTo>
                  <a:cubicBezTo>
                    <a:pt x="42" y="33"/>
                    <a:pt x="43" y="32"/>
                    <a:pt x="45" y="32"/>
                  </a:cubicBezTo>
                  <a:cubicBezTo>
                    <a:pt x="47" y="32"/>
                    <a:pt x="49" y="34"/>
                    <a:pt x="50" y="37"/>
                  </a:cubicBezTo>
                  <a:cubicBezTo>
                    <a:pt x="50" y="38"/>
                    <a:pt x="50" y="38"/>
                    <a:pt x="50" y="38"/>
                  </a:cubicBezTo>
                  <a:cubicBezTo>
                    <a:pt x="50" y="39"/>
                    <a:pt x="50" y="40"/>
                    <a:pt x="51" y="40"/>
                  </a:cubicBezTo>
                  <a:cubicBezTo>
                    <a:pt x="52" y="40"/>
                    <a:pt x="52" y="40"/>
                    <a:pt x="54" y="40"/>
                  </a:cubicBezTo>
                  <a:cubicBezTo>
                    <a:pt x="57" y="40"/>
                    <a:pt x="59" y="39"/>
                    <a:pt x="61" y="37"/>
                  </a:cubicBezTo>
                  <a:cubicBezTo>
                    <a:pt x="63" y="34"/>
                    <a:pt x="64" y="31"/>
                    <a:pt x="64" y="26"/>
                  </a:cubicBezTo>
                  <a:close/>
                  <a:moveTo>
                    <a:pt x="63" y="15"/>
                  </a:moveTo>
                  <a:cubicBezTo>
                    <a:pt x="63" y="12"/>
                    <a:pt x="63" y="10"/>
                    <a:pt x="61" y="8"/>
                  </a:cubicBezTo>
                  <a:cubicBezTo>
                    <a:pt x="60" y="7"/>
                    <a:pt x="58" y="6"/>
                    <a:pt x="56" y="6"/>
                  </a:cubicBezTo>
                  <a:cubicBezTo>
                    <a:pt x="54" y="6"/>
                    <a:pt x="52" y="7"/>
                    <a:pt x="51" y="8"/>
                  </a:cubicBezTo>
                  <a:cubicBezTo>
                    <a:pt x="50" y="10"/>
                    <a:pt x="49" y="12"/>
                    <a:pt x="49" y="15"/>
                  </a:cubicBezTo>
                  <a:cubicBezTo>
                    <a:pt x="49" y="18"/>
                    <a:pt x="49" y="20"/>
                    <a:pt x="51" y="21"/>
                  </a:cubicBezTo>
                  <a:cubicBezTo>
                    <a:pt x="52" y="23"/>
                    <a:pt x="54" y="24"/>
                    <a:pt x="56" y="24"/>
                  </a:cubicBezTo>
                  <a:cubicBezTo>
                    <a:pt x="58" y="24"/>
                    <a:pt x="60" y="23"/>
                    <a:pt x="61" y="21"/>
                  </a:cubicBezTo>
                  <a:cubicBezTo>
                    <a:pt x="63" y="20"/>
                    <a:pt x="63" y="18"/>
                    <a:pt x="63" y="15"/>
                  </a:cubicBezTo>
                  <a:close/>
                  <a:moveTo>
                    <a:pt x="109" y="21"/>
                  </a:moveTo>
                  <a:cubicBezTo>
                    <a:pt x="112" y="22"/>
                    <a:pt x="115" y="23"/>
                    <a:pt x="116" y="25"/>
                  </a:cubicBezTo>
                  <a:cubicBezTo>
                    <a:pt x="118" y="26"/>
                    <a:pt x="118" y="29"/>
                    <a:pt x="118" y="31"/>
                  </a:cubicBezTo>
                  <a:cubicBezTo>
                    <a:pt x="118" y="36"/>
                    <a:pt x="117" y="39"/>
                    <a:pt x="113" y="42"/>
                  </a:cubicBezTo>
                  <a:cubicBezTo>
                    <a:pt x="109" y="44"/>
                    <a:pt x="105" y="46"/>
                    <a:pt x="99" y="46"/>
                  </a:cubicBezTo>
                  <a:cubicBezTo>
                    <a:pt x="94" y="46"/>
                    <a:pt x="90" y="45"/>
                    <a:pt x="87" y="43"/>
                  </a:cubicBezTo>
                  <a:cubicBezTo>
                    <a:pt x="84" y="40"/>
                    <a:pt x="83" y="38"/>
                    <a:pt x="83" y="34"/>
                  </a:cubicBezTo>
                  <a:cubicBezTo>
                    <a:pt x="83" y="33"/>
                    <a:pt x="83" y="31"/>
                    <a:pt x="84" y="30"/>
                  </a:cubicBezTo>
                  <a:cubicBezTo>
                    <a:pt x="85" y="29"/>
                    <a:pt x="86" y="29"/>
                    <a:pt x="88" y="29"/>
                  </a:cubicBezTo>
                  <a:cubicBezTo>
                    <a:pt x="89" y="29"/>
                    <a:pt x="90" y="29"/>
                    <a:pt x="91" y="30"/>
                  </a:cubicBezTo>
                  <a:cubicBezTo>
                    <a:pt x="92" y="31"/>
                    <a:pt x="93" y="32"/>
                    <a:pt x="93" y="34"/>
                  </a:cubicBezTo>
                  <a:cubicBezTo>
                    <a:pt x="93" y="34"/>
                    <a:pt x="93" y="35"/>
                    <a:pt x="92" y="35"/>
                  </a:cubicBezTo>
                  <a:cubicBezTo>
                    <a:pt x="92" y="36"/>
                    <a:pt x="92" y="36"/>
                    <a:pt x="92" y="36"/>
                  </a:cubicBezTo>
                  <a:cubicBezTo>
                    <a:pt x="92" y="37"/>
                    <a:pt x="93" y="38"/>
                    <a:pt x="94" y="39"/>
                  </a:cubicBezTo>
                  <a:cubicBezTo>
                    <a:pt x="95" y="39"/>
                    <a:pt x="97" y="40"/>
                    <a:pt x="99" y="40"/>
                  </a:cubicBezTo>
                  <a:cubicBezTo>
                    <a:pt x="101" y="40"/>
                    <a:pt x="103" y="39"/>
                    <a:pt x="104" y="38"/>
                  </a:cubicBezTo>
                  <a:cubicBezTo>
                    <a:pt x="106" y="36"/>
                    <a:pt x="106" y="34"/>
                    <a:pt x="106" y="32"/>
                  </a:cubicBezTo>
                  <a:cubicBezTo>
                    <a:pt x="106" y="29"/>
                    <a:pt x="106" y="27"/>
                    <a:pt x="104" y="26"/>
                  </a:cubicBezTo>
                  <a:cubicBezTo>
                    <a:pt x="103" y="24"/>
                    <a:pt x="100" y="24"/>
                    <a:pt x="97" y="24"/>
                  </a:cubicBezTo>
                  <a:cubicBezTo>
                    <a:pt x="96" y="24"/>
                    <a:pt x="96" y="24"/>
                    <a:pt x="96" y="24"/>
                  </a:cubicBezTo>
                  <a:cubicBezTo>
                    <a:pt x="95" y="24"/>
                    <a:pt x="95" y="24"/>
                    <a:pt x="95" y="24"/>
                  </a:cubicBezTo>
                  <a:cubicBezTo>
                    <a:pt x="95" y="18"/>
                    <a:pt x="95" y="18"/>
                    <a:pt x="95" y="18"/>
                  </a:cubicBezTo>
                  <a:cubicBezTo>
                    <a:pt x="95" y="18"/>
                    <a:pt x="96" y="18"/>
                    <a:pt x="96" y="18"/>
                  </a:cubicBezTo>
                  <a:cubicBezTo>
                    <a:pt x="96" y="18"/>
                    <a:pt x="97" y="18"/>
                    <a:pt x="97" y="18"/>
                  </a:cubicBezTo>
                  <a:cubicBezTo>
                    <a:pt x="99" y="18"/>
                    <a:pt x="101" y="17"/>
                    <a:pt x="103" y="16"/>
                  </a:cubicBezTo>
                  <a:cubicBezTo>
                    <a:pt x="104" y="15"/>
                    <a:pt x="105" y="13"/>
                    <a:pt x="105" y="11"/>
                  </a:cubicBezTo>
                  <a:cubicBezTo>
                    <a:pt x="105" y="9"/>
                    <a:pt x="104" y="8"/>
                    <a:pt x="103" y="7"/>
                  </a:cubicBezTo>
                  <a:cubicBezTo>
                    <a:pt x="102" y="6"/>
                    <a:pt x="101" y="6"/>
                    <a:pt x="99" y="6"/>
                  </a:cubicBezTo>
                  <a:cubicBezTo>
                    <a:pt x="97" y="6"/>
                    <a:pt x="96" y="6"/>
                    <a:pt x="95" y="7"/>
                  </a:cubicBezTo>
                  <a:cubicBezTo>
                    <a:pt x="94" y="7"/>
                    <a:pt x="93" y="8"/>
                    <a:pt x="93" y="9"/>
                  </a:cubicBezTo>
                  <a:cubicBezTo>
                    <a:pt x="93" y="9"/>
                    <a:pt x="93" y="10"/>
                    <a:pt x="94" y="10"/>
                  </a:cubicBezTo>
                  <a:cubicBezTo>
                    <a:pt x="94" y="11"/>
                    <a:pt x="94" y="12"/>
                    <a:pt x="94" y="12"/>
                  </a:cubicBezTo>
                  <a:cubicBezTo>
                    <a:pt x="94" y="14"/>
                    <a:pt x="94" y="15"/>
                    <a:pt x="93" y="16"/>
                  </a:cubicBezTo>
                  <a:cubicBezTo>
                    <a:pt x="92" y="16"/>
                    <a:pt x="91" y="17"/>
                    <a:pt x="89" y="17"/>
                  </a:cubicBezTo>
                  <a:cubicBezTo>
                    <a:pt x="88" y="17"/>
                    <a:pt x="86" y="16"/>
                    <a:pt x="85" y="15"/>
                  </a:cubicBezTo>
                  <a:cubicBezTo>
                    <a:pt x="84" y="15"/>
                    <a:pt x="84" y="13"/>
                    <a:pt x="84" y="11"/>
                  </a:cubicBezTo>
                  <a:cubicBezTo>
                    <a:pt x="84" y="8"/>
                    <a:pt x="86" y="5"/>
                    <a:pt x="89" y="3"/>
                  </a:cubicBezTo>
                  <a:cubicBezTo>
                    <a:pt x="92" y="1"/>
                    <a:pt x="95" y="0"/>
                    <a:pt x="100" y="0"/>
                  </a:cubicBezTo>
                  <a:cubicBezTo>
                    <a:pt x="105" y="0"/>
                    <a:pt x="109" y="1"/>
                    <a:pt x="112" y="3"/>
                  </a:cubicBezTo>
                  <a:cubicBezTo>
                    <a:pt x="115" y="5"/>
                    <a:pt x="116" y="8"/>
                    <a:pt x="116" y="12"/>
                  </a:cubicBezTo>
                  <a:cubicBezTo>
                    <a:pt x="116" y="14"/>
                    <a:pt x="116" y="16"/>
                    <a:pt x="114" y="17"/>
                  </a:cubicBezTo>
                  <a:cubicBezTo>
                    <a:pt x="113" y="19"/>
                    <a:pt x="112" y="20"/>
                    <a:pt x="109" y="21"/>
                  </a:cubicBezTo>
                  <a:close/>
                  <a:moveTo>
                    <a:pt x="133" y="45"/>
                  </a:moveTo>
                  <a:cubicBezTo>
                    <a:pt x="133" y="40"/>
                    <a:pt x="133" y="40"/>
                    <a:pt x="133" y="40"/>
                  </a:cubicBezTo>
                  <a:cubicBezTo>
                    <a:pt x="136" y="40"/>
                    <a:pt x="138" y="39"/>
                    <a:pt x="139" y="39"/>
                  </a:cubicBezTo>
                  <a:cubicBezTo>
                    <a:pt x="140" y="38"/>
                    <a:pt x="141" y="37"/>
                    <a:pt x="141" y="35"/>
                  </a:cubicBezTo>
                  <a:cubicBezTo>
                    <a:pt x="141" y="13"/>
                    <a:pt x="141" y="13"/>
                    <a:pt x="141" y="13"/>
                  </a:cubicBezTo>
                  <a:cubicBezTo>
                    <a:pt x="141" y="11"/>
                    <a:pt x="140" y="10"/>
                    <a:pt x="139" y="9"/>
                  </a:cubicBezTo>
                  <a:cubicBezTo>
                    <a:pt x="139" y="8"/>
                    <a:pt x="137" y="8"/>
                    <a:pt x="133" y="8"/>
                  </a:cubicBezTo>
                  <a:cubicBezTo>
                    <a:pt x="133" y="3"/>
                    <a:pt x="133" y="3"/>
                    <a:pt x="133" y="3"/>
                  </a:cubicBezTo>
                  <a:cubicBezTo>
                    <a:pt x="136" y="3"/>
                    <a:pt x="139" y="3"/>
                    <a:pt x="141" y="2"/>
                  </a:cubicBezTo>
                  <a:cubicBezTo>
                    <a:pt x="143" y="2"/>
                    <a:pt x="145" y="1"/>
                    <a:pt x="147" y="1"/>
                  </a:cubicBezTo>
                  <a:cubicBezTo>
                    <a:pt x="151" y="1"/>
                    <a:pt x="151" y="1"/>
                    <a:pt x="151" y="1"/>
                  </a:cubicBezTo>
                  <a:cubicBezTo>
                    <a:pt x="151" y="35"/>
                    <a:pt x="151" y="35"/>
                    <a:pt x="151" y="35"/>
                  </a:cubicBezTo>
                  <a:cubicBezTo>
                    <a:pt x="151" y="37"/>
                    <a:pt x="151" y="38"/>
                    <a:pt x="152" y="39"/>
                  </a:cubicBezTo>
                  <a:cubicBezTo>
                    <a:pt x="154" y="39"/>
                    <a:pt x="156" y="40"/>
                    <a:pt x="159" y="40"/>
                  </a:cubicBezTo>
                  <a:cubicBezTo>
                    <a:pt x="159" y="45"/>
                    <a:pt x="159" y="45"/>
                    <a:pt x="159" y="45"/>
                  </a:cubicBezTo>
                  <a:cubicBezTo>
                    <a:pt x="133" y="45"/>
                    <a:pt x="133" y="45"/>
                    <a:pt x="133" y="4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6" name="Freeform 34"/>
            <p:cNvSpPr>
              <a:spLocks noEditPoints="1"/>
            </p:cNvSpPr>
            <p:nvPr/>
          </p:nvSpPr>
          <p:spPr bwMode="auto">
            <a:xfrm>
              <a:off x="5048250" y="3025774"/>
              <a:ext cx="1824037" cy="987424"/>
            </a:xfrm>
            <a:custGeom>
              <a:avLst/>
              <a:gdLst>
                <a:gd name="T0" fmla="*/ 610 w 670"/>
                <a:gd name="T1" fmla="*/ 68 h 362"/>
                <a:gd name="T2" fmla="*/ 557 w 670"/>
                <a:gd name="T3" fmla="*/ 99 h 362"/>
                <a:gd name="T4" fmla="*/ 460 w 670"/>
                <a:gd name="T5" fmla="*/ 80 h 362"/>
                <a:gd name="T6" fmla="*/ 381 w 670"/>
                <a:gd name="T7" fmla="*/ 349 h 362"/>
                <a:gd name="T8" fmla="*/ 362 w 670"/>
                <a:gd name="T9" fmla="*/ 297 h 362"/>
                <a:gd name="T10" fmla="*/ 395 w 670"/>
                <a:gd name="T11" fmla="*/ 310 h 362"/>
                <a:gd name="T12" fmla="*/ 403 w 670"/>
                <a:gd name="T13" fmla="*/ 303 h 362"/>
                <a:gd name="T14" fmla="*/ 430 w 670"/>
                <a:gd name="T15" fmla="*/ 311 h 362"/>
                <a:gd name="T16" fmla="*/ 487 w 670"/>
                <a:gd name="T17" fmla="*/ 192 h 362"/>
                <a:gd name="T18" fmla="*/ 400 w 670"/>
                <a:gd name="T19" fmla="*/ 200 h 362"/>
                <a:gd name="T20" fmla="*/ 442 w 670"/>
                <a:gd name="T21" fmla="*/ 260 h 362"/>
                <a:gd name="T22" fmla="*/ 378 w 670"/>
                <a:gd name="T23" fmla="*/ 362 h 362"/>
                <a:gd name="T24" fmla="*/ 292 w 670"/>
                <a:gd name="T25" fmla="*/ 362 h 362"/>
                <a:gd name="T26" fmla="*/ 228 w 670"/>
                <a:gd name="T27" fmla="*/ 260 h 362"/>
                <a:gd name="T28" fmla="*/ 271 w 670"/>
                <a:gd name="T29" fmla="*/ 200 h 362"/>
                <a:gd name="T30" fmla="*/ 183 w 670"/>
                <a:gd name="T31" fmla="*/ 192 h 362"/>
                <a:gd name="T32" fmla="*/ 240 w 670"/>
                <a:gd name="T33" fmla="*/ 311 h 362"/>
                <a:gd name="T34" fmla="*/ 267 w 670"/>
                <a:gd name="T35" fmla="*/ 303 h 362"/>
                <a:gd name="T36" fmla="*/ 275 w 670"/>
                <a:gd name="T37" fmla="*/ 310 h 362"/>
                <a:gd name="T38" fmla="*/ 308 w 670"/>
                <a:gd name="T39" fmla="*/ 297 h 362"/>
                <a:gd name="T40" fmla="*/ 289 w 670"/>
                <a:gd name="T41" fmla="*/ 349 h 362"/>
                <a:gd name="T42" fmla="*/ 613 w 670"/>
                <a:gd name="T43" fmla="*/ 49 h 362"/>
                <a:gd name="T44" fmla="*/ 496 w 670"/>
                <a:gd name="T45" fmla="*/ 27 h 362"/>
                <a:gd name="T46" fmla="*/ 496 w 670"/>
                <a:gd name="T47" fmla="*/ 16 h 362"/>
                <a:gd name="T48" fmla="*/ 587 w 670"/>
                <a:gd name="T49" fmla="*/ 60 h 362"/>
                <a:gd name="T50" fmla="*/ 429 w 670"/>
                <a:gd name="T51" fmla="*/ 130 h 362"/>
                <a:gd name="T52" fmla="*/ 545 w 670"/>
                <a:gd name="T53" fmla="*/ 142 h 362"/>
                <a:gd name="T54" fmla="*/ 540 w 670"/>
                <a:gd name="T55" fmla="*/ 134 h 362"/>
                <a:gd name="T56" fmla="*/ 434 w 670"/>
                <a:gd name="T57" fmla="*/ 132 h 362"/>
                <a:gd name="T58" fmla="*/ 420 w 670"/>
                <a:gd name="T59" fmla="*/ 151 h 362"/>
                <a:gd name="T60" fmla="*/ 499 w 670"/>
                <a:gd name="T61" fmla="*/ 176 h 362"/>
                <a:gd name="T62" fmla="*/ 521 w 670"/>
                <a:gd name="T63" fmla="*/ 156 h 362"/>
                <a:gd name="T64" fmla="*/ 415 w 670"/>
                <a:gd name="T65" fmla="*/ 164 h 362"/>
                <a:gd name="T66" fmla="*/ 60 w 670"/>
                <a:gd name="T67" fmla="*/ 68 h 362"/>
                <a:gd name="T68" fmla="*/ 113 w 670"/>
                <a:gd name="T69" fmla="*/ 99 h 362"/>
                <a:gd name="T70" fmla="*/ 210 w 670"/>
                <a:gd name="T71" fmla="*/ 80 h 362"/>
                <a:gd name="T72" fmla="*/ 57 w 670"/>
                <a:gd name="T73" fmla="*/ 49 h 362"/>
                <a:gd name="T74" fmla="*/ 175 w 670"/>
                <a:gd name="T75" fmla="*/ 27 h 362"/>
                <a:gd name="T76" fmla="*/ 174 w 670"/>
                <a:gd name="T77" fmla="*/ 16 h 362"/>
                <a:gd name="T78" fmla="*/ 83 w 670"/>
                <a:gd name="T79" fmla="*/ 60 h 362"/>
                <a:gd name="T80" fmla="*/ 241 w 670"/>
                <a:gd name="T81" fmla="*/ 130 h 362"/>
                <a:gd name="T82" fmla="*/ 125 w 670"/>
                <a:gd name="T83" fmla="*/ 142 h 362"/>
                <a:gd name="T84" fmla="*/ 130 w 670"/>
                <a:gd name="T85" fmla="*/ 134 h 362"/>
                <a:gd name="T86" fmla="*/ 236 w 670"/>
                <a:gd name="T87" fmla="*/ 132 h 362"/>
                <a:gd name="T88" fmla="*/ 250 w 670"/>
                <a:gd name="T89" fmla="*/ 151 h 362"/>
                <a:gd name="T90" fmla="*/ 171 w 670"/>
                <a:gd name="T91" fmla="*/ 176 h 362"/>
                <a:gd name="T92" fmla="*/ 149 w 670"/>
                <a:gd name="T93" fmla="*/ 156 h 362"/>
                <a:gd name="T94" fmla="*/ 255 w 670"/>
                <a:gd name="T95" fmla="*/ 164 h 3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670" h="362">
                  <a:moveTo>
                    <a:pt x="446" y="90"/>
                  </a:moveTo>
                  <a:cubicBezTo>
                    <a:pt x="454" y="71"/>
                    <a:pt x="454" y="71"/>
                    <a:pt x="454" y="71"/>
                  </a:cubicBezTo>
                  <a:cubicBezTo>
                    <a:pt x="610" y="68"/>
                    <a:pt x="610" y="68"/>
                    <a:pt x="610" y="68"/>
                  </a:cubicBezTo>
                  <a:cubicBezTo>
                    <a:pt x="579" y="104"/>
                    <a:pt x="579" y="104"/>
                    <a:pt x="579" y="104"/>
                  </a:cubicBezTo>
                  <a:cubicBezTo>
                    <a:pt x="557" y="104"/>
                    <a:pt x="557" y="104"/>
                    <a:pt x="557" y="104"/>
                  </a:cubicBezTo>
                  <a:cubicBezTo>
                    <a:pt x="557" y="99"/>
                    <a:pt x="557" y="99"/>
                    <a:pt x="557" y="99"/>
                  </a:cubicBezTo>
                  <a:cubicBezTo>
                    <a:pt x="574" y="95"/>
                    <a:pt x="574" y="95"/>
                    <a:pt x="574" y="95"/>
                  </a:cubicBezTo>
                  <a:cubicBezTo>
                    <a:pt x="590" y="77"/>
                    <a:pt x="590" y="77"/>
                    <a:pt x="590" y="77"/>
                  </a:cubicBezTo>
                  <a:cubicBezTo>
                    <a:pt x="460" y="80"/>
                    <a:pt x="460" y="80"/>
                    <a:pt x="460" y="80"/>
                  </a:cubicBezTo>
                  <a:cubicBezTo>
                    <a:pt x="451" y="92"/>
                    <a:pt x="451" y="92"/>
                    <a:pt x="451" y="92"/>
                  </a:cubicBezTo>
                  <a:cubicBezTo>
                    <a:pt x="446" y="90"/>
                    <a:pt x="446" y="90"/>
                    <a:pt x="446" y="90"/>
                  </a:cubicBezTo>
                  <a:close/>
                  <a:moveTo>
                    <a:pt x="381" y="349"/>
                  </a:moveTo>
                  <a:cubicBezTo>
                    <a:pt x="393" y="349"/>
                    <a:pt x="393" y="349"/>
                    <a:pt x="393" y="349"/>
                  </a:cubicBezTo>
                  <a:cubicBezTo>
                    <a:pt x="354" y="304"/>
                    <a:pt x="354" y="304"/>
                    <a:pt x="354" y="304"/>
                  </a:cubicBezTo>
                  <a:cubicBezTo>
                    <a:pt x="362" y="297"/>
                    <a:pt x="362" y="297"/>
                    <a:pt x="362" y="297"/>
                  </a:cubicBezTo>
                  <a:cubicBezTo>
                    <a:pt x="409" y="349"/>
                    <a:pt x="409" y="349"/>
                    <a:pt x="409" y="349"/>
                  </a:cubicBezTo>
                  <a:cubicBezTo>
                    <a:pt x="431" y="349"/>
                    <a:pt x="431" y="349"/>
                    <a:pt x="431" y="349"/>
                  </a:cubicBezTo>
                  <a:cubicBezTo>
                    <a:pt x="395" y="310"/>
                    <a:pt x="395" y="310"/>
                    <a:pt x="395" y="310"/>
                  </a:cubicBezTo>
                  <a:cubicBezTo>
                    <a:pt x="364" y="277"/>
                    <a:pt x="384" y="237"/>
                    <a:pt x="384" y="237"/>
                  </a:cubicBezTo>
                  <a:cubicBezTo>
                    <a:pt x="394" y="241"/>
                    <a:pt x="394" y="241"/>
                    <a:pt x="394" y="241"/>
                  </a:cubicBezTo>
                  <a:cubicBezTo>
                    <a:pt x="393" y="242"/>
                    <a:pt x="378" y="275"/>
                    <a:pt x="403" y="303"/>
                  </a:cubicBezTo>
                  <a:cubicBezTo>
                    <a:pt x="446" y="349"/>
                    <a:pt x="446" y="349"/>
                    <a:pt x="446" y="349"/>
                  </a:cubicBezTo>
                  <a:cubicBezTo>
                    <a:pt x="461" y="349"/>
                    <a:pt x="461" y="349"/>
                    <a:pt x="461" y="349"/>
                  </a:cubicBezTo>
                  <a:cubicBezTo>
                    <a:pt x="453" y="341"/>
                    <a:pt x="438" y="328"/>
                    <a:pt x="430" y="311"/>
                  </a:cubicBezTo>
                  <a:cubicBezTo>
                    <a:pt x="421" y="295"/>
                    <a:pt x="418" y="275"/>
                    <a:pt x="433" y="254"/>
                  </a:cubicBezTo>
                  <a:cubicBezTo>
                    <a:pt x="433" y="254"/>
                    <a:pt x="433" y="254"/>
                    <a:pt x="433" y="254"/>
                  </a:cubicBezTo>
                  <a:cubicBezTo>
                    <a:pt x="487" y="192"/>
                    <a:pt x="487" y="192"/>
                    <a:pt x="487" y="192"/>
                  </a:cubicBezTo>
                  <a:cubicBezTo>
                    <a:pt x="411" y="193"/>
                    <a:pt x="411" y="193"/>
                    <a:pt x="411" y="193"/>
                  </a:cubicBezTo>
                  <a:cubicBezTo>
                    <a:pt x="404" y="202"/>
                    <a:pt x="404" y="202"/>
                    <a:pt x="404" y="202"/>
                  </a:cubicBezTo>
                  <a:cubicBezTo>
                    <a:pt x="400" y="200"/>
                    <a:pt x="400" y="200"/>
                    <a:pt x="400" y="200"/>
                  </a:cubicBezTo>
                  <a:cubicBezTo>
                    <a:pt x="406" y="186"/>
                    <a:pt x="406" y="186"/>
                    <a:pt x="406" y="186"/>
                  </a:cubicBezTo>
                  <a:cubicBezTo>
                    <a:pt x="509" y="183"/>
                    <a:pt x="509" y="183"/>
                    <a:pt x="509" y="183"/>
                  </a:cubicBezTo>
                  <a:cubicBezTo>
                    <a:pt x="442" y="260"/>
                    <a:pt x="442" y="260"/>
                    <a:pt x="442" y="260"/>
                  </a:cubicBezTo>
                  <a:cubicBezTo>
                    <a:pt x="431" y="276"/>
                    <a:pt x="432" y="291"/>
                    <a:pt x="438" y="304"/>
                  </a:cubicBezTo>
                  <a:cubicBezTo>
                    <a:pt x="449" y="327"/>
                    <a:pt x="475" y="345"/>
                    <a:pt x="494" y="362"/>
                  </a:cubicBezTo>
                  <a:cubicBezTo>
                    <a:pt x="378" y="362"/>
                    <a:pt x="378" y="362"/>
                    <a:pt x="378" y="362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335" y="319"/>
                    <a:pt x="335" y="319"/>
                    <a:pt x="335" y="319"/>
                  </a:cubicBezTo>
                  <a:cubicBezTo>
                    <a:pt x="292" y="362"/>
                    <a:pt x="292" y="362"/>
                    <a:pt x="292" y="362"/>
                  </a:cubicBezTo>
                  <a:cubicBezTo>
                    <a:pt x="179" y="362"/>
                    <a:pt x="179" y="362"/>
                    <a:pt x="179" y="362"/>
                  </a:cubicBezTo>
                  <a:cubicBezTo>
                    <a:pt x="196" y="345"/>
                    <a:pt x="222" y="326"/>
                    <a:pt x="232" y="304"/>
                  </a:cubicBezTo>
                  <a:cubicBezTo>
                    <a:pt x="238" y="291"/>
                    <a:pt x="240" y="276"/>
                    <a:pt x="228" y="260"/>
                  </a:cubicBezTo>
                  <a:cubicBezTo>
                    <a:pt x="161" y="183"/>
                    <a:pt x="161" y="183"/>
                    <a:pt x="161" y="183"/>
                  </a:cubicBezTo>
                  <a:cubicBezTo>
                    <a:pt x="264" y="186"/>
                    <a:pt x="264" y="186"/>
                    <a:pt x="264" y="186"/>
                  </a:cubicBezTo>
                  <a:cubicBezTo>
                    <a:pt x="271" y="200"/>
                    <a:pt x="271" y="200"/>
                    <a:pt x="271" y="200"/>
                  </a:cubicBezTo>
                  <a:cubicBezTo>
                    <a:pt x="266" y="202"/>
                    <a:pt x="266" y="202"/>
                    <a:pt x="266" y="202"/>
                  </a:cubicBezTo>
                  <a:cubicBezTo>
                    <a:pt x="259" y="193"/>
                    <a:pt x="259" y="193"/>
                    <a:pt x="259" y="193"/>
                  </a:cubicBezTo>
                  <a:cubicBezTo>
                    <a:pt x="183" y="192"/>
                    <a:pt x="183" y="192"/>
                    <a:pt x="183" y="192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37" y="254"/>
                    <a:pt x="237" y="254"/>
                    <a:pt x="237" y="254"/>
                  </a:cubicBezTo>
                  <a:cubicBezTo>
                    <a:pt x="252" y="275"/>
                    <a:pt x="249" y="295"/>
                    <a:pt x="240" y="311"/>
                  </a:cubicBezTo>
                  <a:cubicBezTo>
                    <a:pt x="232" y="328"/>
                    <a:pt x="218" y="341"/>
                    <a:pt x="209" y="349"/>
                  </a:cubicBezTo>
                  <a:cubicBezTo>
                    <a:pt x="224" y="349"/>
                    <a:pt x="224" y="349"/>
                    <a:pt x="224" y="349"/>
                  </a:cubicBezTo>
                  <a:cubicBezTo>
                    <a:pt x="267" y="303"/>
                    <a:pt x="267" y="303"/>
                    <a:pt x="267" y="303"/>
                  </a:cubicBezTo>
                  <a:cubicBezTo>
                    <a:pt x="292" y="275"/>
                    <a:pt x="277" y="242"/>
                    <a:pt x="277" y="241"/>
                  </a:cubicBezTo>
                  <a:cubicBezTo>
                    <a:pt x="286" y="237"/>
                    <a:pt x="286" y="237"/>
                    <a:pt x="286" y="237"/>
                  </a:cubicBezTo>
                  <a:cubicBezTo>
                    <a:pt x="286" y="237"/>
                    <a:pt x="306" y="277"/>
                    <a:pt x="275" y="310"/>
                  </a:cubicBezTo>
                  <a:cubicBezTo>
                    <a:pt x="239" y="349"/>
                    <a:pt x="239" y="349"/>
                    <a:pt x="239" y="349"/>
                  </a:cubicBezTo>
                  <a:cubicBezTo>
                    <a:pt x="261" y="349"/>
                    <a:pt x="261" y="349"/>
                    <a:pt x="261" y="349"/>
                  </a:cubicBezTo>
                  <a:cubicBezTo>
                    <a:pt x="308" y="297"/>
                    <a:pt x="308" y="297"/>
                    <a:pt x="308" y="297"/>
                  </a:cubicBezTo>
                  <a:cubicBezTo>
                    <a:pt x="316" y="304"/>
                    <a:pt x="316" y="304"/>
                    <a:pt x="316" y="304"/>
                  </a:cubicBezTo>
                  <a:cubicBezTo>
                    <a:pt x="277" y="349"/>
                    <a:pt x="277" y="349"/>
                    <a:pt x="277" y="349"/>
                  </a:cubicBezTo>
                  <a:cubicBezTo>
                    <a:pt x="289" y="349"/>
                    <a:pt x="289" y="349"/>
                    <a:pt x="289" y="349"/>
                  </a:cubicBezTo>
                  <a:cubicBezTo>
                    <a:pt x="335" y="305"/>
                    <a:pt x="335" y="305"/>
                    <a:pt x="335" y="305"/>
                  </a:cubicBezTo>
                  <a:cubicBezTo>
                    <a:pt x="381" y="349"/>
                    <a:pt x="381" y="349"/>
                    <a:pt x="381" y="349"/>
                  </a:cubicBezTo>
                  <a:close/>
                  <a:moveTo>
                    <a:pt x="613" y="49"/>
                  </a:moveTo>
                  <a:cubicBezTo>
                    <a:pt x="646" y="12"/>
                    <a:pt x="646" y="12"/>
                    <a:pt x="646" y="12"/>
                  </a:cubicBezTo>
                  <a:cubicBezTo>
                    <a:pt x="623" y="15"/>
                    <a:pt x="623" y="15"/>
                    <a:pt x="623" y="15"/>
                  </a:cubicBezTo>
                  <a:cubicBezTo>
                    <a:pt x="496" y="27"/>
                    <a:pt x="496" y="27"/>
                    <a:pt x="496" y="27"/>
                  </a:cubicBezTo>
                  <a:cubicBezTo>
                    <a:pt x="432" y="39"/>
                    <a:pt x="41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406" y="112"/>
                    <a:pt x="426" y="26"/>
                    <a:pt x="496" y="16"/>
                  </a:cubicBezTo>
                  <a:cubicBezTo>
                    <a:pt x="670" y="0"/>
                    <a:pt x="670" y="0"/>
                    <a:pt x="670" y="0"/>
                  </a:cubicBezTo>
                  <a:cubicBezTo>
                    <a:pt x="617" y="60"/>
                    <a:pt x="617" y="60"/>
                    <a:pt x="617" y="60"/>
                  </a:cubicBezTo>
                  <a:cubicBezTo>
                    <a:pt x="587" y="60"/>
                    <a:pt x="587" y="60"/>
                    <a:pt x="587" y="60"/>
                  </a:cubicBezTo>
                  <a:cubicBezTo>
                    <a:pt x="587" y="56"/>
                    <a:pt x="587" y="56"/>
                    <a:pt x="587" y="56"/>
                  </a:cubicBezTo>
                  <a:cubicBezTo>
                    <a:pt x="613" y="49"/>
                    <a:pt x="613" y="49"/>
                    <a:pt x="613" y="49"/>
                  </a:cubicBezTo>
                  <a:close/>
                  <a:moveTo>
                    <a:pt x="429" y="130"/>
                  </a:moveTo>
                  <a:cubicBezTo>
                    <a:pt x="436" y="114"/>
                    <a:pt x="436" y="114"/>
                    <a:pt x="436" y="114"/>
                  </a:cubicBezTo>
                  <a:cubicBezTo>
                    <a:pt x="572" y="111"/>
                    <a:pt x="572" y="111"/>
                    <a:pt x="572" y="111"/>
                  </a:cubicBezTo>
                  <a:cubicBezTo>
                    <a:pt x="545" y="142"/>
                    <a:pt x="545" y="142"/>
                    <a:pt x="545" y="142"/>
                  </a:cubicBezTo>
                  <a:cubicBezTo>
                    <a:pt x="527" y="142"/>
                    <a:pt x="527" y="142"/>
                    <a:pt x="527" y="142"/>
                  </a:cubicBezTo>
                  <a:cubicBezTo>
                    <a:pt x="527" y="138"/>
                    <a:pt x="527" y="138"/>
                    <a:pt x="527" y="138"/>
                  </a:cubicBezTo>
                  <a:cubicBezTo>
                    <a:pt x="540" y="134"/>
                    <a:pt x="540" y="134"/>
                    <a:pt x="540" y="134"/>
                  </a:cubicBezTo>
                  <a:cubicBezTo>
                    <a:pt x="553" y="119"/>
                    <a:pt x="553" y="119"/>
                    <a:pt x="553" y="119"/>
                  </a:cubicBezTo>
                  <a:cubicBezTo>
                    <a:pt x="441" y="122"/>
                    <a:pt x="441" y="122"/>
                    <a:pt x="441" y="122"/>
                  </a:cubicBezTo>
                  <a:cubicBezTo>
                    <a:pt x="434" y="132"/>
                    <a:pt x="434" y="132"/>
                    <a:pt x="434" y="132"/>
                  </a:cubicBezTo>
                  <a:cubicBezTo>
                    <a:pt x="429" y="130"/>
                    <a:pt x="429" y="130"/>
                    <a:pt x="429" y="130"/>
                  </a:cubicBezTo>
                  <a:close/>
                  <a:moveTo>
                    <a:pt x="415" y="164"/>
                  </a:moveTo>
                  <a:cubicBezTo>
                    <a:pt x="420" y="151"/>
                    <a:pt x="420" y="151"/>
                    <a:pt x="420" y="151"/>
                  </a:cubicBezTo>
                  <a:cubicBezTo>
                    <a:pt x="540" y="149"/>
                    <a:pt x="540" y="149"/>
                    <a:pt x="540" y="149"/>
                  </a:cubicBezTo>
                  <a:cubicBezTo>
                    <a:pt x="515" y="176"/>
                    <a:pt x="515" y="176"/>
                    <a:pt x="515" y="176"/>
                  </a:cubicBezTo>
                  <a:cubicBezTo>
                    <a:pt x="499" y="176"/>
                    <a:pt x="499" y="176"/>
                    <a:pt x="499" y="176"/>
                  </a:cubicBezTo>
                  <a:cubicBezTo>
                    <a:pt x="499" y="172"/>
                    <a:pt x="499" y="172"/>
                    <a:pt x="499" y="172"/>
                  </a:cubicBezTo>
                  <a:cubicBezTo>
                    <a:pt x="510" y="169"/>
                    <a:pt x="510" y="169"/>
                    <a:pt x="510" y="169"/>
                  </a:cubicBezTo>
                  <a:cubicBezTo>
                    <a:pt x="521" y="156"/>
                    <a:pt x="521" y="156"/>
                    <a:pt x="521" y="156"/>
                  </a:cubicBezTo>
                  <a:cubicBezTo>
                    <a:pt x="425" y="159"/>
                    <a:pt x="425" y="159"/>
                    <a:pt x="425" y="159"/>
                  </a:cubicBezTo>
                  <a:cubicBezTo>
                    <a:pt x="419" y="166"/>
                    <a:pt x="419" y="166"/>
                    <a:pt x="419" y="166"/>
                  </a:cubicBezTo>
                  <a:cubicBezTo>
                    <a:pt x="415" y="164"/>
                    <a:pt x="415" y="164"/>
                    <a:pt x="415" y="164"/>
                  </a:cubicBezTo>
                  <a:close/>
                  <a:moveTo>
                    <a:pt x="224" y="90"/>
                  </a:moveTo>
                  <a:cubicBezTo>
                    <a:pt x="216" y="71"/>
                    <a:pt x="216" y="71"/>
                    <a:pt x="216" y="71"/>
                  </a:cubicBezTo>
                  <a:cubicBezTo>
                    <a:pt x="60" y="68"/>
                    <a:pt x="60" y="68"/>
                    <a:pt x="60" y="68"/>
                  </a:cubicBezTo>
                  <a:cubicBezTo>
                    <a:pt x="92" y="104"/>
                    <a:pt x="92" y="104"/>
                    <a:pt x="92" y="104"/>
                  </a:cubicBezTo>
                  <a:cubicBezTo>
                    <a:pt x="113" y="104"/>
                    <a:pt x="113" y="104"/>
                    <a:pt x="113" y="104"/>
                  </a:cubicBezTo>
                  <a:cubicBezTo>
                    <a:pt x="113" y="99"/>
                    <a:pt x="113" y="99"/>
                    <a:pt x="113" y="99"/>
                  </a:cubicBezTo>
                  <a:cubicBezTo>
                    <a:pt x="96" y="95"/>
                    <a:pt x="96" y="95"/>
                    <a:pt x="96" y="95"/>
                  </a:cubicBezTo>
                  <a:cubicBezTo>
                    <a:pt x="81" y="77"/>
                    <a:pt x="81" y="77"/>
                    <a:pt x="81" y="77"/>
                  </a:cubicBezTo>
                  <a:cubicBezTo>
                    <a:pt x="210" y="80"/>
                    <a:pt x="210" y="80"/>
                    <a:pt x="210" y="80"/>
                  </a:cubicBezTo>
                  <a:cubicBezTo>
                    <a:pt x="219" y="92"/>
                    <a:pt x="219" y="92"/>
                    <a:pt x="219" y="92"/>
                  </a:cubicBezTo>
                  <a:cubicBezTo>
                    <a:pt x="224" y="90"/>
                    <a:pt x="224" y="90"/>
                    <a:pt x="224" y="90"/>
                  </a:cubicBezTo>
                  <a:close/>
                  <a:moveTo>
                    <a:pt x="57" y="49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47" y="15"/>
                    <a:pt x="47" y="15"/>
                    <a:pt x="47" y="15"/>
                  </a:cubicBezTo>
                  <a:cubicBezTo>
                    <a:pt x="175" y="27"/>
                    <a:pt x="175" y="27"/>
                    <a:pt x="175" y="27"/>
                  </a:cubicBezTo>
                  <a:cubicBezTo>
                    <a:pt x="238" y="39"/>
                    <a:pt x="260" y="122"/>
                    <a:pt x="335" y="121"/>
                  </a:cubicBezTo>
                  <a:cubicBezTo>
                    <a:pt x="335" y="110"/>
                    <a:pt x="335" y="110"/>
                    <a:pt x="335" y="110"/>
                  </a:cubicBezTo>
                  <a:cubicBezTo>
                    <a:pt x="264" y="112"/>
                    <a:pt x="244" y="26"/>
                    <a:pt x="174" y="1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83" y="60"/>
                    <a:pt x="83" y="60"/>
                    <a:pt x="83" y="60"/>
                  </a:cubicBezTo>
                  <a:cubicBezTo>
                    <a:pt x="83" y="56"/>
                    <a:pt x="83" y="56"/>
                    <a:pt x="83" y="56"/>
                  </a:cubicBezTo>
                  <a:cubicBezTo>
                    <a:pt x="57" y="49"/>
                    <a:pt x="57" y="49"/>
                    <a:pt x="57" y="49"/>
                  </a:cubicBezTo>
                  <a:close/>
                  <a:moveTo>
                    <a:pt x="241" y="130"/>
                  </a:moveTo>
                  <a:cubicBezTo>
                    <a:pt x="234" y="114"/>
                    <a:pt x="234" y="114"/>
                    <a:pt x="234" y="114"/>
                  </a:cubicBezTo>
                  <a:cubicBezTo>
                    <a:pt x="98" y="111"/>
                    <a:pt x="98" y="111"/>
                    <a:pt x="98" y="111"/>
                  </a:cubicBezTo>
                  <a:cubicBezTo>
                    <a:pt x="125" y="142"/>
                    <a:pt x="125" y="142"/>
                    <a:pt x="125" y="142"/>
                  </a:cubicBezTo>
                  <a:cubicBezTo>
                    <a:pt x="144" y="142"/>
                    <a:pt x="144" y="142"/>
                    <a:pt x="144" y="142"/>
                  </a:cubicBezTo>
                  <a:cubicBezTo>
                    <a:pt x="144" y="138"/>
                    <a:pt x="144" y="138"/>
                    <a:pt x="144" y="138"/>
                  </a:cubicBezTo>
                  <a:cubicBezTo>
                    <a:pt x="130" y="134"/>
                    <a:pt x="130" y="134"/>
                    <a:pt x="130" y="134"/>
                  </a:cubicBezTo>
                  <a:cubicBezTo>
                    <a:pt x="117" y="119"/>
                    <a:pt x="117" y="119"/>
                    <a:pt x="117" y="119"/>
                  </a:cubicBezTo>
                  <a:cubicBezTo>
                    <a:pt x="229" y="122"/>
                    <a:pt x="229" y="122"/>
                    <a:pt x="229" y="122"/>
                  </a:cubicBezTo>
                  <a:cubicBezTo>
                    <a:pt x="236" y="132"/>
                    <a:pt x="236" y="132"/>
                    <a:pt x="236" y="132"/>
                  </a:cubicBezTo>
                  <a:cubicBezTo>
                    <a:pt x="241" y="130"/>
                    <a:pt x="241" y="130"/>
                    <a:pt x="241" y="130"/>
                  </a:cubicBezTo>
                  <a:close/>
                  <a:moveTo>
                    <a:pt x="255" y="164"/>
                  </a:moveTo>
                  <a:cubicBezTo>
                    <a:pt x="250" y="151"/>
                    <a:pt x="250" y="151"/>
                    <a:pt x="250" y="151"/>
                  </a:cubicBezTo>
                  <a:cubicBezTo>
                    <a:pt x="130" y="149"/>
                    <a:pt x="130" y="149"/>
                    <a:pt x="130" y="149"/>
                  </a:cubicBezTo>
                  <a:cubicBezTo>
                    <a:pt x="155" y="176"/>
                    <a:pt x="155" y="176"/>
                    <a:pt x="155" y="176"/>
                  </a:cubicBezTo>
                  <a:cubicBezTo>
                    <a:pt x="171" y="176"/>
                    <a:pt x="171" y="176"/>
                    <a:pt x="171" y="176"/>
                  </a:cubicBezTo>
                  <a:cubicBezTo>
                    <a:pt x="171" y="172"/>
                    <a:pt x="171" y="172"/>
                    <a:pt x="171" y="172"/>
                  </a:cubicBezTo>
                  <a:cubicBezTo>
                    <a:pt x="160" y="169"/>
                    <a:pt x="160" y="169"/>
                    <a:pt x="160" y="169"/>
                  </a:cubicBezTo>
                  <a:cubicBezTo>
                    <a:pt x="149" y="156"/>
                    <a:pt x="149" y="156"/>
                    <a:pt x="149" y="156"/>
                  </a:cubicBezTo>
                  <a:cubicBezTo>
                    <a:pt x="245" y="159"/>
                    <a:pt x="245" y="159"/>
                    <a:pt x="245" y="159"/>
                  </a:cubicBezTo>
                  <a:cubicBezTo>
                    <a:pt x="251" y="166"/>
                    <a:pt x="251" y="166"/>
                    <a:pt x="251" y="166"/>
                  </a:cubicBezTo>
                  <a:cubicBezTo>
                    <a:pt x="255" y="164"/>
                    <a:pt x="255" y="164"/>
                    <a:pt x="255" y="1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Freeform 35"/>
            <p:cNvSpPr>
              <a:spLocks/>
            </p:cNvSpPr>
            <p:nvPr/>
          </p:nvSpPr>
          <p:spPr bwMode="auto">
            <a:xfrm>
              <a:off x="6462713" y="3840163"/>
              <a:ext cx="468313" cy="30163"/>
            </a:xfrm>
            <a:custGeom>
              <a:avLst/>
              <a:gdLst>
                <a:gd name="T0" fmla="*/ 0 w 172"/>
                <a:gd name="T1" fmla="*/ 0 h 11"/>
                <a:gd name="T2" fmla="*/ 165 w 172"/>
                <a:gd name="T3" fmla="*/ 0 h 11"/>
                <a:gd name="T4" fmla="*/ 165 w 172"/>
                <a:gd name="T5" fmla="*/ 10 h 11"/>
                <a:gd name="T6" fmla="*/ 0 w 172"/>
                <a:gd name="T7" fmla="*/ 10 h 11"/>
                <a:gd name="T8" fmla="*/ 0 w 172"/>
                <a:gd name="T9" fmla="*/ 0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2" h="11">
                  <a:moveTo>
                    <a:pt x="0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72" y="0"/>
                    <a:pt x="171" y="11"/>
                    <a:pt x="165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7"/>
                    <a:pt x="1" y="3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8" name="Freeform 36"/>
            <p:cNvSpPr>
              <a:spLocks noEditPoints="1"/>
            </p:cNvSpPr>
            <p:nvPr/>
          </p:nvSpPr>
          <p:spPr bwMode="auto">
            <a:xfrm>
              <a:off x="6310313" y="3695700"/>
              <a:ext cx="703263" cy="317500"/>
            </a:xfrm>
            <a:custGeom>
              <a:avLst/>
              <a:gdLst>
                <a:gd name="T0" fmla="*/ 196 w 258"/>
                <a:gd name="T1" fmla="*/ 0 h 116"/>
                <a:gd name="T2" fmla="*/ 252 w 258"/>
                <a:gd name="T3" fmla="*/ 32 h 116"/>
                <a:gd name="T4" fmla="*/ 258 w 258"/>
                <a:gd name="T5" fmla="*/ 58 h 116"/>
                <a:gd name="T6" fmla="*/ 252 w 258"/>
                <a:gd name="T7" fmla="*/ 85 h 116"/>
                <a:gd name="T8" fmla="*/ 196 w 258"/>
                <a:gd name="T9" fmla="*/ 116 h 116"/>
                <a:gd name="T10" fmla="*/ 4 w 258"/>
                <a:gd name="T11" fmla="*/ 116 h 116"/>
                <a:gd name="T12" fmla="*/ 24 w 258"/>
                <a:gd name="T13" fmla="*/ 58 h 116"/>
                <a:gd name="T14" fmla="*/ 0 w 258"/>
                <a:gd name="T15" fmla="*/ 0 h 116"/>
                <a:gd name="T16" fmla="*/ 196 w 258"/>
                <a:gd name="T17" fmla="*/ 0 h 116"/>
                <a:gd name="T18" fmla="*/ 25 w 258"/>
                <a:gd name="T19" fmla="*/ 105 h 116"/>
                <a:gd name="T20" fmla="*/ 68 w 258"/>
                <a:gd name="T21" fmla="*/ 105 h 116"/>
                <a:gd name="T22" fmla="*/ 68 w 258"/>
                <a:gd name="T23" fmla="*/ 105 h 116"/>
                <a:gd name="T24" fmla="*/ 199 w 258"/>
                <a:gd name="T25" fmla="*/ 105 h 116"/>
                <a:gd name="T26" fmla="*/ 241 w 258"/>
                <a:gd name="T27" fmla="*/ 82 h 116"/>
                <a:gd name="T28" fmla="*/ 246 w 258"/>
                <a:gd name="T29" fmla="*/ 58 h 116"/>
                <a:gd name="T30" fmla="*/ 241 w 258"/>
                <a:gd name="T31" fmla="*/ 35 h 116"/>
                <a:gd name="T32" fmla="*/ 199 w 258"/>
                <a:gd name="T33" fmla="*/ 11 h 116"/>
                <a:gd name="T34" fmla="*/ 25 w 258"/>
                <a:gd name="T35" fmla="*/ 11 h 116"/>
                <a:gd name="T36" fmla="*/ 25 w 258"/>
                <a:gd name="T37" fmla="*/ 105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8" h="116">
                  <a:moveTo>
                    <a:pt x="196" y="0"/>
                  </a:moveTo>
                  <a:cubicBezTo>
                    <a:pt x="224" y="0"/>
                    <a:pt x="243" y="13"/>
                    <a:pt x="252" y="32"/>
                  </a:cubicBezTo>
                  <a:cubicBezTo>
                    <a:pt x="256" y="40"/>
                    <a:pt x="258" y="49"/>
                    <a:pt x="258" y="58"/>
                  </a:cubicBezTo>
                  <a:cubicBezTo>
                    <a:pt x="258" y="67"/>
                    <a:pt x="256" y="76"/>
                    <a:pt x="252" y="85"/>
                  </a:cubicBezTo>
                  <a:cubicBezTo>
                    <a:pt x="243" y="103"/>
                    <a:pt x="225" y="116"/>
                    <a:pt x="196" y="116"/>
                  </a:cubicBezTo>
                  <a:cubicBezTo>
                    <a:pt x="4" y="116"/>
                    <a:pt x="4" y="116"/>
                    <a:pt x="4" y="116"/>
                  </a:cubicBezTo>
                  <a:cubicBezTo>
                    <a:pt x="17" y="101"/>
                    <a:pt x="24" y="79"/>
                    <a:pt x="24" y="58"/>
                  </a:cubicBezTo>
                  <a:cubicBezTo>
                    <a:pt x="24" y="33"/>
                    <a:pt x="17" y="16"/>
                    <a:pt x="0" y="0"/>
                  </a:cubicBezTo>
                  <a:cubicBezTo>
                    <a:pt x="196" y="0"/>
                    <a:pt x="196" y="0"/>
                    <a:pt x="196" y="0"/>
                  </a:cubicBezTo>
                  <a:close/>
                  <a:moveTo>
                    <a:pt x="25" y="105"/>
                  </a:moveTo>
                  <a:cubicBezTo>
                    <a:pt x="68" y="105"/>
                    <a:pt x="68" y="105"/>
                    <a:pt x="68" y="105"/>
                  </a:cubicBezTo>
                  <a:cubicBezTo>
                    <a:pt x="68" y="105"/>
                    <a:pt x="68" y="105"/>
                    <a:pt x="68" y="105"/>
                  </a:cubicBezTo>
                  <a:cubicBezTo>
                    <a:pt x="199" y="105"/>
                    <a:pt x="199" y="105"/>
                    <a:pt x="199" y="105"/>
                  </a:cubicBezTo>
                  <a:cubicBezTo>
                    <a:pt x="221" y="105"/>
                    <a:pt x="234" y="97"/>
                    <a:pt x="241" y="82"/>
                  </a:cubicBezTo>
                  <a:cubicBezTo>
                    <a:pt x="245" y="75"/>
                    <a:pt x="246" y="67"/>
                    <a:pt x="246" y="58"/>
                  </a:cubicBezTo>
                  <a:cubicBezTo>
                    <a:pt x="246" y="50"/>
                    <a:pt x="245" y="42"/>
                    <a:pt x="241" y="35"/>
                  </a:cubicBezTo>
                  <a:cubicBezTo>
                    <a:pt x="234" y="20"/>
                    <a:pt x="221" y="11"/>
                    <a:pt x="19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39" y="33"/>
                    <a:pt x="40" y="83"/>
                    <a:pt x="25" y="10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4284410" y="2776309"/>
            <a:ext cx="365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kumimoji="1" lang="zh-CN" altLang="en-US" sz="4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ea typeface="楷体" panose="02010609060101010101" pitchFamily="49" charset="-122"/>
              </a:rPr>
              <a:t>感谢聆听</a:t>
            </a:r>
          </a:p>
        </p:txBody>
      </p:sp>
      <p:cxnSp>
        <p:nvCxnSpPr>
          <p:cNvPr id="46" name="直接连接符 45"/>
          <p:cNvCxnSpPr>
            <a:cxnSpLocks/>
          </p:cNvCxnSpPr>
          <p:nvPr/>
        </p:nvCxnSpPr>
        <p:spPr>
          <a:xfrm>
            <a:off x="3446210" y="3721606"/>
            <a:ext cx="533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>
          <a:xfrm>
            <a:off x="4284410" y="3893223"/>
            <a:ext cx="3657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</a:rPr>
              <a:t>Thanks</a:t>
            </a:r>
            <a:endParaRPr lang="zh-CN" altLang="en-US" sz="3200" dirty="0">
              <a:latin typeface="Times New Roman" panose="02020603050405020304" pitchFamily="18" charset="0"/>
              <a:ea typeface="楷体" panose="02010609060101010101" pitchFamily="49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A2CD6596-DB3E-49C4-852A-6CABE14C55E3}"/>
              </a:ext>
            </a:extLst>
          </p:cNvPr>
          <p:cNvSpPr txBox="1"/>
          <p:nvPr/>
        </p:nvSpPr>
        <p:spPr>
          <a:xfrm>
            <a:off x="118266" y="1343373"/>
            <a:ext cx="441334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若对现状感到不满意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那便从此刻开始</a:t>
            </a:r>
            <a:endParaRPr lang="en-US" altLang="zh-CN" sz="3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战至终章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5749572-E93B-4BD6-A32B-91AE94DA6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741" y="2128891"/>
            <a:ext cx="3033337" cy="3033337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B36B974E-462F-4683-923A-016A4A798578}"/>
              </a:ext>
            </a:extLst>
          </p:cNvPr>
          <p:cNvSpPr txBox="1"/>
          <p:nvPr/>
        </p:nvSpPr>
        <p:spPr>
          <a:xfrm>
            <a:off x="8257309" y="1055835"/>
            <a:ext cx="34557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欢迎关注公众号，</a:t>
            </a:r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10min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的分享确实有点仓促，各种保研小技巧可以关注公众号</a:t>
            </a:r>
          </a:p>
        </p:txBody>
      </p:sp>
    </p:spTree>
    <p:extLst>
      <p:ext uri="{BB962C8B-B14F-4D97-AF65-F5344CB8AC3E}">
        <p14:creationId xmlns:p14="http://schemas.microsoft.com/office/powerpoint/2010/main" val="3021724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0563C1"/>
      </a:hlink>
      <a:folHlink>
        <a:srgbClr val="954F72"/>
      </a:folHlink>
    </a:clrScheme>
    <a:fontScheme name="font">
      <a:majorFont>
        <a:latin typeface="Times New Roman"/>
        <a:ea typeface="楷体"/>
        <a:cs typeface=""/>
      </a:majorFont>
      <a:minorFont>
        <a:latin typeface="Times New Roman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wrap="none">
        <a:spAutoFit/>
      </a:bodyPr>
      <a:lstStyle>
        <a:defPPr algn="ctr">
          <a:defRPr kumimoji="1"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b="1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A5B592"/>
    </a:accent1>
    <a:accent2>
      <a:srgbClr val="F3A447"/>
    </a:accent2>
    <a:accent3>
      <a:srgbClr val="E7BC29"/>
    </a:accent3>
    <a:accent4>
      <a:srgbClr val="D092A7"/>
    </a:accent4>
    <a:accent5>
      <a:srgbClr val="9C85C0"/>
    </a:accent5>
    <a:accent6>
      <a:srgbClr val="809EC2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3784</TotalTime>
  <Words>1874</Words>
  <Application>Microsoft Office PowerPoint</Application>
  <PresentationFormat>宽屏</PresentationFormat>
  <Paragraphs>128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2" baseType="lpstr">
      <vt:lpstr>楷体</vt:lpstr>
      <vt:lpstr>微软雅黑</vt:lpstr>
      <vt:lpstr>Arial</vt:lpstr>
      <vt:lpstr>Calibri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acer1</dc:creator>
  <cp:lastModifiedBy>培淇 高</cp:lastModifiedBy>
  <cp:revision>69</cp:revision>
  <dcterms:created xsi:type="dcterms:W3CDTF">2017-05-23T14:28:16Z</dcterms:created>
  <dcterms:modified xsi:type="dcterms:W3CDTF">2026-01-21T06:58:08Z</dcterms:modified>
</cp:coreProperties>
</file>